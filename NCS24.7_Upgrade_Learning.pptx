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7"/>
  </p:sldMasterIdLst>
  <p:notesMasterIdLst>
    <p:notesMasterId r:id="rId35"/>
  </p:notesMasterIdLst>
  <p:sldIdLst>
    <p:sldId id="256" r:id="rId8"/>
    <p:sldId id="2134805314" r:id="rId9"/>
    <p:sldId id="2134805493" r:id="rId10"/>
    <p:sldId id="2134805494" r:id="rId11"/>
    <p:sldId id="2134805495" r:id="rId12"/>
    <p:sldId id="2134805496" r:id="rId13"/>
    <p:sldId id="2134805497" r:id="rId14"/>
    <p:sldId id="2134805498" r:id="rId15"/>
    <p:sldId id="2134805499" r:id="rId16"/>
    <p:sldId id="2134805500" r:id="rId17"/>
    <p:sldId id="2134805501" r:id="rId18"/>
    <p:sldId id="2134805502" r:id="rId19"/>
    <p:sldId id="2134805503" r:id="rId20"/>
    <p:sldId id="2134805504" r:id="rId21"/>
    <p:sldId id="2134805505" r:id="rId22"/>
    <p:sldId id="2134805507" r:id="rId23"/>
    <p:sldId id="2134805508" r:id="rId24"/>
    <p:sldId id="2134805509" r:id="rId25"/>
    <p:sldId id="2134805515" r:id="rId26"/>
    <p:sldId id="2134805512" r:id="rId27"/>
    <p:sldId id="2134805513" r:id="rId28"/>
    <p:sldId id="2134805514" r:id="rId29"/>
    <p:sldId id="2134805516" r:id="rId30"/>
    <p:sldId id="2134805517" r:id="rId31"/>
    <p:sldId id="2134805510" r:id="rId32"/>
    <p:sldId id="2134805283" r:id="rId33"/>
    <p:sldId id="270" r:id="rId34"/>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A0908"/>
    <a:srgbClr val="FBD29B"/>
    <a:srgbClr val="F8E088"/>
    <a:srgbClr val="FFFFFF"/>
    <a:srgbClr val="001135"/>
    <a:srgbClr val="FDF69D"/>
    <a:srgbClr val="FF8B10"/>
    <a:srgbClr val="F7A143"/>
    <a:srgbClr val="001D47"/>
    <a:srgbClr val="666666"/>
  </p:clrMru>
  <p:extLst>
    <p:ext uri="{E76CE94A-603C-4142-B9EB-6D1370010A27}">
      <p14:discardImageEditData xmlns:p14="http://schemas.microsoft.com/office/powerpoint/2010/main" val="1"/>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5C117E7-6A83-4864-8288-43A925C21502}" v="31" dt="2025-03-04T07:47:41.18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6" autoAdjust="0"/>
    <p:restoredTop sz="94685" autoAdjust="0"/>
  </p:normalViewPr>
  <p:slideViewPr>
    <p:cSldViewPr snapToGrid="0">
      <p:cViewPr varScale="1">
        <p:scale>
          <a:sx n="128" d="100"/>
          <a:sy n="128" d="100"/>
        </p:scale>
        <p:origin x="612" y="80"/>
      </p:cViewPr>
      <p:guideLst/>
    </p:cSldViewPr>
  </p:slideViewPr>
  <p:notesTextViewPr>
    <p:cViewPr>
      <p:scale>
        <a:sx n="3" d="2"/>
        <a:sy n="3" d="2"/>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tableStyles" Target="tableStyles.xml"/><Relationship Id="rId21" Type="http://schemas.openxmlformats.org/officeDocument/2006/relationships/slide" Target="slides/slide14.xml"/><Relationship Id="rId34" Type="http://schemas.openxmlformats.org/officeDocument/2006/relationships/slide" Target="slides/slide27.xml"/><Relationship Id="rId42" Type="http://schemas.microsoft.com/office/2018/10/relationships/authors" Target="authors.xml"/><Relationship Id="rId7" Type="http://schemas.openxmlformats.org/officeDocument/2006/relationships/slideMaster" Target="slideMasters/slideMaster1.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slide" Target="slides/slide22.xml"/><Relationship Id="rId41"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customXml" Target="../customXml/item6.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customXml" Target="../customXml/item5.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presProps" Target="presProps.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 Type="http://schemas.openxmlformats.org/officeDocument/2006/relationships/customXml" Target="../customXml/item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notesMaster" Target="notesMasters/notesMaster1.xml"/><Relationship Id="rId8" Type="http://schemas.openxmlformats.org/officeDocument/2006/relationships/slide" Target="slides/slide1.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epak Patra (EXT-Nokia)" userId="e1abbcf1-14bd-479a-8596-3cf49db2d25b" providerId="ADAL" clId="{55C117E7-6A83-4864-8288-43A925C21502}"/>
    <pc:docChg chg="undo custSel addSld delSld modSld">
      <pc:chgData name="Deepak Patra (EXT-Nokia)" userId="e1abbcf1-14bd-479a-8596-3cf49db2d25b" providerId="ADAL" clId="{55C117E7-6A83-4864-8288-43A925C21502}" dt="2025-03-04T08:30:52.075" v="7252" actId="6549"/>
      <pc:docMkLst>
        <pc:docMk/>
      </pc:docMkLst>
      <pc:sldChg chg="modSp mod">
        <pc:chgData name="Deepak Patra (EXT-Nokia)" userId="e1abbcf1-14bd-479a-8596-3cf49db2d25b" providerId="ADAL" clId="{55C117E7-6A83-4864-8288-43A925C21502}" dt="2025-03-04T08:16:05.086" v="6987" actId="14100"/>
        <pc:sldMkLst>
          <pc:docMk/>
          <pc:sldMk cId="4140685143" sldId="256"/>
        </pc:sldMkLst>
        <pc:spChg chg="mod">
          <ac:chgData name="Deepak Patra (EXT-Nokia)" userId="e1abbcf1-14bd-479a-8596-3cf49db2d25b" providerId="ADAL" clId="{55C117E7-6A83-4864-8288-43A925C21502}" dt="2025-03-04T08:16:05.086" v="6987" actId="14100"/>
          <ac:spMkLst>
            <pc:docMk/>
            <pc:sldMk cId="4140685143" sldId="256"/>
            <ac:spMk id="3" creationId="{A72F4584-A238-F682-7968-31DB59646D65}"/>
          </ac:spMkLst>
        </pc:spChg>
        <pc:spChg chg="mod">
          <ac:chgData name="Deepak Patra (EXT-Nokia)" userId="e1abbcf1-14bd-479a-8596-3cf49db2d25b" providerId="ADAL" clId="{55C117E7-6A83-4864-8288-43A925C21502}" dt="2025-03-04T07:49:53.743" v="6537" actId="1076"/>
          <ac:spMkLst>
            <pc:docMk/>
            <pc:sldMk cId="4140685143" sldId="256"/>
            <ac:spMk id="7" creationId="{1A349F3B-B90B-C916-C98B-BABFCAA90A22}"/>
          </ac:spMkLst>
        </pc:spChg>
      </pc:sldChg>
      <pc:sldChg chg="modSp mod">
        <pc:chgData name="Deepak Patra (EXT-Nokia)" userId="e1abbcf1-14bd-479a-8596-3cf49db2d25b" providerId="ADAL" clId="{55C117E7-6A83-4864-8288-43A925C21502}" dt="2025-03-02T03:09:19.107" v="852" actId="20577"/>
        <pc:sldMkLst>
          <pc:docMk/>
          <pc:sldMk cId="4092224286" sldId="2134805314"/>
        </pc:sldMkLst>
        <pc:spChg chg="mod">
          <ac:chgData name="Deepak Patra (EXT-Nokia)" userId="e1abbcf1-14bd-479a-8596-3cf49db2d25b" providerId="ADAL" clId="{55C117E7-6A83-4864-8288-43A925C21502}" dt="2025-03-02T03:09:19.107" v="852" actId="20577"/>
          <ac:spMkLst>
            <pc:docMk/>
            <pc:sldMk cId="4092224286" sldId="2134805314"/>
            <ac:spMk id="6" creationId="{717947FE-46DC-ADCE-E007-552932DB0594}"/>
          </ac:spMkLst>
        </pc:spChg>
      </pc:sldChg>
      <pc:sldChg chg="modSp del mod">
        <pc:chgData name="Deepak Patra (EXT-Nokia)" userId="e1abbcf1-14bd-479a-8596-3cf49db2d25b" providerId="ADAL" clId="{55C117E7-6A83-4864-8288-43A925C21502}" dt="2025-03-03T18:11:36.064" v="5417" actId="2696"/>
        <pc:sldMkLst>
          <pc:docMk/>
          <pc:sldMk cId="2116416732" sldId="2134805492"/>
        </pc:sldMkLst>
        <pc:spChg chg="mod">
          <ac:chgData name="Deepak Patra (EXT-Nokia)" userId="e1abbcf1-14bd-479a-8596-3cf49db2d25b" providerId="ADAL" clId="{55C117E7-6A83-4864-8288-43A925C21502}" dt="2025-03-03T18:11:31.827" v="5416" actId="6549"/>
          <ac:spMkLst>
            <pc:docMk/>
            <pc:sldMk cId="2116416732" sldId="2134805492"/>
            <ac:spMk id="2" creationId="{8E25E34D-BFA0-85FA-7EFF-4C916DEEE34C}"/>
          </ac:spMkLst>
        </pc:spChg>
      </pc:sldChg>
      <pc:sldChg chg="modSp mod">
        <pc:chgData name="Deepak Patra (EXT-Nokia)" userId="e1abbcf1-14bd-479a-8596-3cf49db2d25b" providerId="ADAL" clId="{55C117E7-6A83-4864-8288-43A925C21502}" dt="2025-03-04T08:16:39.595" v="7018" actId="20577"/>
        <pc:sldMkLst>
          <pc:docMk/>
          <pc:sldMk cId="727360405" sldId="2134805493"/>
        </pc:sldMkLst>
        <pc:spChg chg="mod">
          <ac:chgData name="Deepak Patra (EXT-Nokia)" userId="e1abbcf1-14bd-479a-8596-3cf49db2d25b" providerId="ADAL" clId="{55C117E7-6A83-4864-8288-43A925C21502}" dt="2025-03-04T07:51:04.513" v="6540" actId="1076"/>
          <ac:spMkLst>
            <pc:docMk/>
            <pc:sldMk cId="727360405" sldId="2134805493"/>
            <ac:spMk id="2" creationId="{0C77F54E-FAEA-9AD7-AE52-EC103F33396D}"/>
          </ac:spMkLst>
        </pc:spChg>
        <pc:spChg chg="mod">
          <ac:chgData name="Deepak Patra (EXT-Nokia)" userId="e1abbcf1-14bd-479a-8596-3cf49db2d25b" providerId="ADAL" clId="{55C117E7-6A83-4864-8288-43A925C21502}" dt="2025-03-04T07:51:09.576" v="6542" actId="1076"/>
          <ac:spMkLst>
            <pc:docMk/>
            <pc:sldMk cId="727360405" sldId="2134805493"/>
            <ac:spMk id="6" creationId="{6E306203-C08A-11D8-73D2-0E4C53EF0D0D}"/>
          </ac:spMkLst>
        </pc:spChg>
        <pc:spChg chg="mod">
          <ac:chgData name="Deepak Patra (EXT-Nokia)" userId="e1abbcf1-14bd-479a-8596-3cf49db2d25b" providerId="ADAL" clId="{55C117E7-6A83-4864-8288-43A925C21502}" dt="2025-03-04T08:16:39.595" v="7018" actId="20577"/>
          <ac:spMkLst>
            <pc:docMk/>
            <pc:sldMk cId="727360405" sldId="2134805493"/>
            <ac:spMk id="10" creationId="{05E04933-F1AB-5E97-9D92-4AF555E8EF1D}"/>
          </ac:spMkLst>
        </pc:spChg>
        <pc:picChg chg="mod">
          <ac:chgData name="Deepak Patra (EXT-Nokia)" userId="e1abbcf1-14bd-479a-8596-3cf49db2d25b" providerId="ADAL" clId="{55C117E7-6A83-4864-8288-43A925C21502}" dt="2025-03-04T07:51:06.668" v="6541" actId="1076"/>
          <ac:picMkLst>
            <pc:docMk/>
            <pc:sldMk cId="727360405" sldId="2134805493"/>
            <ac:picMk id="5" creationId="{471A2E8B-9E0A-B1F8-E518-947271E145C8}"/>
          </ac:picMkLst>
        </pc:picChg>
      </pc:sldChg>
      <pc:sldChg chg="modSp mod">
        <pc:chgData name="Deepak Patra (EXT-Nokia)" userId="e1abbcf1-14bd-479a-8596-3cf49db2d25b" providerId="ADAL" clId="{55C117E7-6A83-4864-8288-43A925C21502}" dt="2025-03-04T08:17:52.903" v="7052" actId="20577"/>
        <pc:sldMkLst>
          <pc:docMk/>
          <pc:sldMk cId="3117534276" sldId="2134805494"/>
        </pc:sldMkLst>
        <pc:spChg chg="mod">
          <ac:chgData name="Deepak Patra (EXT-Nokia)" userId="e1abbcf1-14bd-479a-8596-3cf49db2d25b" providerId="ADAL" clId="{55C117E7-6A83-4864-8288-43A925C21502}" dt="2025-03-04T08:17:52.903" v="7052" actId="20577"/>
          <ac:spMkLst>
            <pc:docMk/>
            <pc:sldMk cId="3117534276" sldId="2134805494"/>
            <ac:spMk id="2" creationId="{80F42D59-C7DC-5E59-7888-4B7DB27D8AB6}"/>
          </ac:spMkLst>
        </pc:spChg>
        <pc:spChg chg="mod">
          <ac:chgData name="Deepak Patra (EXT-Nokia)" userId="e1abbcf1-14bd-479a-8596-3cf49db2d25b" providerId="ADAL" clId="{55C117E7-6A83-4864-8288-43A925C21502}" dt="2025-03-03T15:29:26.917" v="3083" actId="21"/>
          <ac:spMkLst>
            <pc:docMk/>
            <pc:sldMk cId="3117534276" sldId="2134805494"/>
            <ac:spMk id="6" creationId="{FDF04172-2BFF-AA0B-DB37-287DCB6546F0}"/>
          </ac:spMkLst>
        </pc:spChg>
      </pc:sldChg>
      <pc:sldChg chg="modSp mod">
        <pc:chgData name="Deepak Patra (EXT-Nokia)" userId="e1abbcf1-14bd-479a-8596-3cf49db2d25b" providerId="ADAL" clId="{55C117E7-6A83-4864-8288-43A925C21502}" dt="2025-03-03T15:30:42.979" v="3110" actId="20577"/>
        <pc:sldMkLst>
          <pc:docMk/>
          <pc:sldMk cId="666526446" sldId="2134805495"/>
        </pc:sldMkLst>
        <pc:spChg chg="mod">
          <ac:chgData name="Deepak Patra (EXT-Nokia)" userId="e1abbcf1-14bd-479a-8596-3cf49db2d25b" providerId="ADAL" clId="{55C117E7-6A83-4864-8288-43A925C21502}" dt="2025-03-03T15:30:42.979" v="3110" actId="20577"/>
          <ac:spMkLst>
            <pc:docMk/>
            <pc:sldMk cId="666526446" sldId="2134805495"/>
            <ac:spMk id="2" creationId="{AA819B75-3B9C-9AD1-756C-DFDE5CFD825E}"/>
          </ac:spMkLst>
        </pc:spChg>
        <pc:spChg chg="mod">
          <ac:chgData name="Deepak Patra (EXT-Nokia)" userId="e1abbcf1-14bd-479a-8596-3cf49db2d25b" providerId="ADAL" clId="{55C117E7-6A83-4864-8288-43A925C21502}" dt="2025-03-03T15:28:43.052" v="3075" actId="21"/>
          <ac:spMkLst>
            <pc:docMk/>
            <pc:sldMk cId="666526446" sldId="2134805495"/>
            <ac:spMk id="6" creationId="{68C85C5C-B826-B467-82FE-2746B64E6D9E}"/>
          </ac:spMkLst>
        </pc:spChg>
      </pc:sldChg>
      <pc:sldChg chg="modSp mod">
        <pc:chgData name="Deepak Patra (EXT-Nokia)" userId="e1abbcf1-14bd-479a-8596-3cf49db2d25b" providerId="ADAL" clId="{55C117E7-6A83-4864-8288-43A925C21502}" dt="2025-03-03T15:31:12.242" v="3111" actId="1076"/>
        <pc:sldMkLst>
          <pc:docMk/>
          <pc:sldMk cId="2807277929" sldId="2134805496"/>
        </pc:sldMkLst>
        <pc:spChg chg="mod">
          <ac:chgData name="Deepak Patra (EXT-Nokia)" userId="e1abbcf1-14bd-479a-8596-3cf49db2d25b" providerId="ADAL" clId="{55C117E7-6A83-4864-8288-43A925C21502}" dt="2025-03-03T15:31:12.242" v="3111" actId="1076"/>
          <ac:spMkLst>
            <pc:docMk/>
            <pc:sldMk cId="2807277929" sldId="2134805496"/>
            <ac:spMk id="6" creationId="{AE6620BF-D8AF-7F2F-DFB2-D4853DEBBB59}"/>
          </ac:spMkLst>
        </pc:spChg>
      </pc:sldChg>
      <pc:sldChg chg="modSp add mod">
        <pc:chgData name="Deepak Patra (EXT-Nokia)" userId="e1abbcf1-14bd-479a-8596-3cf49db2d25b" providerId="ADAL" clId="{55C117E7-6A83-4864-8288-43A925C21502}" dt="2025-03-04T08:26:38.967" v="7242" actId="6549"/>
        <pc:sldMkLst>
          <pc:docMk/>
          <pc:sldMk cId="2781378397" sldId="2134805497"/>
        </pc:sldMkLst>
        <pc:spChg chg="mod">
          <ac:chgData name="Deepak Patra (EXT-Nokia)" userId="e1abbcf1-14bd-479a-8596-3cf49db2d25b" providerId="ADAL" clId="{55C117E7-6A83-4864-8288-43A925C21502}" dt="2025-03-03T15:31:15.467" v="3112" actId="1076"/>
          <ac:spMkLst>
            <pc:docMk/>
            <pc:sldMk cId="2781378397" sldId="2134805497"/>
            <ac:spMk id="2" creationId="{8F64BB49-938D-E6AF-E13D-E6A784B7F509}"/>
          </ac:spMkLst>
        </pc:spChg>
        <pc:spChg chg="mod">
          <ac:chgData name="Deepak Patra (EXT-Nokia)" userId="e1abbcf1-14bd-479a-8596-3cf49db2d25b" providerId="ADAL" clId="{55C117E7-6A83-4864-8288-43A925C21502}" dt="2025-03-04T08:26:38.967" v="7242" actId="6549"/>
          <ac:spMkLst>
            <pc:docMk/>
            <pc:sldMk cId="2781378397" sldId="2134805497"/>
            <ac:spMk id="6" creationId="{DE5F97B5-C102-0459-2E4A-A8972F5F6332}"/>
          </ac:spMkLst>
        </pc:spChg>
        <pc:spChg chg="mod">
          <ac:chgData name="Deepak Patra (EXT-Nokia)" userId="e1abbcf1-14bd-479a-8596-3cf49db2d25b" providerId="ADAL" clId="{55C117E7-6A83-4864-8288-43A925C21502}" dt="2025-03-02T02:46:59.105" v="411" actId="20577"/>
          <ac:spMkLst>
            <pc:docMk/>
            <pc:sldMk cId="2781378397" sldId="2134805497"/>
            <ac:spMk id="10" creationId="{2E447557-8DAC-C46D-FC8C-15BCD5845981}"/>
          </ac:spMkLst>
        </pc:spChg>
      </pc:sldChg>
      <pc:sldChg chg="delSp modSp add mod">
        <pc:chgData name="Deepak Patra (EXT-Nokia)" userId="e1abbcf1-14bd-479a-8596-3cf49db2d25b" providerId="ADAL" clId="{55C117E7-6A83-4864-8288-43A925C21502}" dt="2025-03-04T08:19:11.625" v="7054" actId="20577"/>
        <pc:sldMkLst>
          <pc:docMk/>
          <pc:sldMk cId="1188843047" sldId="2134805498"/>
        </pc:sldMkLst>
        <pc:spChg chg="mod">
          <ac:chgData name="Deepak Patra (EXT-Nokia)" userId="e1abbcf1-14bd-479a-8596-3cf49db2d25b" providerId="ADAL" clId="{55C117E7-6A83-4864-8288-43A925C21502}" dt="2025-03-04T07:55:14.596" v="6570" actId="2711"/>
          <ac:spMkLst>
            <pc:docMk/>
            <pc:sldMk cId="1188843047" sldId="2134805498"/>
            <ac:spMk id="2" creationId="{771D3147-3563-BA55-B6A6-5FE19F9BCE2B}"/>
          </ac:spMkLst>
        </pc:spChg>
        <pc:spChg chg="mod">
          <ac:chgData name="Deepak Patra (EXT-Nokia)" userId="e1abbcf1-14bd-479a-8596-3cf49db2d25b" providerId="ADAL" clId="{55C117E7-6A83-4864-8288-43A925C21502}" dt="2025-03-04T08:19:11.625" v="7054" actId="20577"/>
          <ac:spMkLst>
            <pc:docMk/>
            <pc:sldMk cId="1188843047" sldId="2134805498"/>
            <ac:spMk id="10" creationId="{F745DC24-5809-49EB-90EF-372C5B71B4F0}"/>
          </ac:spMkLst>
        </pc:spChg>
      </pc:sldChg>
      <pc:sldChg chg="delSp modSp add mod">
        <pc:chgData name="Deepak Patra (EXT-Nokia)" userId="e1abbcf1-14bd-479a-8596-3cf49db2d25b" providerId="ADAL" clId="{55C117E7-6A83-4864-8288-43A925C21502}" dt="2025-03-04T08:19:28.742" v="7065" actId="20577"/>
        <pc:sldMkLst>
          <pc:docMk/>
          <pc:sldMk cId="691237008" sldId="2134805499"/>
        </pc:sldMkLst>
        <pc:spChg chg="mod">
          <ac:chgData name="Deepak Patra (EXT-Nokia)" userId="e1abbcf1-14bd-479a-8596-3cf49db2d25b" providerId="ADAL" clId="{55C117E7-6A83-4864-8288-43A925C21502}" dt="2025-03-04T08:19:19.964" v="7057" actId="1076"/>
          <ac:spMkLst>
            <pc:docMk/>
            <pc:sldMk cId="691237008" sldId="2134805499"/>
            <ac:spMk id="6" creationId="{E1CE02C1-4972-8E1D-EAA6-621A2D4D482D}"/>
          </ac:spMkLst>
        </pc:spChg>
        <pc:spChg chg="mod">
          <ac:chgData name="Deepak Patra (EXT-Nokia)" userId="e1abbcf1-14bd-479a-8596-3cf49db2d25b" providerId="ADAL" clId="{55C117E7-6A83-4864-8288-43A925C21502}" dt="2025-03-04T08:19:28.742" v="7065" actId="20577"/>
          <ac:spMkLst>
            <pc:docMk/>
            <pc:sldMk cId="691237008" sldId="2134805499"/>
            <ac:spMk id="10" creationId="{DDF7498E-0E0A-63FE-7767-D74467C44364}"/>
          </ac:spMkLst>
        </pc:spChg>
      </pc:sldChg>
      <pc:sldChg chg="modSp add mod">
        <pc:chgData name="Deepak Patra (EXT-Nokia)" userId="e1abbcf1-14bd-479a-8596-3cf49db2d25b" providerId="ADAL" clId="{55C117E7-6A83-4864-8288-43A925C21502}" dt="2025-03-04T08:19:34.224" v="7067" actId="20577"/>
        <pc:sldMkLst>
          <pc:docMk/>
          <pc:sldMk cId="1588450494" sldId="2134805500"/>
        </pc:sldMkLst>
        <pc:spChg chg="mod">
          <ac:chgData name="Deepak Patra (EXT-Nokia)" userId="e1abbcf1-14bd-479a-8596-3cf49db2d25b" providerId="ADAL" clId="{55C117E7-6A83-4864-8288-43A925C21502}" dt="2025-03-04T07:56:03.557" v="6575" actId="20577"/>
          <ac:spMkLst>
            <pc:docMk/>
            <pc:sldMk cId="1588450494" sldId="2134805500"/>
            <ac:spMk id="2" creationId="{CBB7D903-2842-2396-76D6-4B91936AB126}"/>
          </ac:spMkLst>
        </pc:spChg>
        <pc:spChg chg="mod">
          <ac:chgData name="Deepak Patra (EXT-Nokia)" userId="e1abbcf1-14bd-479a-8596-3cf49db2d25b" providerId="ADAL" clId="{55C117E7-6A83-4864-8288-43A925C21502}" dt="2025-03-04T08:19:34.224" v="7067" actId="20577"/>
          <ac:spMkLst>
            <pc:docMk/>
            <pc:sldMk cId="1588450494" sldId="2134805500"/>
            <ac:spMk id="10" creationId="{15F873E2-E85B-E355-DDF2-0578D37E9768}"/>
          </ac:spMkLst>
        </pc:spChg>
      </pc:sldChg>
      <pc:sldChg chg="modSp add mod">
        <pc:chgData name="Deepak Patra (EXT-Nokia)" userId="e1abbcf1-14bd-479a-8596-3cf49db2d25b" providerId="ADAL" clId="{55C117E7-6A83-4864-8288-43A925C21502}" dt="2025-03-04T08:19:41.184" v="7069" actId="20577"/>
        <pc:sldMkLst>
          <pc:docMk/>
          <pc:sldMk cId="2955308945" sldId="2134805501"/>
        </pc:sldMkLst>
        <pc:spChg chg="mod">
          <ac:chgData name="Deepak Patra (EXT-Nokia)" userId="e1abbcf1-14bd-479a-8596-3cf49db2d25b" providerId="ADAL" clId="{55C117E7-6A83-4864-8288-43A925C21502}" dt="2025-03-04T07:59:32.570" v="6677" actId="20577"/>
          <ac:spMkLst>
            <pc:docMk/>
            <pc:sldMk cId="2955308945" sldId="2134805501"/>
            <ac:spMk id="2" creationId="{7F9C12CC-D493-8574-C2D6-B01BAEB917B5}"/>
          </ac:spMkLst>
        </pc:spChg>
        <pc:spChg chg="mod">
          <ac:chgData name="Deepak Patra (EXT-Nokia)" userId="e1abbcf1-14bd-479a-8596-3cf49db2d25b" providerId="ADAL" clId="{55C117E7-6A83-4864-8288-43A925C21502}" dt="2025-03-04T08:19:41.184" v="7069" actId="20577"/>
          <ac:spMkLst>
            <pc:docMk/>
            <pc:sldMk cId="2955308945" sldId="2134805501"/>
            <ac:spMk id="10" creationId="{5319ECB4-5A1A-7575-BC89-6C541E9C90A1}"/>
          </ac:spMkLst>
        </pc:spChg>
      </pc:sldChg>
      <pc:sldChg chg="modSp add mod">
        <pc:chgData name="Deepak Patra (EXT-Nokia)" userId="e1abbcf1-14bd-479a-8596-3cf49db2d25b" providerId="ADAL" clId="{55C117E7-6A83-4864-8288-43A925C21502}" dt="2025-03-04T08:19:47.714" v="7071" actId="20577"/>
        <pc:sldMkLst>
          <pc:docMk/>
          <pc:sldMk cId="2335652783" sldId="2134805502"/>
        </pc:sldMkLst>
        <pc:spChg chg="mod">
          <ac:chgData name="Deepak Patra (EXT-Nokia)" userId="e1abbcf1-14bd-479a-8596-3cf49db2d25b" providerId="ADAL" clId="{55C117E7-6A83-4864-8288-43A925C21502}" dt="2025-03-04T08:00:07.747" v="6687" actId="108"/>
          <ac:spMkLst>
            <pc:docMk/>
            <pc:sldMk cId="2335652783" sldId="2134805502"/>
            <ac:spMk id="2" creationId="{CE1AF530-FCAD-A7A9-7EF1-9F9FBA2531F5}"/>
          </ac:spMkLst>
        </pc:spChg>
        <pc:spChg chg="mod">
          <ac:chgData name="Deepak Patra (EXT-Nokia)" userId="e1abbcf1-14bd-479a-8596-3cf49db2d25b" providerId="ADAL" clId="{55C117E7-6A83-4864-8288-43A925C21502}" dt="2025-03-04T08:19:47.714" v="7071" actId="20577"/>
          <ac:spMkLst>
            <pc:docMk/>
            <pc:sldMk cId="2335652783" sldId="2134805502"/>
            <ac:spMk id="10" creationId="{3D768D2C-66E5-20E4-7082-8D5C04D36D72}"/>
          </ac:spMkLst>
        </pc:spChg>
      </pc:sldChg>
      <pc:sldChg chg="modSp add mod">
        <pc:chgData name="Deepak Patra (EXT-Nokia)" userId="e1abbcf1-14bd-479a-8596-3cf49db2d25b" providerId="ADAL" clId="{55C117E7-6A83-4864-8288-43A925C21502}" dt="2025-03-04T08:19:52.687" v="7073" actId="20577"/>
        <pc:sldMkLst>
          <pc:docMk/>
          <pc:sldMk cId="3388948224" sldId="2134805503"/>
        </pc:sldMkLst>
        <pc:spChg chg="mod">
          <ac:chgData name="Deepak Patra (EXT-Nokia)" userId="e1abbcf1-14bd-479a-8596-3cf49db2d25b" providerId="ADAL" clId="{55C117E7-6A83-4864-8288-43A925C21502}" dt="2025-03-04T08:01:47.146" v="6701" actId="13926"/>
          <ac:spMkLst>
            <pc:docMk/>
            <pc:sldMk cId="3388948224" sldId="2134805503"/>
            <ac:spMk id="2" creationId="{91698EB7-1224-AA23-FA52-EA1A1D843F8D}"/>
          </ac:spMkLst>
        </pc:spChg>
        <pc:spChg chg="mod">
          <ac:chgData name="Deepak Patra (EXT-Nokia)" userId="e1abbcf1-14bd-479a-8596-3cf49db2d25b" providerId="ADAL" clId="{55C117E7-6A83-4864-8288-43A925C21502}" dt="2025-03-04T08:19:52.687" v="7073" actId="20577"/>
          <ac:spMkLst>
            <pc:docMk/>
            <pc:sldMk cId="3388948224" sldId="2134805503"/>
            <ac:spMk id="10" creationId="{CA086165-C6AF-6F27-CBE0-B94B8CC102DE}"/>
          </ac:spMkLst>
        </pc:spChg>
      </pc:sldChg>
      <pc:sldChg chg="addSp modSp add mod">
        <pc:chgData name="Deepak Patra (EXT-Nokia)" userId="e1abbcf1-14bd-479a-8596-3cf49db2d25b" providerId="ADAL" clId="{55C117E7-6A83-4864-8288-43A925C21502}" dt="2025-03-04T08:27:43.221" v="7246" actId="403"/>
        <pc:sldMkLst>
          <pc:docMk/>
          <pc:sldMk cId="4082523237" sldId="2134805504"/>
        </pc:sldMkLst>
        <pc:spChg chg="mod">
          <ac:chgData name="Deepak Patra (EXT-Nokia)" userId="e1abbcf1-14bd-479a-8596-3cf49db2d25b" providerId="ADAL" clId="{55C117E7-6A83-4864-8288-43A925C21502}" dt="2025-03-04T08:27:43.221" v="7246" actId="403"/>
          <ac:spMkLst>
            <pc:docMk/>
            <pc:sldMk cId="4082523237" sldId="2134805504"/>
            <ac:spMk id="2" creationId="{3351E071-E6B7-6D2B-230C-F51D8040C394}"/>
          </ac:spMkLst>
        </pc:spChg>
        <pc:spChg chg="add">
          <ac:chgData name="Deepak Patra (EXT-Nokia)" userId="e1abbcf1-14bd-479a-8596-3cf49db2d25b" providerId="ADAL" clId="{55C117E7-6A83-4864-8288-43A925C21502}" dt="2025-03-03T09:28:14.306" v="2287"/>
          <ac:spMkLst>
            <pc:docMk/>
            <pc:sldMk cId="4082523237" sldId="2134805504"/>
            <ac:spMk id="3" creationId="{CE603F90-D5F4-D3EF-EA9C-3DE91C18A843}"/>
          </ac:spMkLst>
        </pc:spChg>
        <pc:spChg chg="add">
          <ac:chgData name="Deepak Patra (EXT-Nokia)" userId="e1abbcf1-14bd-479a-8596-3cf49db2d25b" providerId="ADAL" clId="{55C117E7-6A83-4864-8288-43A925C21502}" dt="2025-03-03T09:28:17.135" v="2288"/>
          <ac:spMkLst>
            <pc:docMk/>
            <pc:sldMk cId="4082523237" sldId="2134805504"/>
            <ac:spMk id="5" creationId="{183771F9-2394-FE4E-B694-1C12DE8189BC}"/>
          </ac:spMkLst>
        </pc:spChg>
        <pc:spChg chg="add">
          <ac:chgData name="Deepak Patra (EXT-Nokia)" userId="e1abbcf1-14bd-479a-8596-3cf49db2d25b" providerId="ADAL" clId="{55C117E7-6A83-4864-8288-43A925C21502}" dt="2025-03-03T09:28:25.542" v="2291"/>
          <ac:spMkLst>
            <pc:docMk/>
            <pc:sldMk cId="4082523237" sldId="2134805504"/>
            <ac:spMk id="6" creationId="{6ABB8119-9E64-2E06-C957-8AC5978CE3A2}"/>
          </ac:spMkLst>
        </pc:spChg>
        <pc:spChg chg="mod">
          <ac:chgData name="Deepak Patra (EXT-Nokia)" userId="e1abbcf1-14bd-479a-8596-3cf49db2d25b" providerId="ADAL" clId="{55C117E7-6A83-4864-8288-43A925C21502}" dt="2025-03-04T08:20:08.008" v="7075" actId="20577"/>
          <ac:spMkLst>
            <pc:docMk/>
            <pc:sldMk cId="4082523237" sldId="2134805504"/>
            <ac:spMk id="10" creationId="{2ADA194A-C3FC-357F-2BB8-20B4127BEFE7}"/>
          </ac:spMkLst>
        </pc:spChg>
      </pc:sldChg>
      <pc:sldChg chg="addSp modSp add mod">
        <pc:chgData name="Deepak Patra (EXT-Nokia)" userId="e1abbcf1-14bd-479a-8596-3cf49db2d25b" providerId="ADAL" clId="{55C117E7-6A83-4864-8288-43A925C21502}" dt="2025-03-04T08:21:52.482" v="7202" actId="20577"/>
        <pc:sldMkLst>
          <pc:docMk/>
          <pc:sldMk cId="99494319" sldId="2134805505"/>
        </pc:sldMkLst>
        <pc:spChg chg="mod">
          <ac:chgData name="Deepak Patra (EXT-Nokia)" userId="e1abbcf1-14bd-479a-8596-3cf49db2d25b" providerId="ADAL" clId="{55C117E7-6A83-4864-8288-43A925C21502}" dt="2025-03-04T08:21:52.482" v="7202" actId="20577"/>
          <ac:spMkLst>
            <pc:docMk/>
            <pc:sldMk cId="99494319" sldId="2134805505"/>
            <ac:spMk id="2" creationId="{4B97EA4D-F4C7-C239-BD3A-903286006846}"/>
          </ac:spMkLst>
        </pc:spChg>
        <pc:spChg chg="add">
          <ac:chgData name="Deepak Patra (EXT-Nokia)" userId="e1abbcf1-14bd-479a-8596-3cf49db2d25b" providerId="ADAL" clId="{55C117E7-6A83-4864-8288-43A925C21502}" dt="2025-03-03T09:59:46.535" v="2592"/>
          <ac:spMkLst>
            <pc:docMk/>
            <pc:sldMk cId="99494319" sldId="2134805505"/>
            <ac:spMk id="3" creationId="{722F6B0B-5D62-96F7-70FD-22F2C8F76F7A}"/>
          </ac:spMkLst>
        </pc:spChg>
        <pc:spChg chg="mod">
          <ac:chgData name="Deepak Patra (EXT-Nokia)" userId="e1abbcf1-14bd-479a-8596-3cf49db2d25b" providerId="ADAL" clId="{55C117E7-6A83-4864-8288-43A925C21502}" dt="2025-03-04T08:21:02.858" v="7178" actId="20577"/>
          <ac:spMkLst>
            <pc:docMk/>
            <pc:sldMk cId="99494319" sldId="2134805505"/>
            <ac:spMk id="10" creationId="{083486D5-F831-CF18-4CF6-8F80E45E326D}"/>
          </ac:spMkLst>
        </pc:spChg>
        <pc:picChg chg="add mod">
          <ac:chgData name="Deepak Patra (EXT-Nokia)" userId="e1abbcf1-14bd-479a-8596-3cf49db2d25b" providerId="ADAL" clId="{55C117E7-6A83-4864-8288-43A925C21502}" dt="2025-03-04T08:21:49.600" v="7201" actId="1076"/>
          <ac:picMkLst>
            <pc:docMk/>
            <pc:sldMk cId="99494319" sldId="2134805505"/>
            <ac:picMk id="5" creationId="{76AEFB8D-8FDD-5F65-E2D5-5AD057D7BD9B}"/>
          </ac:picMkLst>
        </pc:picChg>
      </pc:sldChg>
      <pc:sldChg chg="new del">
        <pc:chgData name="Deepak Patra (EXT-Nokia)" userId="e1abbcf1-14bd-479a-8596-3cf49db2d25b" providerId="ADAL" clId="{55C117E7-6A83-4864-8288-43A925C21502}" dt="2025-03-03T10:07:36.666" v="2757" actId="47"/>
        <pc:sldMkLst>
          <pc:docMk/>
          <pc:sldMk cId="2718276547" sldId="2134805506"/>
        </pc:sldMkLst>
      </pc:sldChg>
      <pc:sldChg chg="addSp delSp modSp add mod">
        <pc:chgData name="Deepak Patra (EXT-Nokia)" userId="e1abbcf1-14bd-479a-8596-3cf49db2d25b" providerId="ADAL" clId="{55C117E7-6A83-4864-8288-43A925C21502}" dt="2025-03-04T08:22:22.032" v="7204" actId="6549"/>
        <pc:sldMkLst>
          <pc:docMk/>
          <pc:sldMk cId="2761854933" sldId="2134805507"/>
        </pc:sldMkLst>
        <pc:spChg chg="mod">
          <ac:chgData name="Deepak Patra (EXT-Nokia)" userId="e1abbcf1-14bd-479a-8596-3cf49db2d25b" providerId="ADAL" clId="{55C117E7-6A83-4864-8288-43A925C21502}" dt="2025-03-04T08:22:22.032" v="7204" actId="6549"/>
          <ac:spMkLst>
            <pc:docMk/>
            <pc:sldMk cId="2761854933" sldId="2134805507"/>
            <ac:spMk id="2" creationId="{6721B39B-5C91-94E5-264E-325706AE0129}"/>
          </ac:spMkLst>
        </pc:spChg>
        <pc:spChg chg="mod">
          <ac:chgData name="Deepak Patra (EXT-Nokia)" userId="e1abbcf1-14bd-479a-8596-3cf49db2d25b" providerId="ADAL" clId="{55C117E7-6A83-4864-8288-43A925C21502}" dt="2025-03-04T08:21:07.125" v="7180" actId="20577"/>
          <ac:spMkLst>
            <pc:docMk/>
            <pc:sldMk cId="2761854933" sldId="2134805507"/>
            <ac:spMk id="10" creationId="{33582F47-E77C-046B-F5C7-7AC3E2F66905}"/>
          </ac:spMkLst>
        </pc:spChg>
        <pc:picChg chg="add del mod">
          <ac:chgData name="Deepak Patra (EXT-Nokia)" userId="e1abbcf1-14bd-479a-8596-3cf49db2d25b" providerId="ADAL" clId="{55C117E7-6A83-4864-8288-43A925C21502}" dt="2025-03-03T10:21:48.914" v="2807" actId="21"/>
          <ac:picMkLst>
            <pc:docMk/>
            <pc:sldMk cId="2761854933" sldId="2134805507"/>
            <ac:picMk id="5" creationId="{76AEFB8D-8FDD-5F65-E2D5-5AD057D7BD9B}"/>
          </ac:picMkLst>
        </pc:picChg>
      </pc:sldChg>
      <pc:sldChg chg="modSp add mod">
        <pc:chgData name="Deepak Patra (EXT-Nokia)" userId="e1abbcf1-14bd-479a-8596-3cf49db2d25b" providerId="ADAL" clId="{55C117E7-6A83-4864-8288-43A925C21502}" dt="2025-03-04T08:22:43.305" v="7206" actId="20577"/>
        <pc:sldMkLst>
          <pc:docMk/>
          <pc:sldMk cId="2711676092" sldId="2134805508"/>
        </pc:sldMkLst>
        <pc:spChg chg="mod">
          <ac:chgData name="Deepak Patra (EXT-Nokia)" userId="e1abbcf1-14bd-479a-8596-3cf49db2d25b" providerId="ADAL" clId="{55C117E7-6A83-4864-8288-43A925C21502}" dt="2025-03-04T08:04:16.581" v="6811" actId="404"/>
          <ac:spMkLst>
            <pc:docMk/>
            <pc:sldMk cId="2711676092" sldId="2134805508"/>
            <ac:spMk id="2" creationId="{85E45DCB-2D4D-5548-A9C8-834CBA5FC6F2}"/>
          </ac:spMkLst>
        </pc:spChg>
        <pc:spChg chg="mod">
          <ac:chgData name="Deepak Patra (EXT-Nokia)" userId="e1abbcf1-14bd-479a-8596-3cf49db2d25b" providerId="ADAL" clId="{55C117E7-6A83-4864-8288-43A925C21502}" dt="2025-03-04T08:22:43.305" v="7206" actId="20577"/>
          <ac:spMkLst>
            <pc:docMk/>
            <pc:sldMk cId="2711676092" sldId="2134805508"/>
            <ac:spMk id="10" creationId="{D538752A-A337-9910-F96B-9FF896D1BEB4}"/>
          </ac:spMkLst>
        </pc:spChg>
      </pc:sldChg>
      <pc:sldChg chg="modSp add mod">
        <pc:chgData name="Deepak Patra (EXT-Nokia)" userId="e1abbcf1-14bd-479a-8596-3cf49db2d25b" providerId="ADAL" clId="{55C117E7-6A83-4864-8288-43A925C21502}" dt="2025-03-04T08:22:46.379" v="7208" actId="20577"/>
        <pc:sldMkLst>
          <pc:docMk/>
          <pc:sldMk cId="265153473" sldId="2134805509"/>
        </pc:sldMkLst>
        <pc:spChg chg="mod">
          <ac:chgData name="Deepak Patra (EXT-Nokia)" userId="e1abbcf1-14bd-479a-8596-3cf49db2d25b" providerId="ADAL" clId="{55C117E7-6A83-4864-8288-43A925C21502}" dt="2025-03-04T08:04:47.468" v="6816" actId="255"/>
          <ac:spMkLst>
            <pc:docMk/>
            <pc:sldMk cId="265153473" sldId="2134805509"/>
            <ac:spMk id="2" creationId="{9AD212E4-CE62-0531-A6D7-3F16B5678862}"/>
          </ac:spMkLst>
        </pc:spChg>
        <pc:spChg chg="mod">
          <ac:chgData name="Deepak Patra (EXT-Nokia)" userId="e1abbcf1-14bd-479a-8596-3cf49db2d25b" providerId="ADAL" clId="{55C117E7-6A83-4864-8288-43A925C21502}" dt="2025-03-04T08:22:46.379" v="7208" actId="20577"/>
          <ac:spMkLst>
            <pc:docMk/>
            <pc:sldMk cId="265153473" sldId="2134805509"/>
            <ac:spMk id="10" creationId="{5BE028E7-1DAC-7B4A-D771-5E8C265BF6D7}"/>
          </ac:spMkLst>
        </pc:spChg>
      </pc:sldChg>
      <pc:sldChg chg="modSp add mod">
        <pc:chgData name="Deepak Patra (EXT-Nokia)" userId="e1abbcf1-14bd-479a-8596-3cf49db2d25b" providerId="ADAL" clId="{55C117E7-6A83-4864-8288-43A925C21502}" dt="2025-03-04T08:24:40.764" v="7241" actId="113"/>
        <pc:sldMkLst>
          <pc:docMk/>
          <pc:sldMk cId="1614295153" sldId="2134805510"/>
        </pc:sldMkLst>
        <pc:spChg chg="mod">
          <ac:chgData name="Deepak Patra (EXT-Nokia)" userId="e1abbcf1-14bd-479a-8596-3cf49db2d25b" providerId="ADAL" clId="{55C117E7-6A83-4864-8288-43A925C21502}" dt="2025-03-04T08:24:40.764" v="7241" actId="113"/>
          <ac:spMkLst>
            <pc:docMk/>
            <pc:sldMk cId="1614295153" sldId="2134805510"/>
            <ac:spMk id="2" creationId="{8BC34AC6-F325-A789-AFF4-DFAF9BCC8939}"/>
          </ac:spMkLst>
        </pc:spChg>
        <pc:spChg chg="mod">
          <ac:chgData name="Deepak Patra (EXT-Nokia)" userId="e1abbcf1-14bd-479a-8596-3cf49db2d25b" providerId="ADAL" clId="{55C117E7-6A83-4864-8288-43A925C21502}" dt="2025-03-04T07:49:22.830" v="6530" actId="20577"/>
          <ac:spMkLst>
            <pc:docMk/>
            <pc:sldMk cId="1614295153" sldId="2134805510"/>
            <ac:spMk id="10" creationId="{10C687B1-655C-7BB9-5C7F-D152B2861E17}"/>
          </ac:spMkLst>
        </pc:spChg>
      </pc:sldChg>
      <pc:sldChg chg="new del">
        <pc:chgData name="Deepak Patra (EXT-Nokia)" userId="e1abbcf1-14bd-479a-8596-3cf49db2d25b" providerId="ADAL" clId="{55C117E7-6A83-4864-8288-43A925C21502}" dt="2025-03-03T17:39:29.349" v="4412" actId="2696"/>
        <pc:sldMkLst>
          <pc:docMk/>
          <pc:sldMk cId="609373985" sldId="2134805511"/>
        </pc:sldMkLst>
      </pc:sldChg>
      <pc:sldChg chg="addSp delSp modSp add mod">
        <pc:chgData name="Deepak Patra (EXT-Nokia)" userId="e1abbcf1-14bd-479a-8596-3cf49db2d25b" providerId="ADAL" clId="{55C117E7-6A83-4864-8288-43A925C21502}" dt="2025-03-04T08:23:20.827" v="7217" actId="6549"/>
        <pc:sldMkLst>
          <pc:docMk/>
          <pc:sldMk cId="4263801264" sldId="2134805512"/>
        </pc:sldMkLst>
        <pc:spChg chg="mod">
          <ac:chgData name="Deepak Patra (EXT-Nokia)" userId="e1abbcf1-14bd-479a-8596-3cf49db2d25b" providerId="ADAL" clId="{55C117E7-6A83-4864-8288-43A925C21502}" dt="2025-03-04T08:23:20.827" v="7217" actId="6549"/>
          <ac:spMkLst>
            <pc:docMk/>
            <pc:sldMk cId="4263801264" sldId="2134805512"/>
            <ac:spMk id="2" creationId="{BB9D20A0-AC6B-107D-11B2-713C3839F18F}"/>
          </ac:spMkLst>
        </pc:spChg>
        <pc:spChg chg="add">
          <ac:chgData name="Deepak Patra (EXT-Nokia)" userId="e1abbcf1-14bd-479a-8596-3cf49db2d25b" providerId="ADAL" clId="{55C117E7-6A83-4864-8288-43A925C21502}" dt="2025-03-03T17:42:56.554" v="4525"/>
          <ac:spMkLst>
            <pc:docMk/>
            <pc:sldMk cId="4263801264" sldId="2134805512"/>
            <ac:spMk id="3" creationId="{00AC8F0A-B61C-BA99-3D27-44560FEEAAF3}"/>
          </ac:spMkLst>
        </pc:spChg>
        <pc:spChg chg="add">
          <ac:chgData name="Deepak Patra (EXT-Nokia)" userId="e1abbcf1-14bd-479a-8596-3cf49db2d25b" providerId="ADAL" clId="{55C117E7-6A83-4864-8288-43A925C21502}" dt="2025-03-03T17:46:07.378" v="4645"/>
          <ac:spMkLst>
            <pc:docMk/>
            <pc:sldMk cId="4263801264" sldId="2134805512"/>
            <ac:spMk id="6" creationId="{249E885A-6E2E-FA30-0368-CD3AC9A28ED2}"/>
          </ac:spMkLst>
        </pc:spChg>
        <pc:spChg chg="mod">
          <ac:chgData name="Deepak Patra (EXT-Nokia)" userId="e1abbcf1-14bd-479a-8596-3cf49db2d25b" providerId="ADAL" clId="{55C117E7-6A83-4864-8288-43A925C21502}" dt="2025-03-04T08:23:12.227" v="7215" actId="404"/>
          <ac:spMkLst>
            <pc:docMk/>
            <pc:sldMk cId="4263801264" sldId="2134805512"/>
            <ac:spMk id="10" creationId="{AABCF8E5-45D1-214E-1090-33BE280087FA}"/>
          </ac:spMkLst>
        </pc:spChg>
        <pc:picChg chg="del">
          <ac:chgData name="Deepak Patra (EXT-Nokia)" userId="e1abbcf1-14bd-479a-8596-3cf49db2d25b" providerId="ADAL" clId="{55C117E7-6A83-4864-8288-43A925C21502}" dt="2025-03-03T17:40:44.243" v="4448" actId="478"/>
          <ac:picMkLst>
            <pc:docMk/>
            <pc:sldMk cId="4263801264" sldId="2134805512"/>
            <ac:picMk id="5" creationId="{582F8197-C94B-487A-EAE6-CB8A4A0EC64D}"/>
          </ac:picMkLst>
        </pc:picChg>
      </pc:sldChg>
      <pc:sldChg chg="addSp modSp add mod">
        <pc:chgData name="Deepak Patra (EXT-Nokia)" userId="e1abbcf1-14bd-479a-8596-3cf49db2d25b" providerId="ADAL" clId="{55C117E7-6A83-4864-8288-43A925C21502}" dt="2025-03-04T08:23:26.703" v="7220" actId="20577"/>
        <pc:sldMkLst>
          <pc:docMk/>
          <pc:sldMk cId="639662911" sldId="2134805513"/>
        </pc:sldMkLst>
        <pc:spChg chg="mod">
          <ac:chgData name="Deepak Patra (EXT-Nokia)" userId="e1abbcf1-14bd-479a-8596-3cf49db2d25b" providerId="ADAL" clId="{55C117E7-6A83-4864-8288-43A925C21502}" dt="2025-03-04T08:07:01.381" v="6896" actId="403"/>
          <ac:spMkLst>
            <pc:docMk/>
            <pc:sldMk cId="639662911" sldId="2134805513"/>
            <ac:spMk id="2" creationId="{294D0644-30F5-F0C2-5023-12DA1812E514}"/>
          </ac:spMkLst>
        </pc:spChg>
        <pc:spChg chg="add">
          <ac:chgData name="Deepak Patra (EXT-Nokia)" userId="e1abbcf1-14bd-479a-8596-3cf49db2d25b" providerId="ADAL" clId="{55C117E7-6A83-4864-8288-43A925C21502}" dt="2025-03-03T17:50:18.318" v="4802"/>
          <ac:spMkLst>
            <pc:docMk/>
            <pc:sldMk cId="639662911" sldId="2134805513"/>
            <ac:spMk id="3" creationId="{DDBDC7CB-53C2-3DB2-58F3-0536A4B7937B}"/>
          </ac:spMkLst>
        </pc:spChg>
        <pc:spChg chg="mod">
          <ac:chgData name="Deepak Patra (EXT-Nokia)" userId="e1abbcf1-14bd-479a-8596-3cf49db2d25b" providerId="ADAL" clId="{55C117E7-6A83-4864-8288-43A925C21502}" dt="2025-03-04T08:23:26.703" v="7220" actId="20577"/>
          <ac:spMkLst>
            <pc:docMk/>
            <pc:sldMk cId="639662911" sldId="2134805513"/>
            <ac:spMk id="10" creationId="{149E26E3-950D-2C2F-CFB7-B860FA4A36C0}"/>
          </ac:spMkLst>
        </pc:spChg>
      </pc:sldChg>
      <pc:sldChg chg="new del">
        <pc:chgData name="Deepak Patra (EXT-Nokia)" userId="e1abbcf1-14bd-479a-8596-3cf49db2d25b" providerId="ADAL" clId="{55C117E7-6A83-4864-8288-43A925C21502}" dt="2025-03-03T17:59:12.159" v="5041" actId="680"/>
        <pc:sldMkLst>
          <pc:docMk/>
          <pc:sldMk cId="859551380" sldId="2134805514"/>
        </pc:sldMkLst>
      </pc:sldChg>
      <pc:sldChg chg="modSp add mod">
        <pc:chgData name="Deepak Patra (EXT-Nokia)" userId="e1abbcf1-14bd-479a-8596-3cf49db2d25b" providerId="ADAL" clId="{55C117E7-6A83-4864-8288-43A925C21502}" dt="2025-03-04T08:30:52.075" v="7252" actId="6549"/>
        <pc:sldMkLst>
          <pc:docMk/>
          <pc:sldMk cId="1136405975" sldId="2134805514"/>
        </pc:sldMkLst>
        <pc:spChg chg="mod">
          <ac:chgData name="Deepak Patra (EXT-Nokia)" userId="e1abbcf1-14bd-479a-8596-3cf49db2d25b" providerId="ADAL" clId="{55C117E7-6A83-4864-8288-43A925C21502}" dt="2025-03-04T08:30:52.075" v="7252" actId="6549"/>
          <ac:spMkLst>
            <pc:docMk/>
            <pc:sldMk cId="1136405975" sldId="2134805514"/>
            <ac:spMk id="2" creationId="{F3394254-573B-24A1-24A0-408A24034D94}"/>
          </ac:spMkLst>
        </pc:spChg>
        <pc:spChg chg="mod">
          <ac:chgData name="Deepak Patra (EXT-Nokia)" userId="e1abbcf1-14bd-479a-8596-3cf49db2d25b" providerId="ADAL" clId="{55C117E7-6A83-4864-8288-43A925C21502}" dt="2025-03-04T08:23:31.381" v="7222" actId="20577"/>
          <ac:spMkLst>
            <pc:docMk/>
            <pc:sldMk cId="1136405975" sldId="2134805514"/>
            <ac:spMk id="10" creationId="{B1A4DC20-0754-AF67-228F-57DF0B0F086B}"/>
          </ac:spMkLst>
        </pc:spChg>
      </pc:sldChg>
      <pc:sldChg chg="modSp add mod">
        <pc:chgData name="Deepak Patra (EXT-Nokia)" userId="e1abbcf1-14bd-479a-8596-3cf49db2d25b" providerId="ADAL" clId="{55C117E7-6A83-4864-8288-43A925C21502}" dt="2025-03-04T08:22:50.779" v="7210" actId="20577"/>
        <pc:sldMkLst>
          <pc:docMk/>
          <pc:sldMk cId="4045662961" sldId="2134805515"/>
        </pc:sldMkLst>
        <pc:spChg chg="mod">
          <ac:chgData name="Deepak Patra (EXT-Nokia)" userId="e1abbcf1-14bd-479a-8596-3cf49db2d25b" providerId="ADAL" clId="{55C117E7-6A83-4864-8288-43A925C21502}" dt="2025-03-04T08:05:48.100" v="6884" actId="20577"/>
          <ac:spMkLst>
            <pc:docMk/>
            <pc:sldMk cId="4045662961" sldId="2134805515"/>
            <ac:spMk id="2" creationId="{7D49FDB0-6BC4-49D5-E9AE-4C2FB4AD8D03}"/>
          </ac:spMkLst>
        </pc:spChg>
        <pc:spChg chg="mod">
          <ac:chgData name="Deepak Patra (EXT-Nokia)" userId="e1abbcf1-14bd-479a-8596-3cf49db2d25b" providerId="ADAL" clId="{55C117E7-6A83-4864-8288-43A925C21502}" dt="2025-03-04T08:22:50.779" v="7210" actId="20577"/>
          <ac:spMkLst>
            <pc:docMk/>
            <pc:sldMk cId="4045662961" sldId="2134805515"/>
            <ac:spMk id="10" creationId="{803A02BE-8240-227D-9DA7-721A32E9C542}"/>
          </ac:spMkLst>
        </pc:spChg>
      </pc:sldChg>
      <pc:sldChg chg="modSp add mod">
        <pc:chgData name="Deepak Patra (EXT-Nokia)" userId="e1abbcf1-14bd-479a-8596-3cf49db2d25b" providerId="ADAL" clId="{55C117E7-6A83-4864-8288-43A925C21502}" dt="2025-03-04T08:23:40.577" v="7225" actId="20577"/>
        <pc:sldMkLst>
          <pc:docMk/>
          <pc:sldMk cId="1033884800" sldId="2134805516"/>
        </pc:sldMkLst>
        <pc:spChg chg="mod">
          <ac:chgData name="Deepak Patra (EXT-Nokia)" userId="e1abbcf1-14bd-479a-8596-3cf49db2d25b" providerId="ADAL" clId="{55C117E7-6A83-4864-8288-43A925C21502}" dt="2025-03-04T08:13:45.799" v="6972" actId="20577"/>
          <ac:spMkLst>
            <pc:docMk/>
            <pc:sldMk cId="1033884800" sldId="2134805516"/>
            <ac:spMk id="2" creationId="{B15D2DEE-3155-8F3D-6796-C9F55367D927}"/>
          </ac:spMkLst>
        </pc:spChg>
        <pc:spChg chg="mod">
          <ac:chgData name="Deepak Patra (EXT-Nokia)" userId="e1abbcf1-14bd-479a-8596-3cf49db2d25b" providerId="ADAL" clId="{55C117E7-6A83-4864-8288-43A925C21502}" dt="2025-03-04T08:23:40.577" v="7225" actId="20577"/>
          <ac:spMkLst>
            <pc:docMk/>
            <pc:sldMk cId="1033884800" sldId="2134805516"/>
            <ac:spMk id="10" creationId="{ACA57D45-3B02-2BF8-A970-D320D62B031A}"/>
          </ac:spMkLst>
        </pc:spChg>
      </pc:sldChg>
      <pc:sldChg chg="modSp add mod">
        <pc:chgData name="Deepak Patra (EXT-Nokia)" userId="e1abbcf1-14bd-479a-8596-3cf49db2d25b" providerId="ADAL" clId="{55C117E7-6A83-4864-8288-43A925C21502}" dt="2025-03-04T08:23:48.127" v="7235" actId="20577"/>
        <pc:sldMkLst>
          <pc:docMk/>
          <pc:sldMk cId="4128558403" sldId="2134805517"/>
        </pc:sldMkLst>
        <pc:spChg chg="mod">
          <ac:chgData name="Deepak Patra (EXT-Nokia)" userId="e1abbcf1-14bd-479a-8596-3cf49db2d25b" providerId="ADAL" clId="{55C117E7-6A83-4864-8288-43A925C21502}" dt="2025-03-04T08:14:08.366" v="6976" actId="403"/>
          <ac:spMkLst>
            <pc:docMk/>
            <pc:sldMk cId="4128558403" sldId="2134805517"/>
            <ac:spMk id="2" creationId="{6F0F5C46-2FFB-ECA5-A9CD-8AD0AFB6C6A5}"/>
          </ac:spMkLst>
        </pc:spChg>
        <pc:spChg chg="mod">
          <ac:chgData name="Deepak Patra (EXT-Nokia)" userId="e1abbcf1-14bd-479a-8596-3cf49db2d25b" providerId="ADAL" clId="{55C117E7-6A83-4864-8288-43A925C21502}" dt="2025-03-04T08:23:48.127" v="7235" actId="20577"/>
          <ac:spMkLst>
            <pc:docMk/>
            <pc:sldMk cId="4128558403" sldId="2134805517"/>
            <ac:spMk id="10" creationId="{89669EF8-3456-3D9D-BBE4-CAA67543689B}"/>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F03831C-DEBA-4A3A-8C36-FD8115E217DA}" type="datetimeFigureOut">
              <a:rPr lang="en-US" smtClean="0"/>
              <a:t>3/4/2025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8D4EF5B-ECC8-43EE-A509-D601DDF42AD0}" type="slidenum">
              <a:rPr lang="en-US" smtClean="0"/>
              <a:t>‹#›</a:t>
            </a:fld>
            <a:endParaRPr lang="en-US"/>
          </a:p>
        </p:txBody>
      </p:sp>
    </p:spTree>
    <p:extLst>
      <p:ext uri="{BB962C8B-B14F-4D97-AF65-F5344CB8AC3E}">
        <p14:creationId xmlns:p14="http://schemas.microsoft.com/office/powerpoint/2010/main" val="2115180439"/>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5" Type="http://schemas.openxmlformats.org/officeDocument/2006/relationships/image" Target="../media/image1.png"/><Relationship Id="rId4" Type="http://schemas.openxmlformats.org/officeDocument/2006/relationships/image" Target="../media/image4.sv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jpeg"/><Relationship Id="rId1" Type="http://schemas.openxmlformats.org/officeDocument/2006/relationships/slideMaster" Target="../slideMasters/slideMaster1.xml"/><Relationship Id="rId5" Type="http://schemas.openxmlformats.org/officeDocument/2006/relationships/image" Target="../media/image1.png"/><Relationship Id="rId4" Type="http://schemas.openxmlformats.org/officeDocument/2006/relationships/image" Target="../media/image4.sv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jpeg"/><Relationship Id="rId1" Type="http://schemas.openxmlformats.org/officeDocument/2006/relationships/slideMaster" Target="../slideMasters/slideMaster1.xml"/><Relationship Id="rId5" Type="http://schemas.openxmlformats.org/officeDocument/2006/relationships/image" Target="../media/image1.png"/><Relationship Id="rId4" Type="http://schemas.openxmlformats.org/officeDocument/2006/relationships/image" Target="../media/image4.svg"/></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Master" Target="../slideMasters/slideMaster1.xml"/><Relationship Id="rId5" Type="http://schemas.openxmlformats.org/officeDocument/2006/relationships/image" Target="../media/image1.png"/><Relationship Id="rId4" Type="http://schemas.openxmlformats.org/officeDocument/2006/relationships/image" Target="../media/image9.svg"/></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0.jpeg"/><Relationship Id="rId1" Type="http://schemas.openxmlformats.org/officeDocument/2006/relationships/slideMaster" Target="../slideMasters/slideMaster1.xml"/><Relationship Id="rId5" Type="http://schemas.openxmlformats.org/officeDocument/2006/relationships/image" Target="../media/image1.png"/><Relationship Id="rId4" Type="http://schemas.openxmlformats.org/officeDocument/2006/relationships/image" Target="../media/image9.svg"/></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jpeg"/><Relationship Id="rId1" Type="http://schemas.openxmlformats.org/officeDocument/2006/relationships/slideMaster" Target="../slideMasters/slideMaster1.xml"/><Relationship Id="rId5" Type="http://schemas.openxmlformats.org/officeDocument/2006/relationships/image" Target="../media/image1.png"/><Relationship Id="rId4" Type="http://schemas.openxmlformats.org/officeDocument/2006/relationships/image" Target="../media/image9.sv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jpeg"/><Relationship Id="rId1" Type="http://schemas.openxmlformats.org/officeDocument/2006/relationships/slideMaster" Target="../slideMasters/slideMaster1.xml"/><Relationship Id="rId5" Type="http://schemas.openxmlformats.org/officeDocument/2006/relationships/image" Target="../media/image1.png"/><Relationship Id="rId4" Type="http://schemas.openxmlformats.org/officeDocument/2006/relationships/image" Target="../media/image9.svg"/></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eg"/><Relationship Id="rId1" Type="http://schemas.openxmlformats.org/officeDocument/2006/relationships/slideMaster" Target="../slideMasters/slideMaster1.xml"/><Relationship Id="rId5" Type="http://schemas.openxmlformats.org/officeDocument/2006/relationships/image" Target="../media/image1.png"/><Relationship Id="rId4" Type="http://schemas.openxmlformats.org/officeDocument/2006/relationships/image" Target="../media/image14.svg"/></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5.jpeg"/><Relationship Id="rId1" Type="http://schemas.openxmlformats.org/officeDocument/2006/relationships/slideMaster" Target="../slideMasters/slideMaster1.xml"/><Relationship Id="rId5" Type="http://schemas.openxmlformats.org/officeDocument/2006/relationships/image" Target="../media/image1.png"/><Relationship Id="rId4" Type="http://schemas.openxmlformats.org/officeDocument/2006/relationships/image" Target="../media/image14.svg"/></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6.jpeg"/><Relationship Id="rId1" Type="http://schemas.openxmlformats.org/officeDocument/2006/relationships/slideMaster" Target="../slideMasters/slideMaster1.xml"/><Relationship Id="rId5" Type="http://schemas.openxmlformats.org/officeDocument/2006/relationships/image" Target="../media/image1.png"/><Relationship Id="rId4" Type="http://schemas.openxmlformats.org/officeDocument/2006/relationships/image" Target="../media/image14.svg"/></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1 Blank">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A2CC8E39-9A4E-A4DF-F50E-11E2BDCAFF74}"/>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1" name="Slide Number Placeholder 5">
            <a:extLst>
              <a:ext uri="{FF2B5EF4-FFF2-40B4-BE49-F238E27FC236}">
                <a16:creationId xmlns:a16="http://schemas.microsoft.com/office/drawing/2014/main" id="{54684DA7-0D8A-B949-344B-2DA84CB93D5D}"/>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cxnSp>
        <p:nvCxnSpPr>
          <p:cNvPr id="12" name="Straight Connector 11">
            <a:extLst>
              <a:ext uri="{FF2B5EF4-FFF2-40B4-BE49-F238E27FC236}">
                <a16:creationId xmlns:a16="http://schemas.microsoft.com/office/drawing/2014/main" id="{3FF67EED-9146-FEFB-B660-62A252EB5D85}"/>
              </a:ext>
            </a:extLst>
          </p:cNvPr>
          <p:cNvCxnSpPr>
            <a:cxnSpLocks/>
          </p:cNvCxnSpPr>
          <p:nvPr userDrawn="1"/>
        </p:nvCxnSpPr>
        <p:spPr>
          <a:xfrm>
            <a:off x="1400627" y="4830552"/>
            <a:ext cx="0" cy="14400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
        <p:nvSpPr>
          <p:cNvPr id="13" name="Footer Placeholder 2">
            <a:extLst>
              <a:ext uri="{FF2B5EF4-FFF2-40B4-BE49-F238E27FC236}">
                <a16:creationId xmlns:a16="http://schemas.microsoft.com/office/drawing/2014/main" id="{6E4F0CF6-F16F-8670-1980-E9ED719A0C64}"/>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dirty="0"/>
              <a:t>Nokia Internal</a:t>
            </a:r>
          </a:p>
        </p:txBody>
      </p:sp>
      <p:pic>
        <p:nvPicPr>
          <p:cNvPr id="2" name="Picture 1">
            <a:extLst>
              <a:ext uri="{FF2B5EF4-FFF2-40B4-BE49-F238E27FC236}">
                <a16:creationId xmlns:a16="http://schemas.microsoft.com/office/drawing/2014/main" id="{3B526A1A-3E6A-F95C-4375-75D0C30D9004}"/>
              </a:ext>
            </a:extLst>
          </p:cNvPr>
          <p:cNvPicPr>
            <a:picLocks noChangeAspect="1"/>
          </p:cNvPicPr>
          <p:nvPr userDrawn="1"/>
        </p:nvPicPr>
        <p:blipFill>
          <a:blip r:embed="rId2"/>
          <a:stretch>
            <a:fillRect/>
          </a:stretch>
        </p:blipFill>
        <p:spPr>
          <a:xfrm>
            <a:off x="6788050" y="4683564"/>
            <a:ext cx="2167796" cy="349981"/>
          </a:xfrm>
          <a:prstGeom prst="rect">
            <a:avLst/>
          </a:prstGeom>
        </p:spPr>
      </p:pic>
    </p:spTree>
    <p:extLst>
      <p:ext uri="{BB962C8B-B14F-4D97-AF65-F5344CB8AC3E}">
        <p14:creationId xmlns:p14="http://schemas.microsoft.com/office/powerpoint/2010/main" val="9587788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2 Title">
    <p:spTree>
      <p:nvGrpSpPr>
        <p:cNvPr id="1" name=""/>
        <p:cNvGrpSpPr/>
        <p:nvPr/>
      </p:nvGrpSpPr>
      <p:grpSpPr>
        <a:xfrm>
          <a:off x="0" y="0"/>
          <a:ext cx="0" cy="0"/>
          <a:chOff x="0" y="0"/>
          <a:chExt cx="0" cy="0"/>
        </a:xfrm>
      </p:grpSpPr>
      <p:sp>
        <p:nvSpPr>
          <p:cNvPr id="6" name="Text Placeholder 42">
            <a:extLst>
              <a:ext uri="{FF2B5EF4-FFF2-40B4-BE49-F238E27FC236}">
                <a16:creationId xmlns:a16="http://schemas.microsoft.com/office/drawing/2014/main" id="{D048D520-8858-4E4E-8511-3306272E38FC}"/>
              </a:ext>
            </a:extLst>
          </p:cNvPr>
          <p:cNvSpPr>
            <a:spLocks noGrp="1"/>
          </p:cNvSpPr>
          <p:nvPr>
            <p:ph type="body" sz="quarter" idx="12" hasCustomPrompt="1"/>
          </p:nvPr>
        </p:nvSpPr>
        <p:spPr>
          <a:xfrm>
            <a:off x="417600" y="395946"/>
            <a:ext cx="8308800" cy="340654"/>
          </a:xfrm>
          <a:prstGeom prst="rect">
            <a:avLst/>
          </a:prstGeom>
        </p:spPr>
        <p:txBody>
          <a:bodyPr lIns="0" tIns="0" rIns="0" bIns="0"/>
          <a:lstStyle>
            <a:lvl1pPr marL="0" indent="0">
              <a:lnSpc>
                <a:spcPct val="100000"/>
              </a:lnSpc>
              <a:spcBef>
                <a:spcPts val="0"/>
              </a:spcBef>
              <a:buNone/>
              <a:defRPr sz="2400" baseline="0">
                <a:solidFill>
                  <a:schemeClr val="accent1"/>
                </a:solidFill>
                <a:latin typeface="Nokia Pure Headline Light" panose="020B0304020202020204" pitchFamily="34" charset="0"/>
              </a:defRPr>
            </a:lvl1pPr>
          </a:lstStyle>
          <a:p>
            <a:pPr lvl="0"/>
            <a:r>
              <a:rPr lang="en-US" noProof="0" dirty="0"/>
              <a:t>Click to edit headline</a:t>
            </a:r>
          </a:p>
        </p:txBody>
      </p:sp>
      <p:sp>
        <p:nvSpPr>
          <p:cNvPr id="4" name="Text Placeholder 42">
            <a:extLst>
              <a:ext uri="{FF2B5EF4-FFF2-40B4-BE49-F238E27FC236}">
                <a16:creationId xmlns:a16="http://schemas.microsoft.com/office/drawing/2014/main" id="{73EC6F19-4B79-4103-93C9-A7D00929D42E}"/>
              </a:ext>
            </a:extLst>
          </p:cNvPr>
          <p:cNvSpPr>
            <a:spLocks noGrp="1"/>
          </p:cNvSpPr>
          <p:nvPr>
            <p:ph type="body" sz="quarter" idx="13" hasCustomPrompt="1"/>
          </p:nvPr>
        </p:nvSpPr>
        <p:spPr>
          <a:xfrm>
            <a:off x="417600" y="764520"/>
            <a:ext cx="8308800" cy="340654"/>
          </a:xfrm>
          <a:prstGeom prst="rect">
            <a:avLst/>
          </a:prstGeom>
        </p:spPr>
        <p:txBody>
          <a:bodyPr lIns="0" tIns="0" rIns="0" bIns="0"/>
          <a:lstStyle>
            <a:lvl1pPr marL="0" indent="0">
              <a:lnSpc>
                <a:spcPct val="100000"/>
              </a:lnSpc>
              <a:spcBef>
                <a:spcPts val="0"/>
              </a:spcBef>
              <a:buNone/>
              <a:defRPr sz="1800" baseline="0">
                <a:solidFill>
                  <a:schemeClr val="tx2"/>
                </a:solidFill>
                <a:latin typeface="Nokia Pure Headline Light" panose="020B0304020202020204" pitchFamily="34" charset="0"/>
              </a:defRPr>
            </a:lvl1pPr>
          </a:lstStyle>
          <a:p>
            <a:pPr lvl="0"/>
            <a:r>
              <a:rPr lang="en-US" noProof="0" dirty="0"/>
              <a:t>Click to edit headline</a:t>
            </a:r>
          </a:p>
        </p:txBody>
      </p:sp>
      <p:sp>
        <p:nvSpPr>
          <p:cNvPr id="9" name="TextBox 8">
            <a:extLst>
              <a:ext uri="{FF2B5EF4-FFF2-40B4-BE49-F238E27FC236}">
                <a16:creationId xmlns:a16="http://schemas.microsoft.com/office/drawing/2014/main" id="{55C1BFCD-6D0E-9392-8AF1-AA5AC554C5C9}"/>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t>© 2024</a:t>
            </a:r>
          </a:p>
        </p:txBody>
      </p:sp>
      <p:sp>
        <p:nvSpPr>
          <p:cNvPr id="10" name="Slide Number Placeholder 5">
            <a:extLst>
              <a:ext uri="{FF2B5EF4-FFF2-40B4-BE49-F238E27FC236}">
                <a16:creationId xmlns:a16="http://schemas.microsoft.com/office/drawing/2014/main" id="{660ADFB8-3432-B307-E345-E3F3BD40FB23}"/>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cxnSp>
        <p:nvCxnSpPr>
          <p:cNvPr id="11" name="Straight Connector 10">
            <a:extLst>
              <a:ext uri="{FF2B5EF4-FFF2-40B4-BE49-F238E27FC236}">
                <a16:creationId xmlns:a16="http://schemas.microsoft.com/office/drawing/2014/main" id="{4E8B6B60-CBCC-891E-2583-9E8CD3C9950B}"/>
              </a:ext>
            </a:extLst>
          </p:cNvPr>
          <p:cNvCxnSpPr>
            <a:cxnSpLocks/>
          </p:cNvCxnSpPr>
          <p:nvPr userDrawn="1"/>
        </p:nvCxnSpPr>
        <p:spPr>
          <a:xfrm>
            <a:off x="1400627" y="4830552"/>
            <a:ext cx="0" cy="14400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
        <p:nvSpPr>
          <p:cNvPr id="12" name="Footer Placeholder 2">
            <a:extLst>
              <a:ext uri="{FF2B5EF4-FFF2-40B4-BE49-F238E27FC236}">
                <a16:creationId xmlns:a16="http://schemas.microsoft.com/office/drawing/2014/main" id="{CBFB85A3-5CE3-2927-6461-99DEDFB9D5F8}"/>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dirty="0"/>
              <a:t>Nokia Internal</a:t>
            </a:r>
          </a:p>
        </p:txBody>
      </p:sp>
      <p:pic>
        <p:nvPicPr>
          <p:cNvPr id="3" name="Picture 2">
            <a:extLst>
              <a:ext uri="{FF2B5EF4-FFF2-40B4-BE49-F238E27FC236}">
                <a16:creationId xmlns:a16="http://schemas.microsoft.com/office/drawing/2014/main" id="{5EE09F3D-6BB8-914C-86CB-36A8B7F6BADB}"/>
              </a:ext>
            </a:extLst>
          </p:cNvPr>
          <p:cNvPicPr>
            <a:picLocks noChangeAspect="1"/>
          </p:cNvPicPr>
          <p:nvPr userDrawn="1"/>
        </p:nvPicPr>
        <p:blipFill>
          <a:blip r:embed="rId2"/>
          <a:stretch>
            <a:fillRect/>
          </a:stretch>
        </p:blipFill>
        <p:spPr>
          <a:xfrm>
            <a:off x="6788050" y="4683564"/>
            <a:ext cx="2167796" cy="349981"/>
          </a:xfrm>
          <a:prstGeom prst="rect">
            <a:avLst/>
          </a:prstGeom>
        </p:spPr>
      </p:pic>
    </p:spTree>
    <p:extLst>
      <p:ext uri="{BB962C8B-B14F-4D97-AF65-F5344CB8AC3E}">
        <p14:creationId xmlns:p14="http://schemas.microsoft.com/office/powerpoint/2010/main" val="2169206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3 Text">
    <p:spTree>
      <p:nvGrpSpPr>
        <p:cNvPr id="1" name=""/>
        <p:cNvGrpSpPr/>
        <p:nvPr/>
      </p:nvGrpSpPr>
      <p:grpSpPr>
        <a:xfrm>
          <a:off x="0" y="0"/>
          <a:ext cx="0" cy="0"/>
          <a:chOff x="0" y="0"/>
          <a:chExt cx="0" cy="0"/>
        </a:xfrm>
      </p:grpSpPr>
      <p:sp>
        <p:nvSpPr>
          <p:cNvPr id="6" name="Text Placeholder 42">
            <a:extLst>
              <a:ext uri="{FF2B5EF4-FFF2-40B4-BE49-F238E27FC236}">
                <a16:creationId xmlns:a16="http://schemas.microsoft.com/office/drawing/2014/main" id="{D048D520-8858-4E4E-8511-3306272E38FC}"/>
              </a:ext>
            </a:extLst>
          </p:cNvPr>
          <p:cNvSpPr>
            <a:spLocks noGrp="1"/>
          </p:cNvSpPr>
          <p:nvPr>
            <p:ph type="body" sz="quarter" idx="12" hasCustomPrompt="1"/>
          </p:nvPr>
        </p:nvSpPr>
        <p:spPr>
          <a:xfrm>
            <a:off x="417600" y="395946"/>
            <a:ext cx="8308800" cy="340654"/>
          </a:xfrm>
          <a:prstGeom prst="rect">
            <a:avLst/>
          </a:prstGeom>
        </p:spPr>
        <p:txBody>
          <a:bodyPr lIns="0" tIns="0" rIns="0" bIns="0"/>
          <a:lstStyle>
            <a:lvl1pPr marL="0" indent="0">
              <a:lnSpc>
                <a:spcPct val="100000"/>
              </a:lnSpc>
              <a:spcBef>
                <a:spcPts val="0"/>
              </a:spcBef>
              <a:buNone/>
              <a:defRPr sz="2400" baseline="0">
                <a:solidFill>
                  <a:schemeClr val="accent1"/>
                </a:solidFill>
                <a:latin typeface="Nokia Pure Headline Light" panose="020B0304020202020204" pitchFamily="34" charset="0"/>
              </a:defRPr>
            </a:lvl1pPr>
          </a:lstStyle>
          <a:p>
            <a:pPr lvl="0"/>
            <a:r>
              <a:rPr lang="en-US" noProof="0" dirty="0"/>
              <a:t>Click to edit headline</a:t>
            </a:r>
          </a:p>
        </p:txBody>
      </p:sp>
      <p:sp>
        <p:nvSpPr>
          <p:cNvPr id="4" name="Text Placeholder 42">
            <a:extLst>
              <a:ext uri="{FF2B5EF4-FFF2-40B4-BE49-F238E27FC236}">
                <a16:creationId xmlns:a16="http://schemas.microsoft.com/office/drawing/2014/main" id="{73EC6F19-4B79-4103-93C9-A7D00929D42E}"/>
              </a:ext>
            </a:extLst>
          </p:cNvPr>
          <p:cNvSpPr>
            <a:spLocks noGrp="1"/>
          </p:cNvSpPr>
          <p:nvPr>
            <p:ph type="body" sz="quarter" idx="13" hasCustomPrompt="1"/>
          </p:nvPr>
        </p:nvSpPr>
        <p:spPr>
          <a:xfrm>
            <a:off x="417600" y="764520"/>
            <a:ext cx="8308800" cy="340654"/>
          </a:xfrm>
          <a:prstGeom prst="rect">
            <a:avLst/>
          </a:prstGeom>
        </p:spPr>
        <p:txBody>
          <a:bodyPr lIns="0" tIns="0" rIns="0" bIns="0"/>
          <a:lstStyle>
            <a:lvl1pPr marL="0" indent="0">
              <a:lnSpc>
                <a:spcPct val="100000"/>
              </a:lnSpc>
              <a:spcBef>
                <a:spcPts val="0"/>
              </a:spcBef>
              <a:buNone/>
              <a:defRPr sz="1800" baseline="0">
                <a:solidFill>
                  <a:schemeClr val="tx2"/>
                </a:solidFill>
                <a:latin typeface="Nokia Pure Headline Light" panose="020B0304020202020204" pitchFamily="34" charset="0"/>
              </a:defRPr>
            </a:lvl1pPr>
          </a:lstStyle>
          <a:p>
            <a:pPr lvl="0"/>
            <a:r>
              <a:rPr lang="en-US" noProof="0" dirty="0"/>
              <a:t>Click to edit headline</a:t>
            </a:r>
          </a:p>
        </p:txBody>
      </p:sp>
      <p:sp>
        <p:nvSpPr>
          <p:cNvPr id="5" name="Text Placeholder 12">
            <a:extLst>
              <a:ext uri="{FF2B5EF4-FFF2-40B4-BE49-F238E27FC236}">
                <a16:creationId xmlns:a16="http://schemas.microsoft.com/office/drawing/2014/main" id="{725B0BB8-7D8D-1CFB-75CE-E19F62B9211C}"/>
              </a:ext>
            </a:extLst>
          </p:cNvPr>
          <p:cNvSpPr>
            <a:spLocks noGrp="1"/>
          </p:cNvSpPr>
          <p:nvPr>
            <p:ph type="body" sz="quarter" idx="15"/>
          </p:nvPr>
        </p:nvSpPr>
        <p:spPr>
          <a:xfrm>
            <a:off x="417338" y="1260000"/>
            <a:ext cx="8308800" cy="3118980"/>
          </a:xfrm>
          <a:prstGeom prst="rect">
            <a:avLst/>
          </a:prstGeom>
        </p:spPr>
        <p:txBody>
          <a:bodyPr lIns="0" tIns="0" rIns="0" bIns="0"/>
          <a:lstStyle>
            <a:lvl1pPr marL="0" indent="0">
              <a:lnSpc>
                <a:spcPct val="100000"/>
              </a:lnSpc>
              <a:spcBef>
                <a:spcPts val="0"/>
              </a:spcBef>
              <a:spcAft>
                <a:spcPts val="600"/>
              </a:spcAft>
              <a:buSzPct val="70000"/>
              <a:buNone/>
              <a:defRPr sz="1200">
                <a:solidFill>
                  <a:schemeClr val="tx2"/>
                </a:solidFill>
              </a:defRPr>
            </a:lvl1pPr>
            <a:lvl2pPr marL="180000" indent="0">
              <a:lnSpc>
                <a:spcPct val="100000"/>
              </a:lnSpc>
              <a:spcBef>
                <a:spcPts val="0"/>
              </a:spcBef>
              <a:spcAft>
                <a:spcPts val="600"/>
              </a:spcAft>
              <a:buSzPct val="70000"/>
              <a:buNone/>
              <a:defRPr sz="1200">
                <a:solidFill>
                  <a:schemeClr val="tx2"/>
                </a:solidFill>
              </a:defRPr>
            </a:lvl2pPr>
            <a:lvl3pPr marL="360000" indent="0">
              <a:lnSpc>
                <a:spcPct val="100000"/>
              </a:lnSpc>
              <a:spcBef>
                <a:spcPts val="0"/>
              </a:spcBef>
              <a:spcAft>
                <a:spcPts val="600"/>
              </a:spcAft>
              <a:buSzPct val="70000"/>
              <a:buNone/>
              <a:defRPr sz="1200">
                <a:solidFill>
                  <a:schemeClr val="tx2"/>
                </a:solidFill>
              </a:defRPr>
            </a:lvl3pPr>
            <a:lvl4pPr marL="540000" indent="0">
              <a:lnSpc>
                <a:spcPct val="100000"/>
              </a:lnSpc>
              <a:spcBef>
                <a:spcPts val="0"/>
              </a:spcBef>
              <a:spcAft>
                <a:spcPts val="600"/>
              </a:spcAft>
              <a:buSzPct val="70000"/>
              <a:buNone/>
              <a:defRPr sz="1200">
                <a:solidFill>
                  <a:schemeClr val="tx2"/>
                </a:solidFill>
              </a:defRPr>
            </a:lvl4pPr>
            <a:lvl5pPr marL="720000" indent="0">
              <a:lnSpc>
                <a:spcPct val="100000"/>
              </a:lnSpc>
              <a:spcBef>
                <a:spcPts val="0"/>
              </a:spcBef>
              <a:spcAft>
                <a:spcPts val="600"/>
              </a:spcAft>
              <a:buSzPct val="70000"/>
              <a:buNone/>
              <a:defRPr sz="12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Box 9">
            <a:extLst>
              <a:ext uri="{FF2B5EF4-FFF2-40B4-BE49-F238E27FC236}">
                <a16:creationId xmlns:a16="http://schemas.microsoft.com/office/drawing/2014/main" id="{56FD5FAA-4E42-2A01-7A0D-9D47214A39C8}"/>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1" name="Slide Number Placeholder 5">
            <a:extLst>
              <a:ext uri="{FF2B5EF4-FFF2-40B4-BE49-F238E27FC236}">
                <a16:creationId xmlns:a16="http://schemas.microsoft.com/office/drawing/2014/main" id="{243C41B3-444A-B935-7F1C-44CC756EF997}"/>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cxnSp>
        <p:nvCxnSpPr>
          <p:cNvPr id="12" name="Straight Connector 11">
            <a:extLst>
              <a:ext uri="{FF2B5EF4-FFF2-40B4-BE49-F238E27FC236}">
                <a16:creationId xmlns:a16="http://schemas.microsoft.com/office/drawing/2014/main" id="{CDFE4EE1-1B23-D0EA-39ED-CDDC6ECFE4B2}"/>
              </a:ext>
            </a:extLst>
          </p:cNvPr>
          <p:cNvCxnSpPr>
            <a:cxnSpLocks/>
          </p:cNvCxnSpPr>
          <p:nvPr userDrawn="1"/>
        </p:nvCxnSpPr>
        <p:spPr>
          <a:xfrm>
            <a:off x="1400627" y="4830552"/>
            <a:ext cx="0" cy="14400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
        <p:nvSpPr>
          <p:cNvPr id="13" name="Footer Placeholder 2">
            <a:extLst>
              <a:ext uri="{FF2B5EF4-FFF2-40B4-BE49-F238E27FC236}">
                <a16:creationId xmlns:a16="http://schemas.microsoft.com/office/drawing/2014/main" id="{C726386B-D9AC-0FCA-9F12-0FA32276F2A0}"/>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Apply appropriate data classification. Apply document ID (if applicable).</a:t>
            </a:r>
            <a:endParaRPr lang="en-US" dirty="0"/>
          </a:p>
        </p:txBody>
      </p:sp>
      <p:pic>
        <p:nvPicPr>
          <p:cNvPr id="2" name="Picture 1">
            <a:extLst>
              <a:ext uri="{FF2B5EF4-FFF2-40B4-BE49-F238E27FC236}">
                <a16:creationId xmlns:a16="http://schemas.microsoft.com/office/drawing/2014/main" id="{A328A83F-992A-E401-9A8E-B66E6D04ED00}"/>
              </a:ext>
            </a:extLst>
          </p:cNvPr>
          <p:cNvPicPr>
            <a:picLocks noChangeAspect="1"/>
          </p:cNvPicPr>
          <p:nvPr userDrawn="1"/>
        </p:nvPicPr>
        <p:blipFill>
          <a:blip r:embed="rId2"/>
          <a:stretch>
            <a:fillRect/>
          </a:stretch>
        </p:blipFill>
        <p:spPr>
          <a:xfrm>
            <a:off x="6788050" y="4683564"/>
            <a:ext cx="2167796" cy="349981"/>
          </a:xfrm>
          <a:prstGeom prst="rect">
            <a:avLst/>
          </a:prstGeom>
        </p:spPr>
      </p:pic>
    </p:spTree>
    <p:extLst>
      <p:ext uri="{BB962C8B-B14F-4D97-AF65-F5344CB8AC3E}">
        <p14:creationId xmlns:p14="http://schemas.microsoft.com/office/powerpoint/2010/main" val="39570896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4 Bulletpoint text">
    <p:spTree>
      <p:nvGrpSpPr>
        <p:cNvPr id="1" name=""/>
        <p:cNvGrpSpPr/>
        <p:nvPr/>
      </p:nvGrpSpPr>
      <p:grpSpPr>
        <a:xfrm>
          <a:off x="0" y="0"/>
          <a:ext cx="0" cy="0"/>
          <a:chOff x="0" y="0"/>
          <a:chExt cx="0" cy="0"/>
        </a:xfrm>
      </p:grpSpPr>
      <p:sp>
        <p:nvSpPr>
          <p:cNvPr id="6" name="Text Placeholder 42">
            <a:extLst>
              <a:ext uri="{FF2B5EF4-FFF2-40B4-BE49-F238E27FC236}">
                <a16:creationId xmlns:a16="http://schemas.microsoft.com/office/drawing/2014/main" id="{D048D520-8858-4E4E-8511-3306272E38FC}"/>
              </a:ext>
            </a:extLst>
          </p:cNvPr>
          <p:cNvSpPr>
            <a:spLocks noGrp="1"/>
          </p:cNvSpPr>
          <p:nvPr>
            <p:ph type="body" sz="quarter" idx="12" hasCustomPrompt="1"/>
          </p:nvPr>
        </p:nvSpPr>
        <p:spPr>
          <a:xfrm>
            <a:off x="417600" y="395946"/>
            <a:ext cx="8308800" cy="340654"/>
          </a:xfrm>
          <a:prstGeom prst="rect">
            <a:avLst/>
          </a:prstGeom>
        </p:spPr>
        <p:txBody>
          <a:bodyPr lIns="0" tIns="0" rIns="0" bIns="0"/>
          <a:lstStyle>
            <a:lvl1pPr marL="0" indent="0">
              <a:lnSpc>
                <a:spcPct val="100000"/>
              </a:lnSpc>
              <a:spcBef>
                <a:spcPts val="0"/>
              </a:spcBef>
              <a:buNone/>
              <a:defRPr sz="2400" baseline="0">
                <a:solidFill>
                  <a:schemeClr val="accent1"/>
                </a:solidFill>
                <a:latin typeface="Nokia Pure Headline Light" panose="020B0304020202020204" pitchFamily="34" charset="0"/>
              </a:defRPr>
            </a:lvl1pPr>
          </a:lstStyle>
          <a:p>
            <a:pPr lvl="0"/>
            <a:r>
              <a:rPr lang="en-US" noProof="0" dirty="0"/>
              <a:t>Click to edit headline</a:t>
            </a:r>
          </a:p>
        </p:txBody>
      </p:sp>
      <p:sp>
        <p:nvSpPr>
          <p:cNvPr id="4" name="Text Placeholder 42">
            <a:extLst>
              <a:ext uri="{FF2B5EF4-FFF2-40B4-BE49-F238E27FC236}">
                <a16:creationId xmlns:a16="http://schemas.microsoft.com/office/drawing/2014/main" id="{73EC6F19-4B79-4103-93C9-A7D00929D42E}"/>
              </a:ext>
            </a:extLst>
          </p:cNvPr>
          <p:cNvSpPr>
            <a:spLocks noGrp="1"/>
          </p:cNvSpPr>
          <p:nvPr>
            <p:ph type="body" sz="quarter" idx="13" hasCustomPrompt="1"/>
          </p:nvPr>
        </p:nvSpPr>
        <p:spPr>
          <a:xfrm>
            <a:off x="417600" y="764520"/>
            <a:ext cx="8308800" cy="340654"/>
          </a:xfrm>
          <a:prstGeom prst="rect">
            <a:avLst/>
          </a:prstGeom>
        </p:spPr>
        <p:txBody>
          <a:bodyPr lIns="0" tIns="0" rIns="0" bIns="0"/>
          <a:lstStyle>
            <a:lvl1pPr marL="0" indent="0">
              <a:lnSpc>
                <a:spcPct val="100000"/>
              </a:lnSpc>
              <a:spcBef>
                <a:spcPts val="0"/>
              </a:spcBef>
              <a:buNone/>
              <a:defRPr sz="1800" baseline="0">
                <a:solidFill>
                  <a:schemeClr val="tx2"/>
                </a:solidFill>
                <a:latin typeface="Nokia Pure Headline Light" panose="020B0304020202020204" pitchFamily="34" charset="0"/>
              </a:defRPr>
            </a:lvl1pPr>
          </a:lstStyle>
          <a:p>
            <a:pPr lvl="0"/>
            <a:r>
              <a:rPr lang="en-US" noProof="0" dirty="0"/>
              <a:t>Click to edit headline</a:t>
            </a:r>
          </a:p>
        </p:txBody>
      </p:sp>
      <p:sp>
        <p:nvSpPr>
          <p:cNvPr id="5" name="Text Placeholder 12">
            <a:extLst>
              <a:ext uri="{FF2B5EF4-FFF2-40B4-BE49-F238E27FC236}">
                <a16:creationId xmlns:a16="http://schemas.microsoft.com/office/drawing/2014/main" id="{725B0BB8-7D8D-1CFB-75CE-E19F62B9211C}"/>
              </a:ext>
            </a:extLst>
          </p:cNvPr>
          <p:cNvSpPr>
            <a:spLocks noGrp="1"/>
          </p:cNvSpPr>
          <p:nvPr>
            <p:ph type="body" sz="quarter" idx="15"/>
          </p:nvPr>
        </p:nvSpPr>
        <p:spPr>
          <a:xfrm>
            <a:off x="417338" y="1260000"/>
            <a:ext cx="8308800" cy="3118980"/>
          </a:xfrm>
          <a:prstGeom prst="rect">
            <a:avLst/>
          </a:prstGeom>
        </p:spPr>
        <p:txBody>
          <a:bodyPr lIns="0" tIns="0" rIns="0" bIns="0"/>
          <a:lstStyle>
            <a:lvl1pPr marL="180000" indent="-180000">
              <a:lnSpc>
                <a:spcPct val="100000"/>
              </a:lnSpc>
              <a:spcBef>
                <a:spcPts val="0"/>
              </a:spcBef>
              <a:spcAft>
                <a:spcPts val="600"/>
              </a:spcAft>
              <a:buSzPct val="70000"/>
              <a:defRPr sz="1200">
                <a:solidFill>
                  <a:schemeClr val="tx2"/>
                </a:solidFill>
              </a:defRPr>
            </a:lvl1pPr>
            <a:lvl2pPr marL="360000" indent="-180000">
              <a:lnSpc>
                <a:spcPct val="100000"/>
              </a:lnSpc>
              <a:spcBef>
                <a:spcPts val="0"/>
              </a:spcBef>
              <a:spcAft>
                <a:spcPts val="600"/>
              </a:spcAft>
              <a:buSzPct val="70000"/>
              <a:defRPr sz="1200">
                <a:solidFill>
                  <a:schemeClr val="tx2"/>
                </a:solidFill>
              </a:defRPr>
            </a:lvl2pPr>
            <a:lvl3pPr marL="540000" indent="-180000">
              <a:lnSpc>
                <a:spcPct val="100000"/>
              </a:lnSpc>
              <a:spcBef>
                <a:spcPts val="0"/>
              </a:spcBef>
              <a:spcAft>
                <a:spcPts val="600"/>
              </a:spcAft>
              <a:buSzPct val="70000"/>
              <a:defRPr sz="1200">
                <a:solidFill>
                  <a:schemeClr val="tx2"/>
                </a:solidFill>
              </a:defRPr>
            </a:lvl3pPr>
            <a:lvl4pPr marL="720000" indent="-180000">
              <a:lnSpc>
                <a:spcPct val="100000"/>
              </a:lnSpc>
              <a:spcBef>
                <a:spcPts val="0"/>
              </a:spcBef>
              <a:spcAft>
                <a:spcPts val="600"/>
              </a:spcAft>
              <a:buSzPct val="70000"/>
              <a:defRPr lang="en-US" sz="1200" kern="1200" dirty="0">
                <a:solidFill>
                  <a:schemeClr val="tx2"/>
                </a:solidFill>
                <a:latin typeface="+mn-lt"/>
                <a:ea typeface="+mn-ea"/>
                <a:cs typeface="+mn-cs"/>
              </a:defRPr>
            </a:lvl4pPr>
            <a:lvl5pPr marL="900000" indent="-180000">
              <a:lnSpc>
                <a:spcPct val="100000"/>
              </a:lnSpc>
              <a:spcBef>
                <a:spcPts val="0"/>
              </a:spcBef>
              <a:spcAft>
                <a:spcPts val="600"/>
              </a:spcAft>
              <a:buSzPct val="70000"/>
              <a:defRPr sz="1200">
                <a:solidFill>
                  <a:schemeClr val="tx2"/>
                </a:solidFill>
              </a:defRPr>
            </a:lvl5pPr>
            <a:lvl6pPr marL="1080000" indent="-180000">
              <a:lnSpc>
                <a:spcPct val="100000"/>
              </a:lnSpc>
              <a:spcBef>
                <a:spcPts val="0"/>
              </a:spcBef>
              <a:buSzPct val="70000"/>
              <a:buFont typeface="Arial" panose="020B0604020202020204" pitchFamily="34" charset="0"/>
              <a:buChar char="•"/>
              <a:defRPr sz="1100">
                <a:solidFill>
                  <a:schemeClr val="tx2"/>
                </a:solidFill>
              </a:defRPr>
            </a:lvl6pPr>
            <a:lvl7pPr marL="1080000">
              <a:defRPr sz="12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Box 9">
            <a:extLst>
              <a:ext uri="{FF2B5EF4-FFF2-40B4-BE49-F238E27FC236}">
                <a16:creationId xmlns:a16="http://schemas.microsoft.com/office/drawing/2014/main" id="{86B13C58-337C-7F31-E842-1040B36F0D22}"/>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1" name="Slide Number Placeholder 5">
            <a:extLst>
              <a:ext uri="{FF2B5EF4-FFF2-40B4-BE49-F238E27FC236}">
                <a16:creationId xmlns:a16="http://schemas.microsoft.com/office/drawing/2014/main" id="{50257226-AE3E-3B65-71BB-8A656558547F}"/>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cxnSp>
        <p:nvCxnSpPr>
          <p:cNvPr id="12" name="Straight Connector 11">
            <a:extLst>
              <a:ext uri="{FF2B5EF4-FFF2-40B4-BE49-F238E27FC236}">
                <a16:creationId xmlns:a16="http://schemas.microsoft.com/office/drawing/2014/main" id="{6FC74384-DD2A-533D-796C-EFFF39625FF5}"/>
              </a:ext>
            </a:extLst>
          </p:cNvPr>
          <p:cNvCxnSpPr>
            <a:cxnSpLocks/>
          </p:cNvCxnSpPr>
          <p:nvPr userDrawn="1"/>
        </p:nvCxnSpPr>
        <p:spPr>
          <a:xfrm>
            <a:off x="1400627" y="4830552"/>
            <a:ext cx="0" cy="14400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
        <p:nvSpPr>
          <p:cNvPr id="13" name="Footer Placeholder 2">
            <a:extLst>
              <a:ext uri="{FF2B5EF4-FFF2-40B4-BE49-F238E27FC236}">
                <a16:creationId xmlns:a16="http://schemas.microsoft.com/office/drawing/2014/main" id="{FACB227E-CF72-2719-133F-6CBEB353488D}"/>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Apply appropriate data classification. Apply document ID (if applicable).</a:t>
            </a:r>
            <a:endParaRPr lang="en-US" dirty="0"/>
          </a:p>
        </p:txBody>
      </p:sp>
      <p:pic>
        <p:nvPicPr>
          <p:cNvPr id="2" name="Picture 1">
            <a:extLst>
              <a:ext uri="{FF2B5EF4-FFF2-40B4-BE49-F238E27FC236}">
                <a16:creationId xmlns:a16="http://schemas.microsoft.com/office/drawing/2014/main" id="{04DB487E-0549-1B2C-278D-48BF44E1A7D5}"/>
              </a:ext>
            </a:extLst>
          </p:cNvPr>
          <p:cNvPicPr>
            <a:picLocks noChangeAspect="1"/>
          </p:cNvPicPr>
          <p:nvPr userDrawn="1"/>
        </p:nvPicPr>
        <p:blipFill>
          <a:blip r:embed="rId2"/>
          <a:stretch>
            <a:fillRect/>
          </a:stretch>
        </p:blipFill>
        <p:spPr>
          <a:xfrm>
            <a:off x="6788050" y="4683564"/>
            <a:ext cx="2167796" cy="349981"/>
          </a:xfrm>
          <a:prstGeom prst="rect">
            <a:avLst/>
          </a:prstGeom>
        </p:spPr>
      </p:pic>
    </p:spTree>
    <p:extLst>
      <p:ext uri="{BB962C8B-B14F-4D97-AF65-F5344CB8AC3E}">
        <p14:creationId xmlns:p14="http://schemas.microsoft.com/office/powerpoint/2010/main" val="35810542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1.4 Bulletpoint text">
    <p:spTree>
      <p:nvGrpSpPr>
        <p:cNvPr id="1" name=""/>
        <p:cNvGrpSpPr/>
        <p:nvPr/>
      </p:nvGrpSpPr>
      <p:grpSpPr>
        <a:xfrm>
          <a:off x="0" y="0"/>
          <a:ext cx="0" cy="0"/>
          <a:chOff x="0" y="0"/>
          <a:chExt cx="0" cy="0"/>
        </a:xfrm>
      </p:grpSpPr>
      <p:sp>
        <p:nvSpPr>
          <p:cNvPr id="6" name="Text Placeholder 42">
            <a:extLst>
              <a:ext uri="{FF2B5EF4-FFF2-40B4-BE49-F238E27FC236}">
                <a16:creationId xmlns:a16="http://schemas.microsoft.com/office/drawing/2014/main" id="{D048D520-8858-4E4E-8511-3306272E38FC}"/>
              </a:ext>
            </a:extLst>
          </p:cNvPr>
          <p:cNvSpPr>
            <a:spLocks noGrp="1"/>
          </p:cNvSpPr>
          <p:nvPr>
            <p:ph type="body" sz="quarter" idx="12" hasCustomPrompt="1"/>
          </p:nvPr>
        </p:nvSpPr>
        <p:spPr>
          <a:xfrm>
            <a:off x="417600" y="395946"/>
            <a:ext cx="8308800" cy="340654"/>
          </a:xfrm>
          <a:prstGeom prst="rect">
            <a:avLst/>
          </a:prstGeom>
        </p:spPr>
        <p:txBody>
          <a:bodyPr lIns="0" tIns="0" rIns="0" bIns="0"/>
          <a:lstStyle>
            <a:lvl1pPr marL="0" indent="0">
              <a:lnSpc>
                <a:spcPct val="100000"/>
              </a:lnSpc>
              <a:spcBef>
                <a:spcPts val="0"/>
              </a:spcBef>
              <a:buNone/>
              <a:defRPr sz="2400" baseline="0">
                <a:solidFill>
                  <a:schemeClr val="accent1"/>
                </a:solidFill>
                <a:latin typeface="Nokia Pure Headline Light" panose="020B0304020202020204" pitchFamily="34" charset="0"/>
              </a:defRPr>
            </a:lvl1pPr>
          </a:lstStyle>
          <a:p>
            <a:pPr lvl="0"/>
            <a:r>
              <a:rPr lang="en-US" noProof="0" dirty="0"/>
              <a:t>Click to edit headline</a:t>
            </a:r>
          </a:p>
        </p:txBody>
      </p:sp>
      <p:sp>
        <p:nvSpPr>
          <p:cNvPr id="4" name="Text Placeholder 42">
            <a:extLst>
              <a:ext uri="{FF2B5EF4-FFF2-40B4-BE49-F238E27FC236}">
                <a16:creationId xmlns:a16="http://schemas.microsoft.com/office/drawing/2014/main" id="{73EC6F19-4B79-4103-93C9-A7D00929D42E}"/>
              </a:ext>
            </a:extLst>
          </p:cNvPr>
          <p:cNvSpPr>
            <a:spLocks noGrp="1"/>
          </p:cNvSpPr>
          <p:nvPr>
            <p:ph type="body" sz="quarter" idx="13" hasCustomPrompt="1"/>
          </p:nvPr>
        </p:nvSpPr>
        <p:spPr>
          <a:xfrm>
            <a:off x="417600" y="764520"/>
            <a:ext cx="8308800" cy="340654"/>
          </a:xfrm>
          <a:prstGeom prst="rect">
            <a:avLst/>
          </a:prstGeom>
        </p:spPr>
        <p:txBody>
          <a:bodyPr lIns="0" tIns="0" rIns="0" bIns="0"/>
          <a:lstStyle>
            <a:lvl1pPr marL="0" indent="0">
              <a:lnSpc>
                <a:spcPct val="100000"/>
              </a:lnSpc>
              <a:spcBef>
                <a:spcPts val="0"/>
              </a:spcBef>
              <a:buNone/>
              <a:defRPr sz="1800" baseline="0">
                <a:solidFill>
                  <a:schemeClr val="tx2"/>
                </a:solidFill>
                <a:latin typeface="Nokia Pure Headline Light" panose="020B0304020202020204" pitchFamily="34" charset="0"/>
              </a:defRPr>
            </a:lvl1pPr>
          </a:lstStyle>
          <a:p>
            <a:pPr lvl="0"/>
            <a:r>
              <a:rPr lang="en-US" noProof="0" dirty="0"/>
              <a:t>Click to edit headline</a:t>
            </a:r>
          </a:p>
        </p:txBody>
      </p:sp>
      <p:sp>
        <p:nvSpPr>
          <p:cNvPr id="5" name="Text Placeholder 12">
            <a:extLst>
              <a:ext uri="{FF2B5EF4-FFF2-40B4-BE49-F238E27FC236}">
                <a16:creationId xmlns:a16="http://schemas.microsoft.com/office/drawing/2014/main" id="{725B0BB8-7D8D-1CFB-75CE-E19F62B9211C}"/>
              </a:ext>
            </a:extLst>
          </p:cNvPr>
          <p:cNvSpPr>
            <a:spLocks noGrp="1"/>
          </p:cNvSpPr>
          <p:nvPr>
            <p:ph type="body" sz="quarter" idx="15"/>
          </p:nvPr>
        </p:nvSpPr>
        <p:spPr>
          <a:xfrm>
            <a:off x="417338" y="1260000"/>
            <a:ext cx="4068000" cy="3118980"/>
          </a:xfrm>
          <a:prstGeom prst="rect">
            <a:avLst/>
          </a:prstGeom>
        </p:spPr>
        <p:txBody>
          <a:bodyPr lIns="0" tIns="0" rIns="0" bIns="0"/>
          <a:lstStyle>
            <a:lvl1pPr marL="180000" indent="-180000">
              <a:lnSpc>
                <a:spcPct val="100000"/>
              </a:lnSpc>
              <a:spcBef>
                <a:spcPts val="0"/>
              </a:spcBef>
              <a:spcAft>
                <a:spcPts val="600"/>
              </a:spcAft>
              <a:buSzPct val="70000"/>
              <a:defRPr sz="1200">
                <a:solidFill>
                  <a:schemeClr val="tx2"/>
                </a:solidFill>
              </a:defRPr>
            </a:lvl1pPr>
            <a:lvl2pPr marL="360000" indent="-180000">
              <a:lnSpc>
                <a:spcPct val="100000"/>
              </a:lnSpc>
              <a:spcBef>
                <a:spcPts val="0"/>
              </a:spcBef>
              <a:spcAft>
                <a:spcPts val="600"/>
              </a:spcAft>
              <a:buSzPct val="70000"/>
              <a:defRPr sz="1200">
                <a:solidFill>
                  <a:schemeClr val="tx2"/>
                </a:solidFill>
              </a:defRPr>
            </a:lvl2pPr>
            <a:lvl3pPr marL="540000" indent="-180000">
              <a:lnSpc>
                <a:spcPct val="100000"/>
              </a:lnSpc>
              <a:spcBef>
                <a:spcPts val="0"/>
              </a:spcBef>
              <a:spcAft>
                <a:spcPts val="600"/>
              </a:spcAft>
              <a:buSzPct val="70000"/>
              <a:defRPr sz="1200">
                <a:solidFill>
                  <a:schemeClr val="tx2"/>
                </a:solidFill>
              </a:defRPr>
            </a:lvl3pPr>
            <a:lvl4pPr marL="720000" indent="-180000">
              <a:lnSpc>
                <a:spcPct val="100000"/>
              </a:lnSpc>
              <a:spcBef>
                <a:spcPts val="0"/>
              </a:spcBef>
              <a:spcAft>
                <a:spcPts val="600"/>
              </a:spcAft>
              <a:buSzPct val="70000"/>
              <a:defRPr lang="en-US" sz="1200" kern="1200" dirty="0">
                <a:solidFill>
                  <a:schemeClr val="tx2"/>
                </a:solidFill>
                <a:latin typeface="+mn-lt"/>
                <a:ea typeface="+mn-ea"/>
                <a:cs typeface="+mn-cs"/>
              </a:defRPr>
            </a:lvl4pPr>
            <a:lvl5pPr marL="900000" indent="-180000">
              <a:lnSpc>
                <a:spcPct val="100000"/>
              </a:lnSpc>
              <a:spcBef>
                <a:spcPts val="0"/>
              </a:spcBef>
              <a:spcAft>
                <a:spcPts val="600"/>
              </a:spcAft>
              <a:buSzPct val="70000"/>
              <a:defRPr sz="1200">
                <a:solidFill>
                  <a:schemeClr val="tx2"/>
                </a:solidFill>
              </a:defRPr>
            </a:lvl5pPr>
            <a:lvl6pPr marL="1080000" indent="-180000">
              <a:lnSpc>
                <a:spcPct val="100000"/>
              </a:lnSpc>
              <a:spcBef>
                <a:spcPts val="0"/>
              </a:spcBef>
              <a:buSzPct val="70000"/>
              <a:buFont typeface="Arial" panose="020B0604020202020204" pitchFamily="34" charset="0"/>
              <a:buChar char="•"/>
              <a:defRPr sz="1100">
                <a:solidFill>
                  <a:schemeClr val="tx2"/>
                </a:solidFill>
              </a:defRPr>
            </a:lvl6pPr>
            <a:lvl7pPr marL="1080000">
              <a:defRPr sz="12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ext Placeholder 12">
            <a:extLst>
              <a:ext uri="{FF2B5EF4-FFF2-40B4-BE49-F238E27FC236}">
                <a16:creationId xmlns:a16="http://schemas.microsoft.com/office/drawing/2014/main" id="{57FF8C70-8D9A-A91A-9AA2-5BAED4E5562B}"/>
              </a:ext>
            </a:extLst>
          </p:cNvPr>
          <p:cNvSpPr>
            <a:spLocks noGrp="1"/>
          </p:cNvSpPr>
          <p:nvPr>
            <p:ph type="body" sz="quarter" idx="16"/>
          </p:nvPr>
        </p:nvSpPr>
        <p:spPr>
          <a:xfrm>
            <a:off x="4658664" y="1260000"/>
            <a:ext cx="4068000" cy="3118980"/>
          </a:xfrm>
          <a:prstGeom prst="rect">
            <a:avLst/>
          </a:prstGeom>
        </p:spPr>
        <p:txBody>
          <a:bodyPr lIns="0" tIns="0" rIns="0" bIns="0"/>
          <a:lstStyle>
            <a:lvl1pPr marL="180000" indent="-180000">
              <a:lnSpc>
                <a:spcPct val="100000"/>
              </a:lnSpc>
              <a:spcBef>
                <a:spcPts val="0"/>
              </a:spcBef>
              <a:spcAft>
                <a:spcPts val="600"/>
              </a:spcAft>
              <a:buSzPct val="70000"/>
              <a:defRPr sz="1200">
                <a:solidFill>
                  <a:schemeClr val="tx2"/>
                </a:solidFill>
              </a:defRPr>
            </a:lvl1pPr>
            <a:lvl2pPr marL="360000" indent="-180000">
              <a:lnSpc>
                <a:spcPct val="100000"/>
              </a:lnSpc>
              <a:spcBef>
                <a:spcPts val="0"/>
              </a:spcBef>
              <a:spcAft>
                <a:spcPts val="600"/>
              </a:spcAft>
              <a:buSzPct val="70000"/>
              <a:defRPr sz="1200">
                <a:solidFill>
                  <a:schemeClr val="tx2"/>
                </a:solidFill>
              </a:defRPr>
            </a:lvl2pPr>
            <a:lvl3pPr marL="540000" indent="-180000">
              <a:lnSpc>
                <a:spcPct val="100000"/>
              </a:lnSpc>
              <a:spcBef>
                <a:spcPts val="0"/>
              </a:spcBef>
              <a:spcAft>
                <a:spcPts val="600"/>
              </a:spcAft>
              <a:buSzPct val="70000"/>
              <a:defRPr sz="1200">
                <a:solidFill>
                  <a:schemeClr val="tx2"/>
                </a:solidFill>
              </a:defRPr>
            </a:lvl3pPr>
            <a:lvl4pPr marL="720000" indent="-180000">
              <a:lnSpc>
                <a:spcPct val="100000"/>
              </a:lnSpc>
              <a:spcBef>
                <a:spcPts val="0"/>
              </a:spcBef>
              <a:spcAft>
                <a:spcPts val="600"/>
              </a:spcAft>
              <a:buSzPct val="70000"/>
              <a:defRPr lang="en-US" sz="1200" kern="1200" dirty="0">
                <a:solidFill>
                  <a:schemeClr val="tx2"/>
                </a:solidFill>
                <a:latin typeface="+mn-lt"/>
                <a:ea typeface="+mn-ea"/>
                <a:cs typeface="+mn-cs"/>
              </a:defRPr>
            </a:lvl4pPr>
            <a:lvl5pPr marL="900000" indent="-180000">
              <a:lnSpc>
                <a:spcPct val="100000"/>
              </a:lnSpc>
              <a:spcBef>
                <a:spcPts val="0"/>
              </a:spcBef>
              <a:spcAft>
                <a:spcPts val="600"/>
              </a:spcAft>
              <a:buSzPct val="70000"/>
              <a:defRPr sz="1200">
                <a:solidFill>
                  <a:schemeClr val="tx2"/>
                </a:solidFill>
              </a:defRPr>
            </a:lvl5pPr>
            <a:lvl6pPr marL="1080000" indent="-180000">
              <a:lnSpc>
                <a:spcPct val="100000"/>
              </a:lnSpc>
              <a:spcBef>
                <a:spcPts val="0"/>
              </a:spcBef>
              <a:buSzPct val="70000"/>
              <a:buFont typeface="Arial" panose="020B0604020202020204" pitchFamily="34" charset="0"/>
              <a:buChar char="•"/>
              <a:defRPr sz="1100">
                <a:solidFill>
                  <a:schemeClr val="tx2"/>
                </a:solidFill>
              </a:defRPr>
            </a:lvl6pPr>
            <a:lvl7pPr marL="1080000">
              <a:defRPr sz="12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Box 10">
            <a:extLst>
              <a:ext uri="{FF2B5EF4-FFF2-40B4-BE49-F238E27FC236}">
                <a16:creationId xmlns:a16="http://schemas.microsoft.com/office/drawing/2014/main" id="{CAA37820-182D-1EB7-AF8B-A6B34F63F68F}"/>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2" name="Slide Number Placeholder 5">
            <a:extLst>
              <a:ext uri="{FF2B5EF4-FFF2-40B4-BE49-F238E27FC236}">
                <a16:creationId xmlns:a16="http://schemas.microsoft.com/office/drawing/2014/main" id="{CE2E5BE2-B331-A0C0-8C3D-3B644FF16CAA}"/>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cxnSp>
        <p:nvCxnSpPr>
          <p:cNvPr id="13" name="Straight Connector 12">
            <a:extLst>
              <a:ext uri="{FF2B5EF4-FFF2-40B4-BE49-F238E27FC236}">
                <a16:creationId xmlns:a16="http://schemas.microsoft.com/office/drawing/2014/main" id="{C4471E01-4B5D-597C-1AAD-279941B82E1C}"/>
              </a:ext>
            </a:extLst>
          </p:cNvPr>
          <p:cNvCxnSpPr>
            <a:cxnSpLocks/>
          </p:cNvCxnSpPr>
          <p:nvPr userDrawn="1"/>
        </p:nvCxnSpPr>
        <p:spPr>
          <a:xfrm>
            <a:off x="1400627" y="4830552"/>
            <a:ext cx="0" cy="14400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
        <p:nvSpPr>
          <p:cNvPr id="14" name="Footer Placeholder 2">
            <a:extLst>
              <a:ext uri="{FF2B5EF4-FFF2-40B4-BE49-F238E27FC236}">
                <a16:creationId xmlns:a16="http://schemas.microsoft.com/office/drawing/2014/main" id="{177C34D5-50E3-692A-4113-A20C2953002C}"/>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Apply appropriate data classification. Apply document ID (if applicable).</a:t>
            </a:r>
            <a:endParaRPr lang="en-US" dirty="0"/>
          </a:p>
        </p:txBody>
      </p:sp>
      <p:pic>
        <p:nvPicPr>
          <p:cNvPr id="2" name="Picture 1">
            <a:extLst>
              <a:ext uri="{FF2B5EF4-FFF2-40B4-BE49-F238E27FC236}">
                <a16:creationId xmlns:a16="http://schemas.microsoft.com/office/drawing/2014/main" id="{50196487-A2DF-F4B8-D2AE-F1C2CE291307}"/>
              </a:ext>
            </a:extLst>
          </p:cNvPr>
          <p:cNvPicPr>
            <a:picLocks noChangeAspect="1"/>
          </p:cNvPicPr>
          <p:nvPr userDrawn="1"/>
        </p:nvPicPr>
        <p:blipFill>
          <a:blip r:embed="rId2"/>
          <a:stretch>
            <a:fillRect/>
          </a:stretch>
        </p:blipFill>
        <p:spPr>
          <a:xfrm>
            <a:off x="6788050" y="4683564"/>
            <a:ext cx="2167796" cy="349981"/>
          </a:xfrm>
          <a:prstGeom prst="rect">
            <a:avLst/>
          </a:prstGeom>
        </p:spPr>
      </p:pic>
    </p:spTree>
    <p:extLst>
      <p:ext uri="{BB962C8B-B14F-4D97-AF65-F5344CB8AC3E}">
        <p14:creationId xmlns:p14="http://schemas.microsoft.com/office/powerpoint/2010/main" val="30136354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1.4 Bulletpoint text">
    <p:spTree>
      <p:nvGrpSpPr>
        <p:cNvPr id="1" name=""/>
        <p:cNvGrpSpPr/>
        <p:nvPr/>
      </p:nvGrpSpPr>
      <p:grpSpPr>
        <a:xfrm>
          <a:off x="0" y="0"/>
          <a:ext cx="0" cy="0"/>
          <a:chOff x="0" y="0"/>
          <a:chExt cx="0" cy="0"/>
        </a:xfrm>
      </p:grpSpPr>
      <p:sp>
        <p:nvSpPr>
          <p:cNvPr id="6" name="Text Placeholder 42">
            <a:extLst>
              <a:ext uri="{FF2B5EF4-FFF2-40B4-BE49-F238E27FC236}">
                <a16:creationId xmlns:a16="http://schemas.microsoft.com/office/drawing/2014/main" id="{D048D520-8858-4E4E-8511-3306272E38FC}"/>
              </a:ext>
            </a:extLst>
          </p:cNvPr>
          <p:cNvSpPr>
            <a:spLocks noGrp="1"/>
          </p:cNvSpPr>
          <p:nvPr>
            <p:ph type="body" sz="quarter" idx="12" hasCustomPrompt="1"/>
          </p:nvPr>
        </p:nvSpPr>
        <p:spPr>
          <a:xfrm>
            <a:off x="417600" y="395946"/>
            <a:ext cx="8308800" cy="340654"/>
          </a:xfrm>
          <a:prstGeom prst="rect">
            <a:avLst/>
          </a:prstGeom>
        </p:spPr>
        <p:txBody>
          <a:bodyPr lIns="0" tIns="0" rIns="0" bIns="0"/>
          <a:lstStyle>
            <a:lvl1pPr marL="0" indent="0">
              <a:lnSpc>
                <a:spcPct val="100000"/>
              </a:lnSpc>
              <a:spcBef>
                <a:spcPts val="0"/>
              </a:spcBef>
              <a:buNone/>
              <a:defRPr sz="2400" baseline="0">
                <a:solidFill>
                  <a:schemeClr val="accent1"/>
                </a:solidFill>
                <a:latin typeface="Nokia Pure Headline Light" panose="020B0304020202020204" pitchFamily="34" charset="0"/>
              </a:defRPr>
            </a:lvl1pPr>
          </a:lstStyle>
          <a:p>
            <a:pPr lvl="0"/>
            <a:r>
              <a:rPr lang="en-US" noProof="0" dirty="0"/>
              <a:t>Click to edit headline</a:t>
            </a:r>
          </a:p>
        </p:txBody>
      </p:sp>
      <p:sp>
        <p:nvSpPr>
          <p:cNvPr id="4" name="Text Placeholder 42">
            <a:extLst>
              <a:ext uri="{FF2B5EF4-FFF2-40B4-BE49-F238E27FC236}">
                <a16:creationId xmlns:a16="http://schemas.microsoft.com/office/drawing/2014/main" id="{73EC6F19-4B79-4103-93C9-A7D00929D42E}"/>
              </a:ext>
            </a:extLst>
          </p:cNvPr>
          <p:cNvSpPr>
            <a:spLocks noGrp="1"/>
          </p:cNvSpPr>
          <p:nvPr>
            <p:ph type="body" sz="quarter" idx="13" hasCustomPrompt="1"/>
          </p:nvPr>
        </p:nvSpPr>
        <p:spPr>
          <a:xfrm>
            <a:off x="417600" y="764520"/>
            <a:ext cx="8308800" cy="340654"/>
          </a:xfrm>
          <a:prstGeom prst="rect">
            <a:avLst/>
          </a:prstGeom>
        </p:spPr>
        <p:txBody>
          <a:bodyPr lIns="0" tIns="0" rIns="0" bIns="0"/>
          <a:lstStyle>
            <a:lvl1pPr marL="0" indent="0">
              <a:lnSpc>
                <a:spcPct val="100000"/>
              </a:lnSpc>
              <a:spcBef>
                <a:spcPts val="0"/>
              </a:spcBef>
              <a:buNone/>
              <a:defRPr sz="1800" baseline="0">
                <a:solidFill>
                  <a:schemeClr val="tx2"/>
                </a:solidFill>
                <a:latin typeface="Nokia Pure Headline Light" panose="020B0304020202020204" pitchFamily="34" charset="0"/>
              </a:defRPr>
            </a:lvl1pPr>
          </a:lstStyle>
          <a:p>
            <a:pPr lvl="0"/>
            <a:r>
              <a:rPr lang="en-US" noProof="0" dirty="0"/>
              <a:t>Click to edit headline</a:t>
            </a:r>
          </a:p>
        </p:txBody>
      </p:sp>
      <p:sp>
        <p:nvSpPr>
          <p:cNvPr id="5" name="Text Placeholder 12">
            <a:extLst>
              <a:ext uri="{FF2B5EF4-FFF2-40B4-BE49-F238E27FC236}">
                <a16:creationId xmlns:a16="http://schemas.microsoft.com/office/drawing/2014/main" id="{725B0BB8-7D8D-1CFB-75CE-E19F62B9211C}"/>
              </a:ext>
            </a:extLst>
          </p:cNvPr>
          <p:cNvSpPr>
            <a:spLocks noGrp="1"/>
          </p:cNvSpPr>
          <p:nvPr>
            <p:ph type="body" sz="quarter" idx="15"/>
          </p:nvPr>
        </p:nvSpPr>
        <p:spPr>
          <a:xfrm>
            <a:off x="417338" y="1260000"/>
            <a:ext cx="2700000" cy="3118980"/>
          </a:xfrm>
          <a:prstGeom prst="rect">
            <a:avLst/>
          </a:prstGeom>
        </p:spPr>
        <p:txBody>
          <a:bodyPr lIns="0" tIns="0" rIns="0" bIns="0"/>
          <a:lstStyle>
            <a:lvl1pPr marL="180000" indent="-180000">
              <a:lnSpc>
                <a:spcPct val="100000"/>
              </a:lnSpc>
              <a:spcBef>
                <a:spcPts val="0"/>
              </a:spcBef>
              <a:spcAft>
                <a:spcPts val="600"/>
              </a:spcAft>
              <a:buSzPct val="70000"/>
              <a:defRPr sz="1200">
                <a:solidFill>
                  <a:schemeClr val="tx2"/>
                </a:solidFill>
              </a:defRPr>
            </a:lvl1pPr>
            <a:lvl2pPr marL="360000" indent="-180000">
              <a:lnSpc>
                <a:spcPct val="100000"/>
              </a:lnSpc>
              <a:spcBef>
                <a:spcPts val="0"/>
              </a:spcBef>
              <a:spcAft>
                <a:spcPts val="600"/>
              </a:spcAft>
              <a:buSzPct val="70000"/>
              <a:defRPr sz="1200">
                <a:solidFill>
                  <a:schemeClr val="tx2"/>
                </a:solidFill>
              </a:defRPr>
            </a:lvl2pPr>
            <a:lvl3pPr marL="540000" indent="-180000">
              <a:lnSpc>
                <a:spcPct val="100000"/>
              </a:lnSpc>
              <a:spcBef>
                <a:spcPts val="0"/>
              </a:spcBef>
              <a:spcAft>
                <a:spcPts val="600"/>
              </a:spcAft>
              <a:buSzPct val="70000"/>
              <a:defRPr sz="1200">
                <a:solidFill>
                  <a:schemeClr val="tx2"/>
                </a:solidFill>
              </a:defRPr>
            </a:lvl3pPr>
            <a:lvl4pPr marL="720000" indent="-180000">
              <a:lnSpc>
                <a:spcPct val="100000"/>
              </a:lnSpc>
              <a:spcBef>
                <a:spcPts val="0"/>
              </a:spcBef>
              <a:spcAft>
                <a:spcPts val="600"/>
              </a:spcAft>
              <a:buSzPct val="70000"/>
              <a:defRPr lang="en-US" sz="1200" kern="1200" dirty="0">
                <a:solidFill>
                  <a:schemeClr val="tx2"/>
                </a:solidFill>
                <a:latin typeface="+mn-lt"/>
                <a:ea typeface="+mn-ea"/>
                <a:cs typeface="+mn-cs"/>
              </a:defRPr>
            </a:lvl4pPr>
            <a:lvl5pPr marL="900000" indent="-180000">
              <a:lnSpc>
                <a:spcPct val="100000"/>
              </a:lnSpc>
              <a:spcBef>
                <a:spcPts val="0"/>
              </a:spcBef>
              <a:spcAft>
                <a:spcPts val="600"/>
              </a:spcAft>
              <a:buSzPct val="70000"/>
              <a:defRPr sz="1200">
                <a:solidFill>
                  <a:schemeClr val="tx2"/>
                </a:solidFill>
              </a:defRPr>
            </a:lvl5pPr>
            <a:lvl6pPr marL="1080000" indent="-180000">
              <a:lnSpc>
                <a:spcPct val="100000"/>
              </a:lnSpc>
              <a:spcBef>
                <a:spcPts val="0"/>
              </a:spcBef>
              <a:buSzPct val="70000"/>
              <a:buFont typeface="Arial" panose="020B0604020202020204" pitchFamily="34" charset="0"/>
              <a:buChar char="•"/>
              <a:defRPr sz="1100">
                <a:solidFill>
                  <a:schemeClr val="tx2"/>
                </a:solidFill>
              </a:defRPr>
            </a:lvl6pPr>
            <a:lvl7pPr marL="1080000">
              <a:defRPr sz="12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12">
            <a:extLst>
              <a:ext uri="{FF2B5EF4-FFF2-40B4-BE49-F238E27FC236}">
                <a16:creationId xmlns:a16="http://schemas.microsoft.com/office/drawing/2014/main" id="{1BB609BD-442B-5330-C543-B4F748F8321A}"/>
              </a:ext>
            </a:extLst>
          </p:cNvPr>
          <p:cNvSpPr>
            <a:spLocks noGrp="1"/>
          </p:cNvSpPr>
          <p:nvPr>
            <p:ph type="body" sz="quarter" idx="16"/>
          </p:nvPr>
        </p:nvSpPr>
        <p:spPr>
          <a:xfrm>
            <a:off x="3222000" y="1260000"/>
            <a:ext cx="2700000" cy="3118980"/>
          </a:xfrm>
          <a:prstGeom prst="rect">
            <a:avLst/>
          </a:prstGeom>
        </p:spPr>
        <p:txBody>
          <a:bodyPr lIns="0" tIns="0" rIns="0" bIns="0"/>
          <a:lstStyle>
            <a:lvl1pPr marL="180000" indent="-180000">
              <a:lnSpc>
                <a:spcPct val="100000"/>
              </a:lnSpc>
              <a:spcBef>
                <a:spcPts val="0"/>
              </a:spcBef>
              <a:spcAft>
                <a:spcPts val="600"/>
              </a:spcAft>
              <a:buSzPct val="70000"/>
              <a:defRPr sz="1200">
                <a:solidFill>
                  <a:schemeClr val="tx2"/>
                </a:solidFill>
              </a:defRPr>
            </a:lvl1pPr>
            <a:lvl2pPr marL="360000" indent="-180000">
              <a:lnSpc>
                <a:spcPct val="100000"/>
              </a:lnSpc>
              <a:spcBef>
                <a:spcPts val="0"/>
              </a:spcBef>
              <a:spcAft>
                <a:spcPts val="600"/>
              </a:spcAft>
              <a:buSzPct val="70000"/>
              <a:defRPr sz="1200">
                <a:solidFill>
                  <a:schemeClr val="tx2"/>
                </a:solidFill>
              </a:defRPr>
            </a:lvl2pPr>
            <a:lvl3pPr marL="540000" indent="-180000">
              <a:lnSpc>
                <a:spcPct val="100000"/>
              </a:lnSpc>
              <a:spcBef>
                <a:spcPts val="0"/>
              </a:spcBef>
              <a:spcAft>
                <a:spcPts val="600"/>
              </a:spcAft>
              <a:buSzPct val="70000"/>
              <a:defRPr sz="1200">
                <a:solidFill>
                  <a:schemeClr val="tx2"/>
                </a:solidFill>
              </a:defRPr>
            </a:lvl3pPr>
            <a:lvl4pPr marL="720000" indent="-180000">
              <a:lnSpc>
                <a:spcPct val="100000"/>
              </a:lnSpc>
              <a:spcBef>
                <a:spcPts val="0"/>
              </a:spcBef>
              <a:spcAft>
                <a:spcPts val="600"/>
              </a:spcAft>
              <a:buSzPct val="70000"/>
              <a:defRPr lang="en-US" sz="1200" kern="1200" dirty="0">
                <a:solidFill>
                  <a:schemeClr val="tx2"/>
                </a:solidFill>
                <a:latin typeface="+mn-lt"/>
                <a:ea typeface="+mn-ea"/>
                <a:cs typeface="+mn-cs"/>
              </a:defRPr>
            </a:lvl4pPr>
            <a:lvl5pPr marL="900000" indent="-180000">
              <a:lnSpc>
                <a:spcPct val="100000"/>
              </a:lnSpc>
              <a:spcBef>
                <a:spcPts val="0"/>
              </a:spcBef>
              <a:spcAft>
                <a:spcPts val="600"/>
              </a:spcAft>
              <a:buSzPct val="70000"/>
              <a:defRPr sz="1200">
                <a:solidFill>
                  <a:schemeClr val="tx2"/>
                </a:solidFill>
              </a:defRPr>
            </a:lvl5pPr>
            <a:lvl6pPr marL="1080000" indent="-180000">
              <a:lnSpc>
                <a:spcPct val="100000"/>
              </a:lnSpc>
              <a:spcBef>
                <a:spcPts val="0"/>
              </a:spcBef>
              <a:buSzPct val="70000"/>
              <a:buFont typeface="Arial" panose="020B0604020202020204" pitchFamily="34" charset="0"/>
              <a:buChar char="•"/>
              <a:defRPr sz="1100">
                <a:solidFill>
                  <a:schemeClr val="tx2"/>
                </a:solidFill>
              </a:defRPr>
            </a:lvl6pPr>
            <a:lvl7pPr marL="1080000">
              <a:defRPr sz="12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12">
            <a:extLst>
              <a:ext uri="{FF2B5EF4-FFF2-40B4-BE49-F238E27FC236}">
                <a16:creationId xmlns:a16="http://schemas.microsoft.com/office/drawing/2014/main" id="{E664E6E2-580B-C0EC-85A4-858E1F7656F4}"/>
              </a:ext>
            </a:extLst>
          </p:cNvPr>
          <p:cNvSpPr>
            <a:spLocks noGrp="1"/>
          </p:cNvSpPr>
          <p:nvPr>
            <p:ph type="body" sz="quarter" idx="17"/>
          </p:nvPr>
        </p:nvSpPr>
        <p:spPr>
          <a:xfrm>
            <a:off x="6026662" y="1260000"/>
            <a:ext cx="2697658" cy="3118980"/>
          </a:xfrm>
          <a:prstGeom prst="rect">
            <a:avLst/>
          </a:prstGeom>
        </p:spPr>
        <p:txBody>
          <a:bodyPr lIns="0" tIns="0" rIns="0" bIns="0"/>
          <a:lstStyle>
            <a:lvl1pPr marL="180000" indent="-180000">
              <a:lnSpc>
                <a:spcPct val="100000"/>
              </a:lnSpc>
              <a:spcBef>
                <a:spcPts val="0"/>
              </a:spcBef>
              <a:spcAft>
                <a:spcPts val="600"/>
              </a:spcAft>
              <a:buSzPct val="70000"/>
              <a:defRPr sz="1200">
                <a:solidFill>
                  <a:schemeClr val="tx2"/>
                </a:solidFill>
              </a:defRPr>
            </a:lvl1pPr>
            <a:lvl2pPr marL="360000" indent="-180000">
              <a:lnSpc>
                <a:spcPct val="100000"/>
              </a:lnSpc>
              <a:spcBef>
                <a:spcPts val="0"/>
              </a:spcBef>
              <a:spcAft>
                <a:spcPts val="600"/>
              </a:spcAft>
              <a:buSzPct val="70000"/>
              <a:defRPr sz="1200">
                <a:solidFill>
                  <a:schemeClr val="tx2"/>
                </a:solidFill>
              </a:defRPr>
            </a:lvl2pPr>
            <a:lvl3pPr marL="540000" indent="-180000">
              <a:lnSpc>
                <a:spcPct val="100000"/>
              </a:lnSpc>
              <a:spcBef>
                <a:spcPts val="0"/>
              </a:spcBef>
              <a:spcAft>
                <a:spcPts val="600"/>
              </a:spcAft>
              <a:buSzPct val="70000"/>
              <a:defRPr sz="1200">
                <a:solidFill>
                  <a:schemeClr val="tx2"/>
                </a:solidFill>
              </a:defRPr>
            </a:lvl3pPr>
            <a:lvl4pPr marL="720000" indent="-180000">
              <a:lnSpc>
                <a:spcPct val="100000"/>
              </a:lnSpc>
              <a:spcBef>
                <a:spcPts val="0"/>
              </a:spcBef>
              <a:spcAft>
                <a:spcPts val="600"/>
              </a:spcAft>
              <a:buSzPct val="70000"/>
              <a:defRPr lang="en-US" sz="1200" kern="1200" dirty="0">
                <a:solidFill>
                  <a:schemeClr val="tx2"/>
                </a:solidFill>
                <a:latin typeface="+mn-lt"/>
                <a:ea typeface="+mn-ea"/>
                <a:cs typeface="+mn-cs"/>
              </a:defRPr>
            </a:lvl4pPr>
            <a:lvl5pPr marL="900000" indent="-180000">
              <a:lnSpc>
                <a:spcPct val="100000"/>
              </a:lnSpc>
              <a:spcBef>
                <a:spcPts val="0"/>
              </a:spcBef>
              <a:spcAft>
                <a:spcPts val="600"/>
              </a:spcAft>
              <a:buSzPct val="70000"/>
              <a:defRPr sz="1200">
                <a:solidFill>
                  <a:schemeClr val="tx2"/>
                </a:solidFill>
              </a:defRPr>
            </a:lvl5pPr>
            <a:lvl6pPr marL="1080000" indent="-180000">
              <a:lnSpc>
                <a:spcPct val="100000"/>
              </a:lnSpc>
              <a:spcBef>
                <a:spcPts val="0"/>
              </a:spcBef>
              <a:buSzPct val="70000"/>
              <a:buFont typeface="Arial" panose="020B0604020202020204" pitchFamily="34" charset="0"/>
              <a:buChar char="•"/>
              <a:defRPr sz="1100">
                <a:solidFill>
                  <a:schemeClr val="tx2"/>
                </a:solidFill>
              </a:defRPr>
            </a:lvl6pPr>
            <a:lvl7pPr marL="1080000">
              <a:defRPr sz="12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Box 12">
            <a:extLst>
              <a:ext uri="{FF2B5EF4-FFF2-40B4-BE49-F238E27FC236}">
                <a16:creationId xmlns:a16="http://schemas.microsoft.com/office/drawing/2014/main" id="{4095FB67-347C-9744-DDEC-EB9F26AE1E3A}"/>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4" name="Slide Number Placeholder 5">
            <a:extLst>
              <a:ext uri="{FF2B5EF4-FFF2-40B4-BE49-F238E27FC236}">
                <a16:creationId xmlns:a16="http://schemas.microsoft.com/office/drawing/2014/main" id="{68A08A66-7F86-F362-AA5F-FEC2F95CF47F}"/>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cxnSp>
        <p:nvCxnSpPr>
          <p:cNvPr id="15" name="Straight Connector 14">
            <a:extLst>
              <a:ext uri="{FF2B5EF4-FFF2-40B4-BE49-F238E27FC236}">
                <a16:creationId xmlns:a16="http://schemas.microsoft.com/office/drawing/2014/main" id="{11E32FE7-F16C-F5A2-7976-C8AE67A2B607}"/>
              </a:ext>
            </a:extLst>
          </p:cNvPr>
          <p:cNvCxnSpPr>
            <a:cxnSpLocks/>
          </p:cNvCxnSpPr>
          <p:nvPr userDrawn="1"/>
        </p:nvCxnSpPr>
        <p:spPr>
          <a:xfrm>
            <a:off x="1400627" y="4830552"/>
            <a:ext cx="0" cy="14400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
        <p:nvSpPr>
          <p:cNvPr id="16" name="Footer Placeholder 2">
            <a:extLst>
              <a:ext uri="{FF2B5EF4-FFF2-40B4-BE49-F238E27FC236}">
                <a16:creationId xmlns:a16="http://schemas.microsoft.com/office/drawing/2014/main" id="{A1B4CAA9-38F1-6F57-641C-B296225D4BB8}"/>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Apply appropriate data classification. Apply document ID (if applicable).</a:t>
            </a:r>
            <a:endParaRPr lang="en-US" dirty="0"/>
          </a:p>
        </p:txBody>
      </p:sp>
      <p:pic>
        <p:nvPicPr>
          <p:cNvPr id="2" name="Picture 1">
            <a:extLst>
              <a:ext uri="{FF2B5EF4-FFF2-40B4-BE49-F238E27FC236}">
                <a16:creationId xmlns:a16="http://schemas.microsoft.com/office/drawing/2014/main" id="{6264184F-6DAF-BC50-D366-3411FB3908DB}"/>
              </a:ext>
            </a:extLst>
          </p:cNvPr>
          <p:cNvPicPr>
            <a:picLocks noChangeAspect="1"/>
          </p:cNvPicPr>
          <p:nvPr userDrawn="1"/>
        </p:nvPicPr>
        <p:blipFill>
          <a:blip r:embed="rId2"/>
          <a:stretch>
            <a:fillRect/>
          </a:stretch>
        </p:blipFill>
        <p:spPr>
          <a:xfrm>
            <a:off x="6788050" y="4683564"/>
            <a:ext cx="2167796" cy="349981"/>
          </a:xfrm>
          <a:prstGeom prst="rect">
            <a:avLst/>
          </a:prstGeom>
        </p:spPr>
      </p:pic>
    </p:spTree>
    <p:extLst>
      <p:ext uri="{BB962C8B-B14F-4D97-AF65-F5344CB8AC3E}">
        <p14:creationId xmlns:p14="http://schemas.microsoft.com/office/powerpoint/2010/main" val="11496995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1.4 Bulletpoint text">
    <p:spTree>
      <p:nvGrpSpPr>
        <p:cNvPr id="1" name=""/>
        <p:cNvGrpSpPr/>
        <p:nvPr/>
      </p:nvGrpSpPr>
      <p:grpSpPr>
        <a:xfrm>
          <a:off x="0" y="0"/>
          <a:ext cx="0" cy="0"/>
          <a:chOff x="0" y="0"/>
          <a:chExt cx="0" cy="0"/>
        </a:xfrm>
      </p:grpSpPr>
      <p:sp>
        <p:nvSpPr>
          <p:cNvPr id="6" name="Text Placeholder 42">
            <a:extLst>
              <a:ext uri="{FF2B5EF4-FFF2-40B4-BE49-F238E27FC236}">
                <a16:creationId xmlns:a16="http://schemas.microsoft.com/office/drawing/2014/main" id="{D048D520-8858-4E4E-8511-3306272E38FC}"/>
              </a:ext>
            </a:extLst>
          </p:cNvPr>
          <p:cNvSpPr>
            <a:spLocks noGrp="1"/>
          </p:cNvSpPr>
          <p:nvPr>
            <p:ph type="body" sz="quarter" idx="12" hasCustomPrompt="1"/>
          </p:nvPr>
        </p:nvSpPr>
        <p:spPr>
          <a:xfrm>
            <a:off x="417600" y="395946"/>
            <a:ext cx="8308800" cy="340654"/>
          </a:xfrm>
          <a:prstGeom prst="rect">
            <a:avLst/>
          </a:prstGeom>
        </p:spPr>
        <p:txBody>
          <a:bodyPr lIns="0" tIns="0" rIns="0" bIns="0"/>
          <a:lstStyle>
            <a:lvl1pPr marL="0" indent="0">
              <a:lnSpc>
                <a:spcPct val="100000"/>
              </a:lnSpc>
              <a:spcBef>
                <a:spcPts val="0"/>
              </a:spcBef>
              <a:buNone/>
              <a:defRPr sz="2400" baseline="0">
                <a:solidFill>
                  <a:schemeClr val="accent1"/>
                </a:solidFill>
                <a:latin typeface="Nokia Pure Headline Light" panose="020B0304020202020204" pitchFamily="34" charset="0"/>
              </a:defRPr>
            </a:lvl1pPr>
          </a:lstStyle>
          <a:p>
            <a:pPr lvl="0"/>
            <a:r>
              <a:rPr lang="en-US" noProof="0" dirty="0"/>
              <a:t>Click to edit headline</a:t>
            </a:r>
          </a:p>
        </p:txBody>
      </p:sp>
      <p:sp>
        <p:nvSpPr>
          <p:cNvPr id="4" name="Text Placeholder 42">
            <a:extLst>
              <a:ext uri="{FF2B5EF4-FFF2-40B4-BE49-F238E27FC236}">
                <a16:creationId xmlns:a16="http://schemas.microsoft.com/office/drawing/2014/main" id="{73EC6F19-4B79-4103-93C9-A7D00929D42E}"/>
              </a:ext>
            </a:extLst>
          </p:cNvPr>
          <p:cNvSpPr>
            <a:spLocks noGrp="1"/>
          </p:cNvSpPr>
          <p:nvPr>
            <p:ph type="body" sz="quarter" idx="13" hasCustomPrompt="1"/>
          </p:nvPr>
        </p:nvSpPr>
        <p:spPr>
          <a:xfrm>
            <a:off x="417600" y="764520"/>
            <a:ext cx="8308800" cy="340654"/>
          </a:xfrm>
          <a:prstGeom prst="rect">
            <a:avLst/>
          </a:prstGeom>
        </p:spPr>
        <p:txBody>
          <a:bodyPr lIns="0" tIns="0" rIns="0" bIns="0"/>
          <a:lstStyle>
            <a:lvl1pPr marL="0" indent="0">
              <a:lnSpc>
                <a:spcPct val="100000"/>
              </a:lnSpc>
              <a:spcBef>
                <a:spcPts val="0"/>
              </a:spcBef>
              <a:buNone/>
              <a:defRPr sz="1800" baseline="0">
                <a:solidFill>
                  <a:schemeClr val="tx2"/>
                </a:solidFill>
                <a:latin typeface="Nokia Pure Headline Light" panose="020B0304020202020204" pitchFamily="34" charset="0"/>
              </a:defRPr>
            </a:lvl1pPr>
          </a:lstStyle>
          <a:p>
            <a:pPr lvl="0"/>
            <a:r>
              <a:rPr lang="en-US" noProof="0" dirty="0"/>
              <a:t>Click to edit headline</a:t>
            </a:r>
          </a:p>
        </p:txBody>
      </p:sp>
      <p:sp>
        <p:nvSpPr>
          <p:cNvPr id="5" name="Text Placeholder 12">
            <a:extLst>
              <a:ext uri="{FF2B5EF4-FFF2-40B4-BE49-F238E27FC236}">
                <a16:creationId xmlns:a16="http://schemas.microsoft.com/office/drawing/2014/main" id="{725B0BB8-7D8D-1CFB-75CE-E19F62B9211C}"/>
              </a:ext>
            </a:extLst>
          </p:cNvPr>
          <p:cNvSpPr>
            <a:spLocks noGrp="1"/>
          </p:cNvSpPr>
          <p:nvPr>
            <p:ph type="body" sz="quarter" idx="15"/>
          </p:nvPr>
        </p:nvSpPr>
        <p:spPr>
          <a:xfrm>
            <a:off x="417338" y="1260000"/>
            <a:ext cx="1980000" cy="3118980"/>
          </a:xfrm>
          <a:prstGeom prst="rect">
            <a:avLst/>
          </a:prstGeom>
        </p:spPr>
        <p:txBody>
          <a:bodyPr lIns="0" tIns="0" rIns="0" bIns="0"/>
          <a:lstStyle>
            <a:lvl1pPr marL="180000" indent="-180000">
              <a:lnSpc>
                <a:spcPct val="100000"/>
              </a:lnSpc>
              <a:spcBef>
                <a:spcPts val="0"/>
              </a:spcBef>
              <a:spcAft>
                <a:spcPts val="600"/>
              </a:spcAft>
              <a:buSzPct val="70000"/>
              <a:defRPr sz="1200">
                <a:solidFill>
                  <a:schemeClr val="tx2"/>
                </a:solidFill>
              </a:defRPr>
            </a:lvl1pPr>
            <a:lvl2pPr marL="360000" indent="-180000">
              <a:lnSpc>
                <a:spcPct val="100000"/>
              </a:lnSpc>
              <a:spcBef>
                <a:spcPts val="0"/>
              </a:spcBef>
              <a:spcAft>
                <a:spcPts val="600"/>
              </a:spcAft>
              <a:buSzPct val="70000"/>
              <a:defRPr sz="1200">
                <a:solidFill>
                  <a:schemeClr val="tx2"/>
                </a:solidFill>
              </a:defRPr>
            </a:lvl2pPr>
            <a:lvl3pPr marL="540000" indent="-180000">
              <a:lnSpc>
                <a:spcPct val="100000"/>
              </a:lnSpc>
              <a:spcBef>
                <a:spcPts val="0"/>
              </a:spcBef>
              <a:spcAft>
                <a:spcPts val="600"/>
              </a:spcAft>
              <a:buSzPct val="70000"/>
              <a:defRPr sz="1200">
                <a:solidFill>
                  <a:schemeClr val="tx2"/>
                </a:solidFill>
              </a:defRPr>
            </a:lvl3pPr>
            <a:lvl4pPr marL="720000" indent="-180000">
              <a:lnSpc>
                <a:spcPct val="100000"/>
              </a:lnSpc>
              <a:spcBef>
                <a:spcPts val="0"/>
              </a:spcBef>
              <a:spcAft>
                <a:spcPts val="600"/>
              </a:spcAft>
              <a:buSzPct val="70000"/>
              <a:defRPr lang="en-US" sz="1200" kern="1200" dirty="0">
                <a:solidFill>
                  <a:schemeClr val="tx2"/>
                </a:solidFill>
                <a:latin typeface="+mn-lt"/>
                <a:ea typeface="+mn-ea"/>
                <a:cs typeface="+mn-cs"/>
              </a:defRPr>
            </a:lvl4pPr>
            <a:lvl5pPr marL="900000" indent="-180000">
              <a:lnSpc>
                <a:spcPct val="100000"/>
              </a:lnSpc>
              <a:spcBef>
                <a:spcPts val="0"/>
              </a:spcBef>
              <a:spcAft>
                <a:spcPts val="600"/>
              </a:spcAft>
              <a:buSzPct val="70000"/>
              <a:defRPr sz="1200">
                <a:solidFill>
                  <a:schemeClr val="tx2"/>
                </a:solidFill>
              </a:defRPr>
            </a:lvl5pPr>
            <a:lvl6pPr marL="1080000" indent="-180000">
              <a:lnSpc>
                <a:spcPct val="100000"/>
              </a:lnSpc>
              <a:spcBef>
                <a:spcPts val="0"/>
              </a:spcBef>
              <a:buSzPct val="70000"/>
              <a:buFont typeface="Arial" panose="020B0604020202020204" pitchFamily="34" charset="0"/>
              <a:buChar char="•"/>
              <a:defRPr sz="1100">
                <a:solidFill>
                  <a:schemeClr val="tx2"/>
                </a:solidFill>
              </a:defRPr>
            </a:lvl6pPr>
            <a:lvl7pPr marL="1080000">
              <a:defRPr sz="12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12">
            <a:extLst>
              <a:ext uri="{FF2B5EF4-FFF2-40B4-BE49-F238E27FC236}">
                <a16:creationId xmlns:a16="http://schemas.microsoft.com/office/drawing/2014/main" id="{1BB609BD-442B-5330-C543-B4F748F8321A}"/>
              </a:ext>
            </a:extLst>
          </p:cNvPr>
          <p:cNvSpPr>
            <a:spLocks noGrp="1"/>
          </p:cNvSpPr>
          <p:nvPr>
            <p:ph type="body" sz="quarter" idx="16"/>
          </p:nvPr>
        </p:nvSpPr>
        <p:spPr>
          <a:xfrm>
            <a:off x="2526332" y="1260000"/>
            <a:ext cx="1980000" cy="3118980"/>
          </a:xfrm>
          <a:prstGeom prst="rect">
            <a:avLst/>
          </a:prstGeom>
        </p:spPr>
        <p:txBody>
          <a:bodyPr lIns="0" tIns="0" rIns="0" bIns="0"/>
          <a:lstStyle>
            <a:lvl1pPr marL="180000" indent="-180000">
              <a:lnSpc>
                <a:spcPct val="100000"/>
              </a:lnSpc>
              <a:spcBef>
                <a:spcPts val="0"/>
              </a:spcBef>
              <a:spcAft>
                <a:spcPts val="600"/>
              </a:spcAft>
              <a:buSzPct val="70000"/>
              <a:defRPr sz="1200">
                <a:solidFill>
                  <a:schemeClr val="tx2"/>
                </a:solidFill>
              </a:defRPr>
            </a:lvl1pPr>
            <a:lvl2pPr marL="360000" indent="-180000">
              <a:lnSpc>
                <a:spcPct val="100000"/>
              </a:lnSpc>
              <a:spcBef>
                <a:spcPts val="0"/>
              </a:spcBef>
              <a:spcAft>
                <a:spcPts val="600"/>
              </a:spcAft>
              <a:buSzPct val="70000"/>
              <a:defRPr sz="1200">
                <a:solidFill>
                  <a:schemeClr val="tx2"/>
                </a:solidFill>
              </a:defRPr>
            </a:lvl2pPr>
            <a:lvl3pPr marL="540000" indent="-180000">
              <a:lnSpc>
                <a:spcPct val="100000"/>
              </a:lnSpc>
              <a:spcBef>
                <a:spcPts val="0"/>
              </a:spcBef>
              <a:spcAft>
                <a:spcPts val="600"/>
              </a:spcAft>
              <a:buSzPct val="70000"/>
              <a:defRPr sz="1200">
                <a:solidFill>
                  <a:schemeClr val="tx2"/>
                </a:solidFill>
              </a:defRPr>
            </a:lvl3pPr>
            <a:lvl4pPr marL="720000" indent="-180000">
              <a:lnSpc>
                <a:spcPct val="100000"/>
              </a:lnSpc>
              <a:spcBef>
                <a:spcPts val="0"/>
              </a:spcBef>
              <a:spcAft>
                <a:spcPts val="600"/>
              </a:spcAft>
              <a:buSzPct val="70000"/>
              <a:defRPr lang="en-US" sz="1200" kern="1200" dirty="0">
                <a:solidFill>
                  <a:schemeClr val="tx2"/>
                </a:solidFill>
                <a:latin typeface="+mn-lt"/>
                <a:ea typeface="+mn-ea"/>
                <a:cs typeface="+mn-cs"/>
              </a:defRPr>
            </a:lvl4pPr>
            <a:lvl5pPr marL="900000" indent="-180000">
              <a:lnSpc>
                <a:spcPct val="100000"/>
              </a:lnSpc>
              <a:spcBef>
                <a:spcPts val="0"/>
              </a:spcBef>
              <a:spcAft>
                <a:spcPts val="600"/>
              </a:spcAft>
              <a:buSzPct val="70000"/>
              <a:defRPr sz="1200">
                <a:solidFill>
                  <a:schemeClr val="tx2"/>
                </a:solidFill>
              </a:defRPr>
            </a:lvl5pPr>
            <a:lvl6pPr marL="1080000" indent="-180000">
              <a:lnSpc>
                <a:spcPct val="100000"/>
              </a:lnSpc>
              <a:spcBef>
                <a:spcPts val="0"/>
              </a:spcBef>
              <a:buSzPct val="70000"/>
              <a:buFont typeface="Arial" panose="020B0604020202020204" pitchFamily="34" charset="0"/>
              <a:buChar char="•"/>
              <a:defRPr sz="1100">
                <a:solidFill>
                  <a:schemeClr val="tx2"/>
                </a:solidFill>
              </a:defRPr>
            </a:lvl6pPr>
            <a:lvl7pPr marL="1080000">
              <a:defRPr sz="12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12">
            <a:extLst>
              <a:ext uri="{FF2B5EF4-FFF2-40B4-BE49-F238E27FC236}">
                <a16:creationId xmlns:a16="http://schemas.microsoft.com/office/drawing/2014/main" id="{E664E6E2-580B-C0EC-85A4-858E1F7656F4}"/>
              </a:ext>
            </a:extLst>
          </p:cNvPr>
          <p:cNvSpPr>
            <a:spLocks noGrp="1"/>
          </p:cNvSpPr>
          <p:nvPr>
            <p:ph type="body" sz="quarter" idx="17"/>
          </p:nvPr>
        </p:nvSpPr>
        <p:spPr>
          <a:xfrm>
            <a:off x="4635326" y="1260000"/>
            <a:ext cx="1980000" cy="3118980"/>
          </a:xfrm>
          <a:prstGeom prst="rect">
            <a:avLst/>
          </a:prstGeom>
        </p:spPr>
        <p:txBody>
          <a:bodyPr lIns="0" tIns="0" rIns="0" bIns="0"/>
          <a:lstStyle>
            <a:lvl1pPr marL="180000" indent="-180000">
              <a:lnSpc>
                <a:spcPct val="100000"/>
              </a:lnSpc>
              <a:spcBef>
                <a:spcPts val="0"/>
              </a:spcBef>
              <a:spcAft>
                <a:spcPts val="600"/>
              </a:spcAft>
              <a:buSzPct val="70000"/>
              <a:defRPr sz="1200">
                <a:solidFill>
                  <a:schemeClr val="tx2"/>
                </a:solidFill>
              </a:defRPr>
            </a:lvl1pPr>
            <a:lvl2pPr marL="360000" indent="-180000">
              <a:lnSpc>
                <a:spcPct val="100000"/>
              </a:lnSpc>
              <a:spcBef>
                <a:spcPts val="0"/>
              </a:spcBef>
              <a:spcAft>
                <a:spcPts val="600"/>
              </a:spcAft>
              <a:buSzPct val="70000"/>
              <a:defRPr sz="1200">
                <a:solidFill>
                  <a:schemeClr val="tx2"/>
                </a:solidFill>
              </a:defRPr>
            </a:lvl2pPr>
            <a:lvl3pPr marL="540000" indent="-180000">
              <a:lnSpc>
                <a:spcPct val="100000"/>
              </a:lnSpc>
              <a:spcBef>
                <a:spcPts val="0"/>
              </a:spcBef>
              <a:spcAft>
                <a:spcPts val="600"/>
              </a:spcAft>
              <a:buSzPct val="70000"/>
              <a:defRPr sz="1200">
                <a:solidFill>
                  <a:schemeClr val="tx2"/>
                </a:solidFill>
              </a:defRPr>
            </a:lvl3pPr>
            <a:lvl4pPr marL="720000" indent="-180000">
              <a:lnSpc>
                <a:spcPct val="100000"/>
              </a:lnSpc>
              <a:spcBef>
                <a:spcPts val="0"/>
              </a:spcBef>
              <a:spcAft>
                <a:spcPts val="600"/>
              </a:spcAft>
              <a:buSzPct val="70000"/>
              <a:defRPr lang="en-US" sz="1200" kern="1200" dirty="0">
                <a:solidFill>
                  <a:schemeClr val="tx2"/>
                </a:solidFill>
                <a:latin typeface="+mn-lt"/>
                <a:ea typeface="+mn-ea"/>
                <a:cs typeface="+mn-cs"/>
              </a:defRPr>
            </a:lvl4pPr>
            <a:lvl5pPr marL="900000" indent="-180000">
              <a:lnSpc>
                <a:spcPct val="100000"/>
              </a:lnSpc>
              <a:spcBef>
                <a:spcPts val="0"/>
              </a:spcBef>
              <a:spcAft>
                <a:spcPts val="600"/>
              </a:spcAft>
              <a:buSzPct val="70000"/>
              <a:defRPr sz="1200">
                <a:solidFill>
                  <a:schemeClr val="tx2"/>
                </a:solidFill>
              </a:defRPr>
            </a:lvl5pPr>
            <a:lvl6pPr marL="1080000" indent="-180000">
              <a:lnSpc>
                <a:spcPct val="100000"/>
              </a:lnSpc>
              <a:spcBef>
                <a:spcPts val="0"/>
              </a:spcBef>
              <a:buSzPct val="70000"/>
              <a:buFont typeface="Arial" panose="020B0604020202020204" pitchFamily="34" charset="0"/>
              <a:buChar char="•"/>
              <a:defRPr sz="1100">
                <a:solidFill>
                  <a:schemeClr val="tx2"/>
                </a:solidFill>
              </a:defRPr>
            </a:lvl6pPr>
            <a:lvl7pPr marL="1080000">
              <a:defRPr sz="12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ext Placeholder 12">
            <a:extLst>
              <a:ext uri="{FF2B5EF4-FFF2-40B4-BE49-F238E27FC236}">
                <a16:creationId xmlns:a16="http://schemas.microsoft.com/office/drawing/2014/main" id="{9C0B71B1-8B5E-9FD1-A1AD-D5AD8A665FFB}"/>
              </a:ext>
            </a:extLst>
          </p:cNvPr>
          <p:cNvSpPr>
            <a:spLocks noGrp="1"/>
          </p:cNvSpPr>
          <p:nvPr>
            <p:ph type="body" sz="quarter" idx="18"/>
          </p:nvPr>
        </p:nvSpPr>
        <p:spPr>
          <a:xfrm>
            <a:off x="6744320" y="1260000"/>
            <a:ext cx="1980000" cy="3118980"/>
          </a:xfrm>
          <a:prstGeom prst="rect">
            <a:avLst/>
          </a:prstGeom>
        </p:spPr>
        <p:txBody>
          <a:bodyPr lIns="0" tIns="0" rIns="0" bIns="0"/>
          <a:lstStyle>
            <a:lvl1pPr marL="180000" indent="-180000">
              <a:lnSpc>
                <a:spcPct val="100000"/>
              </a:lnSpc>
              <a:spcBef>
                <a:spcPts val="0"/>
              </a:spcBef>
              <a:spcAft>
                <a:spcPts val="600"/>
              </a:spcAft>
              <a:buSzPct val="70000"/>
              <a:defRPr sz="1200">
                <a:solidFill>
                  <a:schemeClr val="tx2"/>
                </a:solidFill>
              </a:defRPr>
            </a:lvl1pPr>
            <a:lvl2pPr marL="360000" indent="-180000">
              <a:lnSpc>
                <a:spcPct val="100000"/>
              </a:lnSpc>
              <a:spcBef>
                <a:spcPts val="0"/>
              </a:spcBef>
              <a:spcAft>
                <a:spcPts val="600"/>
              </a:spcAft>
              <a:buSzPct val="70000"/>
              <a:defRPr sz="1200">
                <a:solidFill>
                  <a:schemeClr val="tx2"/>
                </a:solidFill>
              </a:defRPr>
            </a:lvl2pPr>
            <a:lvl3pPr marL="540000" indent="-180000">
              <a:lnSpc>
                <a:spcPct val="100000"/>
              </a:lnSpc>
              <a:spcBef>
                <a:spcPts val="0"/>
              </a:spcBef>
              <a:spcAft>
                <a:spcPts val="600"/>
              </a:spcAft>
              <a:buSzPct val="70000"/>
              <a:defRPr sz="1200">
                <a:solidFill>
                  <a:schemeClr val="tx2"/>
                </a:solidFill>
              </a:defRPr>
            </a:lvl3pPr>
            <a:lvl4pPr marL="720000" indent="-180000">
              <a:lnSpc>
                <a:spcPct val="100000"/>
              </a:lnSpc>
              <a:spcBef>
                <a:spcPts val="0"/>
              </a:spcBef>
              <a:spcAft>
                <a:spcPts val="600"/>
              </a:spcAft>
              <a:buSzPct val="70000"/>
              <a:defRPr lang="en-US" sz="1200" kern="1200" dirty="0">
                <a:solidFill>
                  <a:schemeClr val="tx2"/>
                </a:solidFill>
                <a:latin typeface="+mn-lt"/>
                <a:ea typeface="+mn-ea"/>
                <a:cs typeface="+mn-cs"/>
              </a:defRPr>
            </a:lvl4pPr>
            <a:lvl5pPr marL="900000" indent="-180000">
              <a:lnSpc>
                <a:spcPct val="100000"/>
              </a:lnSpc>
              <a:spcBef>
                <a:spcPts val="0"/>
              </a:spcBef>
              <a:spcAft>
                <a:spcPts val="600"/>
              </a:spcAft>
              <a:buSzPct val="70000"/>
              <a:defRPr sz="1200">
                <a:solidFill>
                  <a:schemeClr val="tx2"/>
                </a:solidFill>
              </a:defRPr>
            </a:lvl5pPr>
            <a:lvl6pPr marL="1080000" indent="-180000">
              <a:lnSpc>
                <a:spcPct val="100000"/>
              </a:lnSpc>
              <a:spcBef>
                <a:spcPts val="0"/>
              </a:spcBef>
              <a:buSzPct val="70000"/>
              <a:buFont typeface="Arial" panose="020B0604020202020204" pitchFamily="34" charset="0"/>
              <a:buChar char="•"/>
              <a:defRPr sz="1100">
                <a:solidFill>
                  <a:schemeClr val="tx2"/>
                </a:solidFill>
              </a:defRPr>
            </a:lvl6pPr>
            <a:lvl7pPr marL="1080000">
              <a:defRPr sz="12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Box 12">
            <a:extLst>
              <a:ext uri="{FF2B5EF4-FFF2-40B4-BE49-F238E27FC236}">
                <a16:creationId xmlns:a16="http://schemas.microsoft.com/office/drawing/2014/main" id="{27239245-EC69-0915-96DF-689D05839B68}"/>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4" name="Slide Number Placeholder 5">
            <a:extLst>
              <a:ext uri="{FF2B5EF4-FFF2-40B4-BE49-F238E27FC236}">
                <a16:creationId xmlns:a16="http://schemas.microsoft.com/office/drawing/2014/main" id="{11E7D37B-C01D-8FDC-39D7-B6613DBAB486}"/>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cxnSp>
        <p:nvCxnSpPr>
          <p:cNvPr id="15" name="Straight Connector 14">
            <a:extLst>
              <a:ext uri="{FF2B5EF4-FFF2-40B4-BE49-F238E27FC236}">
                <a16:creationId xmlns:a16="http://schemas.microsoft.com/office/drawing/2014/main" id="{12D8ACCE-D657-1865-39B4-712A9F5DDA4A}"/>
              </a:ext>
            </a:extLst>
          </p:cNvPr>
          <p:cNvCxnSpPr>
            <a:cxnSpLocks/>
          </p:cNvCxnSpPr>
          <p:nvPr userDrawn="1"/>
        </p:nvCxnSpPr>
        <p:spPr>
          <a:xfrm>
            <a:off x="1400627" y="4830552"/>
            <a:ext cx="0" cy="14400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
        <p:nvSpPr>
          <p:cNvPr id="16" name="Footer Placeholder 2">
            <a:extLst>
              <a:ext uri="{FF2B5EF4-FFF2-40B4-BE49-F238E27FC236}">
                <a16:creationId xmlns:a16="http://schemas.microsoft.com/office/drawing/2014/main" id="{CD2F1279-1655-0D51-01CE-FA8A8342117F}"/>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Apply appropriate data classification. Apply document ID (if applicable).</a:t>
            </a:r>
            <a:endParaRPr lang="en-US" dirty="0"/>
          </a:p>
        </p:txBody>
      </p:sp>
      <p:pic>
        <p:nvPicPr>
          <p:cNvPr id="2" name="Picture 1">
            <a:extLst>
              <a:ext uri="{FF2B5EF4-FFF2-40B4-BE49-F238E27FC236}">
                <a16:creationId xmlns:a16="http://schemas.microsoft.com/office/drawing/2014/main" id="{A705DAE6-F59F-51AE-BB85-D71744D09BB0}"/>
              </a:ext>
            </a:extLst>
          </p:cNvPr>
          <p:cNvPicPr>
            <a:picLocks noChangeAspect="1"/>
          </p:cNvPicPr>
          <p:nvPr userDrawn="1"/>
        </p:nvPicPr>
        <p:blipFill>
          <a:blip r:embed="rId2"/>
          <a:stretch>
            <a:fillRect/>
          </a:stretch>
        </p:blipFill>
        <p:spPr>
          <a:xfrm>
            <a:off x="6788050" y="4683564"/>
            <a:ext cx="2167796" cy="349981"/>
          </a:xfrm>
          <a:prstGeom prst="rect">
            <a:avLst/>
          </a:prstGeom>
        </p:spPr>
      </p:pic>
    </p:spTree>
    <p:extLst>
      <p:ext uri="{BB962C8B-B14F-4D97-AF65-F5344CB8AC3E}">
        <p14:creationId xmlns:p14="http://schemas.microsoft.com/office/powerpoint/2010/main" val="19578519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5 Numbered text">
    <p:spTree>
      <p:nvGrpSpPr>
        <p:cNvPr id="1" name=""/>
        <p:cNvGrpSpPr/>
        <p:nvPr/>
      </p:nvGrpSpPr>
      <p:grpSpPr>
        <a:xfrm>
          <a:off x="0" y="0"/>
          <a:ext cx="0" cy="0"/>
          <a:chOff x="0" y="0"/>
          <a:chExt cx="0" cy="0"/>
        </a:xfrm>
      </p:grpSpPr>
      <p:sp>
        <p:nvSpPr>
          <p:cNvPr id="6" name="Text Placeholder 42">
            <a:extLst>
              <a:ext uri="{FF2B5EF4-FFF2-40B4-BE49-F238E27FC236}">
                <a16:creationId xmlns:a16="http://schemas.microsoft.com/office/drawing/2014/main" id="{D048D520-8858-4E4E-8511-3306272E38FC}"/>
              </a:ext>
            </a:extLst>
          </p:cNvPr>
          <p:cNvSpPr>
            <a:spLocks noGrp="1"/>
          </p:cNvSpPr>
          <p:nvPr>
            <p:ph type="body" sz="quarter" idx="12" hasCustomPrompt="1"/>
          </p:nvPr>
        </p:nvSpPr>
        <p:spPr>
          <a:xfrm>
            <a:off x="417600" y="395946"/>
            <a:ext cx="8308800" cy="340654"/>
          </a:xfrm>
          <a:prstGeom prst="rect">
            <a:avLst/>
          </a:prstGeom>
        </p:spPr>
        <p:txBody>
          <a:bodyPr lIns="0" tIns="0" rIns="0" bIns="0"/>
          <a:lstStyle>
            <a:lvl1pPr marL="0" indent="0">
              <a:lnSpc>
                <a:spcPct val="100000"/>
              </a:lnSpc>
              <a:spcBef>
                <a:spcPts val="0"/>
              </a:spcBef>
              <a:buNone/>
              <a:defRPr sz="2400" baseline="0">
                <a:solidFill>
                  <a:schemeClr val="accent1"/>
                </a:solidFill>
                <a:latin typeface="Nokia Pure Headline Light" panose="020B0304020202020204" pitchFamily="34" charset="0"/>
              </a:defRPr>
            </a:lvl1pPr>
          </a:lstStyle>
          <a:p>
            <a:pPr lvl="0"/>
            <a:r>
              <a:rPr lang="en-US" noProof="0" dirty="0"/>
              <a:t>Click to edit headline</a:t>
            </a:r>
          </a:p>
        </p:txBody>
      </p:sp>
      <p:sp>
        <p:nvSpPr>
          <p:cNvPr id="4" name="Text Placeholder 42">
            <a:extLst>
              <a:ext uri="{FF2B5EF4-FFF2-40B4-BE49-F238E27FC236}">
                <a16:creationId xmlns:a16="http://schemas.microsoft.com/office/drawing/2014/main" id="{73EC6F19-4B79-4103-93C9-A7D00929D42E}"/>
              </a:ext>
            </a:extLst>
          </p:cNvPr>
          <p:cNvSpPr>
            <a:spLocks noGrp="1"/>
          </p:cNvSpPr>
          <p:nvPr>
            <p:ph type="body" sz="quarter" idx="13" hasCustomPrompt="1"/>
          </p:nvPr>
        </p:nvSpPr>
        <p:spPr>
          <a:xfrm>
            <a:off x="417600" y="764520"/>
            <a:ext cx="8308800" cy="340654"/>
          </a:xfrm>
          <a:prstGeom prst="rect">
            <a:avLst/>
          </a:prstGeom>
        </p:spPr>
        <p:txBody>
          <a:bodyPr lIns="0" tIns="0" rIns="0" bIns="0"/>
          <a:lstStyle>
            <a:lvl1pPr marL="0" indent="0">
              <a:lnSpc>
                <a:spcPct val="100000"/>
              </a:lnSpc>
              <a:spcBef>
                <a:spcPts val="0"/>
              </a:spcBef>
              <a:buNone/>
              <a:defRPr sz="1800" baseline="0">
                <a:solidFill>
                  <a:schemeClr val="tx2"/>
                </a:solidFill>
                <a:latin typeface="Nokia Pure Headline Light" panose="020B0304020202020204" pitchFamily="34" charset="0"/>
              </a:defRPr>
            </a:lvl1pPr>
          </a:lstStyle>
          <a:p>
            <a:pPr lvl="0"/>
            <a:r>
              <a:rPr lang="en-US" noProof="0" dirty="0"/>
              <a:t>Click to edit headline</a:t>
            </a:r>
          </a:p>
        </p:txBody>
      </p:sp>
      <p:sp>
        <p:nvSpPr>
          <p:cNvPr id="3" name="Text Placeholder 2">
            <a:extLst>
              <a:ext uri="{FF2B5EF4-FFF2-40B4-BE49-F238E27FC236}">
                <a16:creationId xmlns:a16="http://schemas.microsoft.com/office/drawing/2014/main" id="{E0427494-DD66-A478-7CF6-11C578BC21E9}"/>
              </a:ext>
            </a:extLst>
          </p:cNvPr>
          <p:cNvSpPr>
            <a:spLocks noGrp="1"/>
          </p:cNvSpPr>
          <p:nvPr>
            <p:ph type="body" sz="quarter" idx="14" hasCustomPrompt="1"/>
          </p:nvPr>
        </p:nvSpPr>
        <p:spPr>
          <a:xfrm>
            <a:off x="417600" y="1260000"/>
            <a:ext cx="8308800" cy="3118980"/>
          </a:xfrm>
          <a:prstGeom prst="rect">
            <a:avLst/>
          </a:prstGeom>
        </p:spPr>
        <p:txBody>
          <a:bodyPr lIns="0" tIns="0" rIns="0" bIns="0"/>
          <a:lstStyle>
            <a:lvl1pPr marL="228600" indent="-228600">
              <a:lnSpc>
                <a:spcPct val="100000"/>
              </a:lnSpc>
              <a:spcBef>
                <a:spcPts val="0"/>
              </a:spcBef>
              <a:spcAft>
                <a:spcPts val="600"/>
              </a:spcAft>
              <a:buFont typeface="+mj-lt"/>
              <a:buAutoNum type="arabicPeriod"/>
              <a:defRPr sz="1200">
                <a:solidFill>
                  <a:schemeClr val="tx2"/>
                </a:solidFill>
              </a:defRPr>
            </a:lvl1pPr>
            <a:lvl2pPr marL="408600" indent="-228600">
              <a:lnSpc>
                <a:spcPct val="100000"/>
              </a:lnSpc>
              <a:spcBef>
                <a:spcPts val="0"/>
              </a:spcBef>
              <a:spcAft>
                <a:spcPts val="600"/>
              </a:spcAft>
              <a:buFont typeface="+mj-lt"/>
              <a:buAutoNum type="arabicPeriod" startAt="2"/>
              <a:defRPr sz="1200">
                <a:solidFill>
                  <a:schemeClr val="tx2"/>
                </a:solidFill>
              </a:defRPr>
            </a:lvl2pPr>
            <a:lvl3pPr marL="588600" indent="-228600">
              <a:lnSpc>
                <a:spcPct val="100000"/>
              </a:lnSpc>
              <a:spcBef>
                <a:spcPts val="0"/>
              </a:spcBef>
              <a:spcAft>
                <a:spcPts val="600"/>
              </a:spcAft>
              <a:buFont typeface="+mj-lt"/>
              <a:buAutoNum type="arabicPeriod" startAt="3"/>
              <a:defRPr sz="1200">
                <a:solidFill>
                  <a:schemeClr val="tx2"/>
                </a:solidFill>
              </a:defRPr>
            </a:lvl3pPr>
            <a:lvl4pPr marL="768600" indent="-228600">
              <a:lnSpc>
                <a:spcPct val="100000"/>
              </a:lnSpc>
              <a:spcBef>
                <a:spcPts val="0"/>
              </a:spcBef>
              <a:spcAft>
                <a:spcPts val="600"/>
              </a:spcAft>
              <a:buFont typeface="+mj-lt"/>
              <a:buAutoNum type="arabicPeriod" startAt="4"/>
              <a:defRPr sz="1200">
                <a:solidFill>
                  <a:schemeClr val="tx2"/>
                </a:solidFill>
              </a:defRPr>
            </a:lvl4pPr>
            <a:lvl5pPr marL="957150" indent="-228600">
              <a:lnSpc>
                <a:spcPct val="100000"/>
              </a:lnSpc>
              <a:spcBef>
                <a:spcPts val="0"/>
              </a:spcBef>
              <a:spcAft>
                <a:spcPts val="600"/>
              </a:spcAft>
              <a:buFont typeface="+mj-lt"/>
              <a:buAutoNum type="arabicPeriod" startAt="5"/>
              <a:defRPr sz="1200">
                <a:solidFill>
                  <a:schemeClr val="tx2"/>
                </a:solidFill>
              </a:defRPr>
            </a:lvl5pPr>
          </a:lstStyle>
          <a:p>
            <a:pPr lvl="0"/>
            <a:r>
              <a:rPr lang="en-US" dirty="0"/>
              <a:t>Text here</a:t>
            </a:r>
          </a:p>
          <a:p>
            <a:pPr lvl="1"/>
            <a:r>
              <a:rPr lang="en-US" dirty="0"/>
              <a:t>Text here</a:t>
            </a:r>
          </a:p>
          <a:p>
            <a:pPr lvl="2"/>
            <a:r>
              <a:rPr lang="en-US" dirty="0"/>
              <a:t>Text here</a:t>
            </a:r>
          </a:p>
          <a:p>
            <a:pPr lvl="3"/>
            <a:r>
              <a:rPr lang="en-US" dirty="0"/>
              <a:t>Text here</a:t>
            </a:r>
          </a:p>
          <a:p>
            <a:pPr marL="957150" marR="0" lvl="4" indent="-228600" algn="l" defTabSz="685800" rtl="0" eaLnBrk="1" fontAlgn="auto" latinLnBrk="0" hangingPunct="1">
              <a:lnSpc>
                <a:spcPct val="100000"/>
              </a:lnSpc>
              <a:spcBef>
                <a:spcPts val="0"/>
              </a:spcBef>
              <a:spcAft>
                <a:spcPts val="300"/>
              </a:spcAft>
              <a:buClrTx/>
              <a:buSzTx/>
              <a:tabLst/>
              <a:defRPr/>
            </a:pPr>
            <a:r>
              <a:rPr lang="en-US" dirty="0"/>
              <a:t>Text here</a:t>
            </a:r>
          </a:p>
        </p:txBody>
      </p:sp>
      <p:sp>
        <p:nvSpPr>
          <p:cNvPr id="10" name="TextBox 9">
            <a:extLst>
              <a:ext uri="{FF2B5EF4-FFF2-40B4-BE49-F238E27FC236}">
                <a16:creationId xmlns:a16="http://schemas.microsoft.com/office/drawing/2014/main" id="{5D6B4C56-703F-C230-A142-8BA0A116DEDB}"/>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1" name="Slide Number Placeholder 5">
            <a:extLst>
              <a:ext uri="{FF2B5EF4-FFF2-40B4-BE49-F238E27FC236}">
                <a16:creationId xmlns:a16="http://schemas.microsoft.com/office/drawing/2014/main" id="{1F6435CA-6601-0B80-DBC4-827F05548E98}"/>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cxnSp>
        <p:nvCxnSpPr>
          <p:cNvPr id="12" name="Straight Connector 11">
            <a:extLst>
              <a:ext uri="{FF2B5EF4-FFF2-40B4-BE49-F238E27FC236}">
                <a16:creationId xmlns:a16="http://schemas.microsoft.com/office/drawing/2014/main" id="{6DD1AEB7-7A91-F37A-8098-1A01C413E0CA}"/>
              </a:ext>
            </a:extLst>
          </p:cNvPr>
          <p:cNvCxnSpPr>
            <a:cxnSpLocks/>
          </p:cNvCxnSpPr>
          <p:nvPr userDrawn="1"/>
        </p:nvCxnSpPr>
        <p:spPr>
          <a:xfrm>
            <a:off x="1400627" y="4830552"/>
            <a:ext cx="0" cy="14400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
        <p:nvSpPr>
          <p:cNvPr id="13" name="Footer Placeholder 2">
            <a:extLst>
              <a:ext uri="{FF2B5EF4-FFF2-40B4-BE49-F238E27FC236}">
                <a16:creationId xmlns:a16="http://schemas.microsoft.com/office/drawing/2014/main" id="{D1F0A7CA-1E30-E2BF-7969-46EE62F47BE6}"/>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Apply appropriate data classification. Apply document ID (if applicable).</a:t>
            </a:r>
            <a:endParaRPr lang="en-US" dirty="0"/>
          </a:p>
        </p:txBody>
      </p:sp>
      <p:pic>
        <p:nvPicPr>
          <p:cNvPr id="2" name="Picture 1">
            <a:extLst>
              <a:ext uri="{FF2B5EF4-FFF2-40B4-BE49-F238E27FC236}">
                <a16:creationId xmlns:a16="http://schemas.microsoft.com/office/drawing/2014/main" id="{C1B3105A-490F-4C14-DBF7-0BE40F01A692}"/>
              </a:ext>
            </a:extLst>
          </p:cNvPr>
          <p:cNvPicPr>
            <a:picLocks noChangeAspect="1"/>
          </p:cNvPicPr>
          <p:nvPr userDrawn="1"/>
        </p:nvPicPr>
        <p:blipFill>
          <a:blip r:embed="rId2"/>
          <a:stretch>
            <a:fillRect/>
          </a:stretch>
        </p:blipFill>
        <p:spPr>
          <a:xfrm>
            <a:off x="6788050" y="4683564"/>
            <a:ext cx="2167796" cy="349981"/>
          </a:xfrm>
          <a:prstGeom prst="rect">
            <a:avLst/>
          </a:prstGeom>
        </p:spPr>
      </p:pic>
    </p:spTree>
    <p:extLst>
      <p:ext uri="{BB962C8B-B14F-4D97-AF65-F5344CB8AC3E}">
        <p14:creationId xmlns:p14="http://schemas.microsoft.com/office/powerpoint/2010/main" val="12314687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1.2 Title">
    <p:spTree>
      <p:nvGrpSpPr>
        <p:cNvPr id="1" name=""/>
        <p:cNvGrpSpPr/>
        <p:nvPr/>
      </p:nvGrpSpPr>
      <p:grpSpPr>
        <a:xfrm>
          <a:off x="0" y="0"/>
          <a:ext cx="0" cy="0"/>
          <a:chOff x="0" y="0"/>
          <a:chExt cx="0" cy="0"/>
        </a:xfrm>
      </p:grpSpPr>
      <p:sp>
        <p:nvSpPr>
          <p:cNvPr id="5" name="Text Placeholder 42">
            <a:extLst>
              <a:ext uri="{FF2B5EF4-FFF2-40B4-BE49-F238E27FC236}">
                <a16:creationId xmlns:a16="http://schemas.microsoft.com/office/drawing/2014/main" id="{4B403941-CFEA-9A2F-6625-4961A6C63DBE}"/>
              </a:ext>
            </a:extLst>
          </p:cNvPr>
          <p:cNvSpPr>
            <a:spLocks noGrp="1"/>
          </p:cNvSpPr>
          <p:nvPr>
            <p:ph type="body" sz="quarter" idx="11" hasCustomPrompt="1"/>
          </p:nvPr>
        </p:nvSpPr>
        <p:spPr>
          <a:xfrm>
            <a:off x="417600" y="1080000"/>
            <a:ext cx="8308800" cy="1760501"/>
          </a:xfrm>
          <a:prstGeom prst="rect">
            <a:avLst/>
          </a:prstGeom>
        </p:spPr>
        <p:txBody>
          <a:bodyPr lIns="0" tIns="0" rIns="0" bIns="0"/>
          <a:lstStyle>
            <a:lvl1pPr marL="0" indent="0">
              <a:buNone/>
              <a:defRPr sz="5400" baseline="0">
                <a:solidFill>
                  <a:schemeClr val="accent1"/>
                </a:solidFill>
                <a:latin typeface="Nokia Pure Headline Ultra Light" panose="020B0204020202020204" pitchFamily="34" charset="0"/>
              </a:defRPr>
            </a:lvl1pPr>
          </a:lstStyle>
          <a:p>
            <a:pPr lvl="0"/>
            <a:r>
              <a:rPr lang="en-US" dirty="0"/>
              <a:t>Click to edit headline</a:t>
            </a:r>
          </a:p>
        </p:txBody>
      </p:sp>
      <p:sp>
        <p:nvSpPr>
          <p:cNvPr id="10" name="TextBox 9">
            <a:extLst>
              <a:ext uri="{FF2B5EF4-FFF2-40B4-BE49-F238E27FC236}">
                <a16:creationId xmlns:a16="http://schemas.microsoft.com/office/drawing/2014/main" id="{2F47F401-BF7E-355C-C976-B4494F0FF7C0}"/>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1" name="Slide Number Placeholder 5">
            <a:extLst>
              <a:ext uri="{FF2B5EF4-FFF2-40B4-BE49-F238E27FC236}">
                <a16:creationId xmlns:a16="http://schemas.microsoft.com/office/drawing/2014/main" id="{330667D5-1EF4-ED72-580D-4CC841A8EFE5}"/>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cxnSp>
        <p:nvCxnSpPr>
          <p:cNvPr id="12" name="Straight Connector 11">
            <a:extLst>
              <a:ext uri="{FF2B5EF4-FFF2-40B4-BE49-F238E27FC236}">
                <a16:creationId xmlns:a16="http://schemas.microsoft.com/office/drawing/2014/main" id="{42C2BFC7-9CB5-7F26-76B9-912A813A2A55}"/>
              </a:ext>
            </a:extLst>
          </p:cNvPr>
          <p:cNvCxnSpPr>
            <a:cxnSpLocks/>
          </p:cNvCxnSpPr>
          <p:nvPr userDrawn="1"/>
        </p:nvCxnSpPr>
        <p:spPr>
          <a:xfrm>
            <a:off x="1400627" y="4830552"/>
            <a:ext cx="0" cy="14400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
        <p:nvSpPr>
          <p:cNvPr id="13" name="Footer Placeholder 2">
            <a:extLst>
              <a:ext uri="{FF2B5EF4-FFF2-40B4-BE49-F238E27FC236}">
                <a16:creationId xmlns:a16="http://schemas.microsoft.com/office/drawing/2014/main" id="{FE6CA1EE-0942-8B45-95D0-3E2681D73D5F}"/>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Apply appropriate data classification. Apply document ID (if applicable).</a:t>
            </a:r>
            <a:endParaRPr lang="en-US" dirty="0"/>
          </a:p>
        </p:txBody>
      </p:sp>
      <p:pic>
        <p:nvPicPr>
          <p:cNvPr id="3" name="Picture 2">
            <a:extLst>
              <a:ext uri="{FF2B5EF4-FFF2-40B4-BE49-F238E27FC236}">
                <a16:creationId xmlns:a16="http://schemas.microsoft.com/office/drawing/2014/main" id="{E75376CD-42AC-E031-7F89-DCDFCB911555}"/>
              </a:ext>
            </a:extLst>
          </p:cNvPr>
          <p:cNvPicPr>
            <a:picLocks noChangeAspect="1"/>
          </p:cNvPicPr>
          <p:nvPr userDrawn="1"/>
        </p:nvPicPr>
        <p:blipFill>
          <a:blip r:embed="rId2"/>
          <a:stretch>
            <a:fillRect/>
          </a:stretch>
        </p:blipFill>
        <p:spPr>
          <a:xfrm>
            <a:off x="6788050" y="4683564"/>
            <a:ext cx="2167796" cy="349981"/>
          </a:xfrm>
          <a:prstGeom prst="rect">
            <a:avLst/>
          </a:prstGeom>
        </p:spPr>
      </p:pic>
    </p:spTree>
    <p:extLst>
      <p:ext uri="{BB962C8B-B14F-4D97-AF65-F5344CB8AC3E}">
        <p14:creationId xmlns:p14="http://schemas.microsoft.com/office/powerpoint/2010/main" val="4990224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6_1.2 Title">
    <p:spTree>
      <p:nvGrpSpPr>
        <p:cNvPr id="1" name=""/>
        <p:cNvGrpSpPr/>
        <p:nvPr/>
      </p:nvGrpSpPr>
      <p:grpSpPr>
        <a:xfrm>
          <a:off x="0" y="0"/>
          <a:ext cx="0" cy="0"/>
          <a:chOff x="0" y="0"/>
          <a:chExt cx="0" cy="0"/>
        </a:xfrm>
      </p:grpSpPr>
      <p:sp>
        <p:nvSpPr>
          <p:cNvPr id="3" name="Media Placeholder 6">
            <a:extLst>
              <a:ext uri="{FF2B5EF4-FFF2-40B4-BE49-F238E27FC236}">
                <a16:creationId xmlns:a16="http://schemas.microsoft.com/office/drawing/2014/main" id="{BB2531A6-B2AF-8CE3-D4E6-FFA2A6F43CBA}"/>
              </a:ext>
            </a:extLst>
          </p:cNvPr>
          <p:cNvSpPr>
            <a:spLocks noGrp="1"/>
          </p:cNvSpPr>
          <p:nvPr>
            <p:ph type="media" sz="quarter" idx="12"/>
          </p:nvPr>
        </p:nvSpPr>
        <p:spPr>
          <a:xfrm>
            <a:off x="191801" y="124894"/>
            <a:ext cx="9144000" cy="5143500"/>
          </a:xfrm>
          <a:prstGeom prst="rect">
            <a:avLst/>
          </a:prstGeom>
        </p:spPr>
        <p:txBody>
          <a:bodyPr/>
          <a:lstStyle>
            <a:lvl1pPr marL="0" indent="0">
              <a:buNone/>
              <a:defRPr>
                <a:solidFill>
                  <a:schemeClr val="accent4"/>
                </a:solidFill>
              </a:defRPr>
            </a:lvl1pPr>
          </a:lstStyle>
          <a:p>
            <a:r>
              <a:rPr lang="en-US"/>
              <a:t>Click icon to add media</a:t>
            </a:r>
            <a:endParaRPr lang="en-US" dirty="0"/>
          </a:p>
        </p:txBody>
      </p:sp>
      <p:sp>
        <p:nvSpPr>
          <p:cNvPr id="5" name="Text Placeholder 42">
            <a:extLst>
              <a:ext uri="{FF2B5EF4-FFF2-40B4-BE49-F238E27FC236}">
                <a16:creationId xmlns:a16="http://schemas.microsoft.com/office/drawing/2014/main" id="{4B403941-CFEA-9A2F-6625-4961A6C63DBE}"/>
              </a:ext>
            </a:extLst>
          </p:cNvPr>
          <p:cNvSpPr>
            <a:spLocks noGrp="1"/>
          </p:cNvSpPr>
          <p:nvPr>
            <p:ph type="body" sz="quarter" idx="11" hasCustomPrompt="1"/>
          </p:nvPr>
        </p:nvSpPr>
        <p:spPr>
          <a:xfrm>
            <a:off x="417600" y="1080000"/>
            <a:ext cx="8308800" cy="1760501"/>
          </a:xfrm>
          <a:prstGeom prst="rect">
            <a:avLst/>
          </a:prstGeom>
        </p:spPr>
        <p:txBody>
          <a:bodyPr lIns="0" tIns="0" rIns="0" bIns="0"/>
          <a:lstStyle>
            <a:lvl1pPr marL="0" indent="0">
              <a:buNone/>
              <a:defRPr sz="5400" baseline="0">
                <a:solidFill>
                  <a:schemeClr val="accent1"/>
                </a:solidFill>
                <a:latin typeface="Nokia Pure Headline Ultra Light" panose="020B0204020202020204" pitchFamily="34" charset="0"/>
              </a:defRPr>
            </a:lvl1pPr>
          </a:lstStyle>
          <a:p>
            <a:pPr lvl="0"/>
            <a:r>
              <a:rPr lang="en-US" dirty="0"/>
              <a:t>Click to edit headline</a:t>
            </a:r>
          </a:p>
        </p:txBody>
      </p:sp>
      <p:sp>
        <p:nvSpPr>
          <p:cNvPr id="10" name="TextBox 9">
            <a:extLst>
              <a:ext uri="{FF2B5EF4-FFF2-40B4-BE49-F238E27FC236}">
                <a16:creationId xmlns:a16="http://schemas.microsoft.com/office/drawing/2014/main" id="{2F47F401-BF7E-355C-C976-B4494F0FF7C0}"/>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1" name="Slide Number Placeholder 5">
            <a:extLst>
              <a:ext uri="{FF2B5EF4-FFF2-40B4-BE49-F238E27FC236}">
                <a16:creationId xmlns:a16="http://schemas.microsoft.com/office/drawing/2014/main" id="{330667D5-1EF4-ED72-580D-4CC841A8EFE5}"/>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cxnSp>
        <p:nvCxnSpPr>
          <p:cNvPr id="12" name="Straight Connector 11">
            <a:extLst>
              <a:ext uri="{FF2B5EF4-FFF2-40B4-BE49-F238E27FC236}">
                <a16:creationId xmlns:a16="http://schemas.microsoft.com/office/drawing/2014/main" id="{42C2BFC7-9CB5-7F26-76B9-912A813A2A55}"/>
              </a:ext>
            </a:extLst>
          </p:cNvPr>
          <p:cNvCxnSpPr>
            <a:cxnSpLocks/>
          </p:cNvCxnSpPr>
          <p:nvPr userDrawn="1"/>
        </p:nvCxnSpPr>
        <p:spPr>
          <a:xfrm>
            <a:off x="1400627" y="4830552"/>
            <a:ext cx="0" cy="14400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
        <p:nvSpPr>
          <p:cNvPr id="13" name="Footer Placeholder 2">
            <a:extLst>
              <a:ext uri="{FF2B5EF4-FFF2-40B4-BE49-F238E27FC236}">
                <a16:creationId xmlns:a16="http://schemas.microsoft.com/office/drawing/2014/main" id="{FE6CA1EE-0942-8B45-95D0-3E2681D73D5F}"/>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Apply appropriate data classification. Apply document ID (if applicable).</a:t>
            </a:r>
            <a:endParaRPr lang="en-US" dirty="0"/>
          </a:p>
        </p:txBody>
      </p:sp>
      <p:pic>
        <p:nvPicPr>
          <p:cNvPr id="4" name="Picture 3">
            <a:extLst>
              <a:ext uri="{FF2B5EF4-FFF2-40B4-BE49-F238E27FC236}">
                <a16:creationId xmlns:a16="http://schemas.microsoft.com/office/drawing/2014/main" id="{1645224C-D8DA-A4AB-7E64-2D60409059A4}"/>
              </a:ext>
            </a:extLst>
          </p:cNvPr>
          <p:cNvPicPr>
            <a:picLocks noChangeAspect="1"/>
          </p:cNvPicPr>
          <p:nvPr userDrawn="1"/>
        </p:nvPicPr>
        <p:blipFill>
          <a:blip r:embed="rId2"/>
          <a:stretch>
            <a:fillRect/>
          </a:stretch>
        </p:blipFill>
        <p:spPr>
          <a:xfrm>
            <a:off x="6788050" y="4683564"/>
            <a:ext cx="2167796" cy="349981"/>
          </a:xfrm>
          <a:prstGeom prst="rect">
            <a:avLst/>
          </a:prstGeom>
        </p:spPr>
      </p:pic>
    </p:spTree>
    <p:extLst>
      <p:ext uri="{BB962C8B-B14F-4D97-AF65-F5344CB8AC3E}">
        <p14:creationId xmlns:p14="http://schemas.microsoft.com/office/powerpoint/2010/main" val="30008015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6 Half image">
    <p:spTree>
      <p:nvGrpSpPr>
        <p:cNvPr id="1" name=""/>
        <p:cNvGrpSpPr/>
        <p:nvPr/>
      </p:nvGrpSpPr>
      <p:grpSpPr>
        <a:xfrm>
          <a:off x="0" y="0"/>
          <a:ext cx="0" cy="0"/>
          <a:chOff x="0" y="0"/>
          <a:chExt cx="0" cy="0"/>
        </a:xfrm>
      </p:grpSpPr>
      <p:sp>
        <p:nvSpPr>
          <p:cNvPr id="6" name="Text Placeholder 42">
            <a:extLst>
              <a:ext uri="{FF2B5EF4-FFF2-40B4-BE49-F238E27FC236}">
                <a16:creationId xmlns:a16="http://schemas.microsoft.com/office/drawing/2014/main" id="{D048D520-8858-4E4E-8511-3306272E38FC}"/>
              </a:ext>
            </a:extLst>
          </p:cNvPr>
          <p:cNvSpPr>
            <a:spLocks noGrp="1"/>
          </p:cNvSpPr>
          <p:nvPr>
            <p:ph type="body" sz="quarter" idx="12" hasCustomPrompt="1"/>
          </p:nvPr>
        </p:nvSpPr>
        <p:spPr>
          <a:xfrm>
            <a:off x="417599" y="395946"/>
            <a:ext cx="3788901" cy="340654"/>
          </a:xfrm>
          <a:prstGeom prst="rect">
            <a:avLst/>
          </a:prstGeom>
        </p:spPr>
        <p:txBody>
          <a:bodyPr lIns="0" tIns="0" rIns="0" bIns="0"/>
          <a:lstStyle>
            <a:lvl1pPr marL="0" indent="0">
              <a:lnSpc>
                <a:spcPct val="100000"/>
              </a:lnSpc>
              <a:spcBef>
                <a:spcPts val="0"/>
              </a:spcBef>
              <a:buNone/>
              <a:defRPr sz="2400" baseline="0">
                <a:solidFill>
                  <a:schemeClr val="accent1"/>
                </a:solidFill>
                <a:latin typeface="Nokia Pure Headline Light" panose="020B0304020202020204" pitchFamily="34" charset="0"/>
              </a:defRPr>
            </a:lvl1pPr>
          </a:lstStyle>
          <a:p>
            <a:pPr lvl="0"/>
            <a:r>
              <a:rPr lang="en-US" noProof="0" dirty="0"/>
              <a:t>Click to edit headline</a:t>
            </a:r>
          </a:p>
        </p:txBody>
      </p:sp>
      <p:sp>
        <p:nvSpPr>
          <p:cNvPr id="4" name="Text Placeholder 42">
            <a:extLst>
              <a:ext uri="{FF2B5EF4-FFF2-40B4-BE49-F238E27FC236}">
                <a16:creationId xmlns:a16="http://schemas.microsoft.com/office/drawing/2014/main" id="{73EC6F19-4B79-4103-93C9-A7D00929D42E}"/>
              </a:ext>
            </a:extLst>
          </p:cNvPr>
          <p:cNvSpPr>
            <a:spLocks noGrp="1"/>
          </p:cNvSpPr>
          <p:nvPr>
            <p:ph type="body" sz="quarter" idx="13" hasCustomPrompt="1"/>
          </p:nvPr>
        </p:nvSpPr>
        <p:spPr>
          <a:xfrm>
            <a:off x="417599" y="764520"/>
            <a:ext cx="3788901" cy="340654"/>
          </a:xfrm>
          <a:prstGeom prst="rect">
            <a:avLst/>
          </a:prstGeom>
        </p:spPr>
        <p:txBody>
          <a:bodyPr lIns="0" tIns="0" rIns="0" bIns="0"/>
          <a:lstStyle>
            <a:lvl1pPr marL="0" indent="0">
              <a:lnSpc>
                <a:spcPct val="100000"/>
              </a:lnSpc>
              <a:spcBef>
                <a:spcPts val="0"/>
              </a:spcBef>
              <a:buNone/>
              <a:defRPr sz="1800" baseline="0">
                <a:solidFill>
                  <a:schemeClr val="tx2"/>
                </a:solidFill>
                <a:latin typeface="Nokia Pure Headline Light" panose="020B0304020202020204" pitchFamily="34" charset="0"/>
              </a:defRPr>
            </a:lvl1pPr>
          </a:lstStyle>
          <a:p>
            <a:pPr lvl="0"/>
            <a:r>
              <a:rPr lang="en-US" noProof="0" dirty="0"/>
              <a:t>Click to edit headline</a:t>
            </a:r>
          </a:p>
        </p:txBody>
      </p:sp>
      <p:sp>
        <p:nvSpPr>
          <p:cNvPr id="3" name="Picture Placeholder 2">
            <a:extLst>
              <a:ext uri="{FF2B5EF4-FFF2-40B4-BE49-F238E27FC236}">
                <a16:creationId xmlns:a16="http://schemas.microsoft.com/office/drawing/2014/main" id="{3B55B4CC-0221-F230-3980-88D8952F693A}"/>
              </a:ext>
            </a:extLst>
          </p:cNvPr>
          <p:cNvSpPr>
            <a:spLocks noGrp="1"/>
          </p:cNvSpPr>
          <p:nvPr>
            <p:ph type="pic" sz="quarter" idx="15" hasCustomPrompt="1"/>
          </p:nvPr>
        </p:nvSpPr>
        <p:spPr>
          <a:xfrm>
            <a:off x="4572000" y="0"/>
            <a:ext cx="4572001" cy="5143500"/>
          </a:xfrm>
          <a:prstGeom prst="rect">
            <a:avLst/>
          </a:prstGeom>
          <a:solidFill>
            <a:schemeClr val="tx2"/>
          </a:solidFill>
        </p:spPr>
        <p:txBody>
          <a:bodyPr/>
          <a:lstStyle>
            <a:lvl1pPr marL="0" indent="0">
              <a:buNone/>
              <a:defRPr sz="1000">
                <a:solidFill>
                  <a:schemeClr val="bg1"/>
                </a:solidFill>
              </a:defRPr>
            </a:lvl1pPr>
          </a:lstStyle>
          <a:p>
            <a:r>
              <a:rPr lang="en-US" dirty="0"/>
              <a:t>Click to add picture</a:t>
            </a:r>
          </a:p>
        </p:txBody>
      </p:sp>
      <p:sp>
        <p:nvSpPr>
          <p:cNvPr id="8" name="Text Placeholder 12">
            <a:extLst>
              <a:ext uri="{FF2B5EF4-FFF2-40B4-BE49-F238E27FC236}">
                <a16:creationId xmlns:a16="http://schemas.microsoft.com/office/drawing/2014/main" id="{E6285CBB-8652-0F93-9BFF-BDE646DC1516}"/>
              </a:ext>
            </a:extLst>
          </p:cNvPr>
          <p:cNvSpPr>
            <a:spLocks noGrp="1"/>
          </p:cNvSpPr>
          <p:nvPr>
            <p:ph type="body" sz="quarter" idx="14"/>
          </p:nvPr>
        </p:nvSpPr>
        <p:spPr>
          <a:xfrm>
            <a:off x="417338" y="1260000"/>
            <a:ext cx="3788901" cy="3291840"/>
          </a:xfrm>
          <a:prstGeom prst="rect">
            <a:avLst/>
          </a:prstGeom>
        </p:spPr>
        <p:txBody>
          <a:bodyPr lIns="0" tIns="0" rIns="0" bIns="0"/>
          <a:lstStyle>
            <a:lvl1pPr marL="180000" indent="-180000">
              <a:lnSpc>
                <a:spcPct val="100000"/>
              </a:lnSpc>
              <a:spcBef>
                <a:spcPts val="0"/>
              </a:spcBef>
              <a:spcAft>
                <a:spcPts val="600"/>
              </a:spcAft>
              <a:buSzPct val="70000"/>
              <a:defRPr sz="1200">
                <a:solidFill>
                  <a:schemeClr val="tx2"/>
                </a:solidFill>
              </a:defRPr>
            </a:lvl1pPr>
            <a:lvl2pPr marL="360000" indent="-180000">
              <a:lnSpc>
                <a:spcPct val="100000"/>
              </a:lnSpc>
              <a:spcBef>
                <a:spcPts val="0"/>
              </a:spcBef>
              <a:spcAft>
                <a:spcPts val="600"/>
              </a:spcAft>
              <a:buSzPct val="70000"/>
              <a:defRPr sz="1200">
                <a:solidFill>
                  <a:schemeClr val="tx2"/>
                </a:solidFill>
              </a:defRPr>
            </a:lvl2pPr>
            <a:lvl3pPr marL="540000" indent="-180000">
              <a:lnSpc>
                <a:spcPct val="100000"/>
              </a:lnSpc>
              <a:spcBef>
                <a:spcPts val="0"/>
              </a:spcBef>
              <a:spcAft>
                <a:spcPts val="600"/>
              </a:spcAft>
              <a:buSzPct val="70000"/>
              <a:defRPr sz="1200">
                <a:solidFill>
                  <a:schemeClr val="tx2"/>
                </a:solidFill>
              </a:defRPr>
            </a:lvl3pPr>
            <a:lvl4pPr marL="720000" indent="-180000">
              <a:lnSpc>
                <a:spcPct val="100000"/>
              </a:lnSpc>
              <a:spcBef>
                <a:spcPts val="0"/>
              </a:spcBef>
              <a:spcAft>
                <a:spcPts val="600"/>
              </a:spcAft>
              <a:buSzPct val="70000"/>
              <a:defRPr sz="1200">
                <a:solidFill>
                  <a:schemeClr val="tx2"/>
                </a:solidFill>
              </a:defRPr>
            </a:lvl4pPr>
            <a:lvl5pPr marL="900000" indent="-180000">
              <a:lnSpc>
                <a:spcPct val="100000"/>
              </a:lnSpc>
              <a:spcBef>
                <a:spcPts val="0"/>
              </a:spcBef>
              <a:spcAft>
                <a:spcPts val="600"/>
              </a:spcAft>
              <a:buSzPct val="70000"/>
              <a:defRPr sz="12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Box 10">
            <a:extLst>
              <a:ext uri="{FF2B5EF4-FFF2-40B4-BE49-F238E27FC236}">
                <a16:creationId xmlns:a16="http://schemas.microsoft.com/office/drawing/2014/main" id="{C853DDBC-443E-D2EE-AA09-F815D5BE49A4}"/>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2" name="Slide Number Placeholder 5">
            <a:extLst>
              <a:ext uri="{FF2B5EF4-FFF2-40B4-BE49-F238E27FC236}">
                <a16:creationId xmlns:a16="http://schemas.microsoft.com/office/drawing/2014/main" id="{2828423F-10A4-D452-0424-8A3CAC2408D7}"/>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cxnSp>
        <p:nvCxnSpPr>
          <p:cNvPr id="13" name="Straight Connector 12">
            <a:extLst>
              <a:ext uri="{FF2B5EF4-FFF2-40B4-BE49-F238E27FC236}">
                <a16:creationId xmlns:a16="http://schemas.microsoft.com/office/drawing/2014/main" id="{33D91186-F39A-461C-3CC9-A6507EE465FF}"/>
              </a:ext>
            </a:extLst>
          </p:cNvPr>
          <p:cNvCxnSpPr>
            <a:cxnSpLocks/>
          </p:cNvCxnSpPr>
          <p:nvPr userDrawn="1"/>
        </p:nvCxnSpPr>
        <p:spPr>
          <a:xfrm>
            <a:off x="1400627" y="4830552"/>
            <a:ext cx="0" cy="14400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
        <p:nvSpPr>
          <p:cNvPr id="14" name="Footer Placeholder 2">
            <a:extLst>
              <a:ext uri="{FF2B5EF4-FFF2-40B4-BE49-F238E27FC236}">
                <a16:creationId xmlns:a16="http://schemas.microsoft.com/office/drawing/2014/main" id="{B5F4FFD2-D5D2-2F5A-BE1E-C1FC65192941}"/>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Apply appropriate data classification. Apply document ID (if applicable).</a:t>
            </a:r>
            <a:endParaRPr lang="en-US" dirty="0"/>
          </a:p>
        </p:txBody>
      </p:sp>
      <p:pic>
        <p:nvPicPr>
          <p:cNvPr id="5" name="Picture 4">
            <a:extLst>
              <a:ext uri="{FF2B5EF4-FFF2-40B4-BE49-F238E27FC236}">
                <a16:creationId xmlns:a16="http://schemas.microsoft.com/office/drawing/2014/main" id="{66A1F41C-60F7-DE29-6F6A-CE0C325C7E38}"/>
              </a:ext>
            </a:extLst>
          </p:cNvPr>
          <p:cNvPicPr>
            <a:picLocks noChangeAspect="1"/>
          </p:cNvPicPr>
          <p:nvPr userDrawn="1"/>
        </p:nvPicPr>
        <p:blipFill>
          <a:blip r:embed="rId2"/>
          <a:stretch>
            <a:fillRect/>
          </a:stretch>
        </p:blipFill>
        <p:spPr>
          <a:xfrm>
            <a:off x="6810353" y="4683564"/>
            <a:ext cx="2167796" cy="349981"/>
          </a:xfrm>
          <a:prstGeom prst="rect">
            <a:avLst/>
          </a:prstGeom>
        </p:spPr>
      </p:pic>
    </p:spTree>
    <p:extLst>
      <p:ext uri="{BB962C8B-B14F-4D97-AF65-F5344CB8AC3E}">
        <p14:creationId xmlns:p14="http://schemas.microsoft.com/office/powerpoint/2010/main" val="38128130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7 Half Blue-black">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51B0A98-E900-A313-EA54-FE650CDD9251}"/>
              </a:ext>
            </a:extLst>
          </p:cNvPr>
          <p:cNvSpPr/>
          <p:nvPr userDrawn="1"/>
        </p:nvSpPr>
        <p:spPr>
          <a:xfrm>
            <a:off x="4572000" y="0"/>
            <a:ext cx="4571999" cy="51435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algn="l">
              <a:spcAft>
                <a:spcPts val="300"/>
              </a:spcAft>
              <a:buSzPct val="100000"/>
            </a:pPr>
            <a:endParaRPr lang="en-US" sz="1200" dirty="0">
              <a:solidFill>
                <a:schemeClr val="bg1"/>
              </a:solidFill>
            </a:endParaRPr>
          </a:p>
        </p:txBody>
      </p:sp>
      <p:sp>
        <p:nvSpPr>
          <p:cNvPr id="3" name="Text Placeholder 42">
            <a:extLst>
              <a:ext uri="{FF2B5EF4-FFF2-40B4-BE49-F238E27FC236}">
                <a16:creationId xmlns:a16="http://schemas.microsoft.com/office/drawing/2014/main" id="{D45B54C3-1D2D-9E4E-D404-A3087EA115CF}"/>
              </a:ext>
            </a:extLst>
          </p:cNvPr>
          <p:cNvSpPr>
            <a:spLocks noGrp="1"/>
          </p:cNvSpPr>
          <p:nvPr>
            <p:ph type="body" sz="quarter" idx="12" hasCustomPrompt="1"/>
          </p:nvPr>
        </p:nvSpPr>
        <p:spPr>
          <a:xfrm>
            <a:off x="417599" y="395946"/>
            <a:ext cx="3788901" cy="340654"/>
          </a:xfrm>
          <a:prstGeom prst="rect">
            <a:avLst/>
          </a:prstGeom>
        </p:spPr>
        <p:txBody>
          <a:bodyPr lIns="0" tIns="0" rIns="0" bIns="0"/>
          <a:lstStyle>
            <a:lvl1pPr marL="0" indent="0">
              <a:lnSpc>
                <a:spcPct val="100000"/>
              </a:lnSpc>
              <a:spcBef>
                <a:spcPts val="0"/>
              </a:spcBef>
              <a:buNone/>
              <a:defRPr sz="2400" baseline="0">
                <a:solidFill>
                  <a:schemeClr val="accent1"/>
                </a:solidFill>
                <a:latin typeface="Nokia Pure Headline Light" panose="020B0304020202020204" pitchFamily="34" charset="0"/>
              </a:defRPr>
            </a:lvl1pPr>
          </a:lstStyle>
          <a:p>
            <a:pPr lvl="0"/>
            <a:r>
              <a:rPr lang="en-US" noProof="0" dirty="0"/>
              <a:t>Click to edit headline</a:t>
            </a:r>
          </a:p>
        </p:txBody>
      </p:sp>
      <p:sp>
        <p:nvSpPr>
          <p:cNvPr id="9" name="Text Placeholder 42">
            <a:extLst>
              <a:ext uri="{FF2B5EF4-FFF2-40B4-BE49-F238E27FC236}">
                <a16:creationId xmlns:a16="http://schemas.microsoft.com/office/drawing/2014/main" id="{8941B831-C2DE-2572-4B83-66D9963A38BB}"/>
              </a:ext>
            </a:extLst>
          </p:cNvPr>
          <p:cNvSpPr>
            <a:spLocks noGrp="1"/>
          </p:cNvSpPr>
          <p:nvPr>
            <p:ph type="body" sz="quarter" idx="13" hasCustomPrompt="1"/>
          </p:nvPr>
        </p:nvSpPr>
        <p:spPr>
          <a:xfrm>
            <a:off x="417599" y="764520"/>
            <a:ext cx="3788901" cy="340654"/>
          </a:xfrm>
          <a:prstGeom prst="rect">
            <a:avLst/>
          </a:prstGeom>
        </p:spPr>
        <p:txBody>
          <a:bodyPr lIns="0" tIns="0" rIns="0" bIns="0"/>
          <a:lstStyle>
            <a:lvl1pPr marL="0" indent="0">
              <a:lnSpc>
                <a:spcPct val="100000"/>
              </a:lnSpc>
              <a:spcBef>
                <a:spcPts val="0"/>
              </a:spcBef>
              <a:buNone/>
              <a:defRPr sz="1800" baseline="0">
                <a:solidFill>
                  <a:schemeClr val="tx2"/>
                </a:solidFill>
                <a:latin typeface="Nokia Pure Headline Light" panose="020B0304020202020204" pitchFamily="34" charset="0"/>
              </a:defRPr>
            </a:lvl1pPr>
          </a:lstStyle>
          <a:p>
            <a:pPr lvl="0"/>
            <a:r>
              <a:rPr lang="en-US" noProof="0" dirty="0"/>
              <a:t>Click to edit headline</a:t>
            </a:r>
          </a:p>
        </p:txBody>
      </p:sp>
      <p:sp>
        <p:nvSpPr>
          <p:cNvPr id="10" name="Text Placeholder 12">
            <a:extLst>
              <a:ext uri="{FF2B5EF4-FFF2-40B4-BE49-F238E27FC236}">
                <a16:creationId xmlns:a16="http://schemas.microsoft.com/office/drawing/2014/main" id="{FB285814-4F22-732A-01D4-3A2D98D8E435}"/>
              </a:ext>
            </a:extLst>
          </p:cNvPr>
          <p:cNvSpPr>
            <a:spLocks noGrp="1"/>
          </p:cNvSpPr>
          <p:nvPr>
            <p:ph type="body" sz="quarter" idx="14"/>
          </p:nvPr>
        </p:nvSpPr>
        <p:spPr>
          <a:xfrm>
            <a:off x="417338" y="1260000"/>
            <a:ext cx="3788901" cy="3291840"/>
          </a:xfrm>
          <a:prstGeom prst="rect">
            <a:avLst/>
          </a:prstGeom>
        </p:spPr>
        <p:txBody>
          <a:bodyPr lIns="0" tIns="0" rIns="0" bIns="0"/>
          <a:lstStyle>
            <a:lvl1pPr marL="180000" indent="-180000">
              <a:lnSpc>
                <a:spcPct val="100000"/>
              </a:lnSpc>
              <a:spcBef>
                <a:spcPts val="0"/>
              </a:spcBef>
              <a:spcAft>
                <a:spcPts val="600"/>
              </a:spcAft>
              <a:buSzPct val="70000"/>
              <a:defRPr sz="1200">
                <a:solidFill>
                  <a:schemeClr val="tx2"/>
                </a:solidFill>
              </a:defRPr>
            </a:lvl1pPr>
            <a:lvl2pPr marL="360000" indent="-180000">
              <a:lnSpc>
                <a:spcPct val="100000"/>
              </a:lnSpc>
              <a:spcBef>
                <a:spcPts val="0"/>
              </a:spcBef>
              <a:spcAft>
                <a:spcPts val="600"/>
              </a:spcAft>
              <a:buSzPct val="70000"/>
              <a:defRPr sz="1200">
                <a:solidFill>
                  <a:schemeClr val="tx2"/>
                </a:solidFill>
              </a:defRPr>
            </a:lvl2pPr>
            <a:lvl3pPr marL="540000" indent="-180000">
              <a:lnSpc>
                <a:spcPct val="100000"/>
              </a:lnSpc>
              <a:spcBef>
                <a:spcPts val="0"/>
              </a:spcBef>
              <a:spcAft>
                <a:spcPts val="600"/>
              </a:spcAft>
              <a:buSzPct val="70000"/>
              <a:defRPr sz="1200">
                <a:solidFill>
                  <a:schemeClr val="tx2"/>
                </a:solidFill>
              </a:defRPr>
            </a:lvl3pPr>
            <a:lvl4pPr marL="720000" indent="-180000">
              <a:lnSpc>
                <a:spcPct val="100000"/>
              </a:lnSpc>
              <a:spcBef>
                <a:spcPts val="0"/>
              </a:spcBef>
              <a:spcAft>
                <a:spcPts val="600"/>
              </a:spcAft>
              <a:buSzPct val="70000"/>
              <a:defRPr sz="1200">
                <a:solidFill>
                  <a:schemeClr val="tx2"/>
                </a:solidFill>
              </a:defRPr>
            </a:lvl4pPr>
            <a:lvl5pPr marL="900000" indent="-180000">
              <a:lnSpc>
                <a:spcPct val="100000"/>
              </a:lnSpc>
              <a:spcBef>
                <a:spcPts val="0"/>
              </a:spcBef>
              <a:spcAft>
                <a:spcPts val="600"/>
              </a:spcAft>
              <a:buSzPct val="70000"/>
              <a:defRPr sz="12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Box 13">
            <a:extLst>
              <a:ext uri="{FF2B5EF4-FFF2-40B4-BE49-F238E27FC236}">
                <a16:creationId xmlns:a16="http://schemas.microsoft.com/office/drawing/2014/main" id="{F51C177B-3FC8-584E-049C-6A9FE0A186D5}"/>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5" name="Slide Number Placeholder 5">
            <a:extLst>
              <a:ext uri="{FF2B5EF4-FFF2-40B4-BE49-F238E27FC236}">
                <a16:creationId xmlns:a16="http://schemas.microsoft.com/office/drawing/2014/main" id="{1C285EB0-637E-9CAE-CF2D-FD5A572F5578}"/>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cxnSp>
        <p:nvCxnSpPr>
          <p:cNvPr id="16" name="Straight Connector 15">
            <a:extLst>
              <a:ext uri="{FF2B5EF4-FFF2-40B4-BE49-F238E27FC236}">
                <a16:creationId xmlns:a16="http://schemas.microsoft.com/office/drawing/2014/main" id="{F69C3BFD-65A3-382D-EA4E-2A6602A965B2}"/>
              </a:ext>
            </a:extLst>
          </p:cNvPr>
          <p:cNvCxnSpPr>
            <a:cxnSpLocks/>
          </p:cNvCxnSpPr>
          <p:nvPr userDrawn="1"/>
        </p:nvCxnSpPr>
        <p:spPr>
          <a:xfrm>
            <a:off x="1400627" y="4830552"/>
            <a:ext cx="0" cy="14400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
        <p:nvSpPr>
          <p:cNvPr id="17" name="Footer Placeholder 2">
            <a:extLst>
              <a:ext uri="{FF2B5EF4-FFF2-40B4-BE49-F238E27FC236}">
                <a16:creationId xmlns:a16="http://schemas.microsoft.com/office/drawing/2014/main" id="{ADBADA14-4C6E-3591-235D-3AE34227961E}"/>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Apply appropriate data classification. Apply document ID (if applicable).</a:t>
            </a:r>
            <a:endParaRPr lang="en-US" dirty="0"/>
          </a:p>
        </p:txBody>
      </p:sp>
      <p:pic>
        <p:nvPicPr>
          <p:cNvPr id="2" name="Picture 1">
            <a:extLst>
              <a:ext uri="{FF2B5EF4-FFF2-40B4-BE49-F238E27FC236}">
                <a16:creationId xmlns:a16="http://schemas.microsoft.com/office/drawing/2014/main" id="{ABAE4F99-788D-DC1D-D303-A7E21E471E53}"/>
              </a:ext>
            </a:extLst>
          </p:cNvPr>
          <p:cNvPicPr>
            <a:picLocks noChangeAspect="1"/>
          </p:cNvPicPr>
          <p:nvPr userDrawn="1"/>
        </p:nvPicPr>
        <p:blipFill>
          <a:blip r:embed="rId2"/>
          <a:stretch>
            <a:fillRect/>
          </a:stretch>
        </p:blipFill>
        <p:spPr>
          <a:xfrm>
            <a:off x="6788050" y="4683564"/>
            <a:ext cx="2167796" cy="349981"/>
          </a:xfrm>
          <a:prstGeom prst="rect">
            <a:avLst/>
          </a:prstGeom>
        </p:spPr>
      </p:pic>
    </p:spTree>
    <p:extLst>
      <p:ext uri="{BB962C8B-B14F-4D97-AF65-F5344CB8AC3E}">
        <p14:creationId xmlns:p14="http://schemas.microsoft.com/office/powerpoint/2010/main" val="42255367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1.6 Half imag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3B55B4CC-0221-F230-3980-88D8952F693A}"/>
              </a:ext>
            </a:extLst>
          </p:cNvPr>
          <p:cNvSpPr>
            <a:spLocks noGrp="1"/>
          </p:cNvSpPr>
          <p:nvPr>
            <p:ph type="pic" sz="quarter" idx="15" hasCustomPrompt="1"/>
          </p:nvPr>
        </p:nvSpPr>
        <p:spPr>
          <a:xfrm>
            <a:off x="3096000" y="0"/>
            <a:ext cx="6048000" cy="5143500"/>
          </a:xfrm>
          <a:prstGeom prst="rect">
            <a:avLst/>
          </a:prstGeom>
          <a:solidFill>
            <a:schemeClr val="tx2"/>
          </a:solidFill>
        </p:spPr>
        <p:txBody>
          <a:bodyPr/>
          <a:lstStyle>
            <a:lvl1pPr marL="0" indent="0">
              <a:buNone/>
              <a:defRPr sz="1000">
                <a:solidFill>
                  <a:schemeClr val="bg1"/>
                </a:solidFill>
              </a:defRPr>
            </a:lvl1pPr>
          </a:lstStyle>
          <a:p>
            <a:r>
              <a:rPr lang="en-US" dirty="0"/>
              <a:t>Click to add picture</a:t>
            </a:r>
          </a:p>
        </p:txBody>
      </p:sp>
      <p:sp>
        <p:nvSpPr>
          <p:cNvPr id="5" name="Text Placeholder 42">
            <a:extLst>
              <a:ext uri="{FF2B5EF4-FFF2-40B4-BE49-F238E27FC236}">
                <a16:creationId xmlns:a16="http://schemas.microsoft.com/office/drawing/2014/main" id="{E5C0F96B-575B-3032-1D03-A5D0D7313FCB}"/>
              </a:ext>
            </a:extLst>
          </p:cNvPr>
          <p:cNvSpPr>
            <a:spLocks noGrp="1"/>
          </p:cNvSpPr>
          <p:nvPr>
            <p:ph type="body" sz="quarter" idx="12"/>
          </p:nvPr>
        </p:nvSpPr>
        <p:spPr>
          <a:xfrm>
            <a:off x="417600" y="395946"/>
            <a:ext cx="2402061" cy="340654"/>
          </a:xfrm>
          <a:prstGeom prst="rect">
            <a:avLst/>
          </a:prstGeom>
        </p:spPr>
        <p:txBody>
          <a:bodyPr lIns="0" tIns="0" rIns="0" bIns="0"/>
          <a:lstStyle>
            <a:lvl1pPr marL="0" indent="0">
              <a:lnSpc>
                <a:spcPct val="100000"/>
              </a:lnSpc>
              <a:spcBef>
                <a:spcPts val="0"/>
              </a:spcBef>
              <a:buNone/>
              <a:defRPr sz="2400" baseline="0">
                <a:solidFill>
                  <a:schemeClr val="accent1"/>
                </a:solidFill>
                <a:latin typeface="Nokia Pure Headline Light" panose="020B0304020202020204" pitchFamily="34" charset="0"/>
              </a:defRPr>
            </a:lvl1pPr>
          </a:lstStyle>
          <a:p>
            <a:pPr lvl="0"/>
            <a:r>
              <a:rPr lang="en-US" noProof="0"/>
              <a:t>Click to edit Master text styles</a:t>
            </a:r>
          </a:p>
        </p:txBody>
      </p:sp>
      <p:sp>
        <p:nvSpPr>
          <p:cNvPr id="7" name="Text Placeholder 42">
            <a:extLst>
              <a:ext uri="{FF2B5EF4-FFF2-40B4-BE49-F238E27FC236}">
                <a16:creationId xmlns:a16="http://schemas.microsoft.com/office/drawing/2014/main" id="{171D37E4-D2E3-6D25-9C68-18D40EF22BCE}"/>
              </a:ext>
            </a:extLst>
          </p:cNvPr>
          <p:cNvSpPr>
            <a:spLocks noGrp="1"/>
          </p:cNvSpPr>
          <p:nvPr>
            <p:ph type="body" sz="quarter" idx="13" hasCustomPrompt="1"/>
          </p:nvPr>
        </p:nvSpPr>
        <p:spPr>
          <a:xfrm>
            <a:off x="417600" y="764520"/>
            <a:ext cx="2402061" cy="340654"/>
          </a:xfrm>
          <a:prstGeom prst="rect">
            <a:avLst/>
          </a:prstGeom>
        </p:spPr>
        <p:txBody>
          <a:bodyPr lIns="0" tIns="0" rIns="0" bIns="0"/>
          <a:lstStyle>
            <a:lvl1pPr marL="0" indent="0">
              <a:lnSpc>
                <a:spcPct val="100000"/>
              </a:lnSpc>
              <a:spcBef>
                <a:spcPts val="0"/>
              </a:spcBef>
              <a:buNone/>
              <a:defRPr sz="1800" baseline="0">
                <a:solidFill>
                  <a:schemeClr val="tx2"/>
                </a:solidFill>
                <a:latin typeface="Nokia Pure Headline Light" panose="020B0304020202020204" pitchFamily="34" charset="0"/>
              </a:defRPr>
            </a:lvl1pPr>
          </a:lstStyle>
          <a:p>
            <a:pPr lvl="0"/>
            <a:r>
              <a:rPr lang="en-US" noProof="0" dirty="0"/>
              <a:t>Click to edit headline</a:t>
            </a:r>
          </a:p>
        </p:txBody>
      </p:sp>
      <p:sp>
        <p:nvSpPr>
          <p:cNvPr id="10" name="Text Placeholder 12">
            <a:extLst>
              <a:ext uri="{FF2B5EF4-FFF2-40B4-BE49-F238E27FC236}">
                <a16:creationId xmlns:a16="http://schemas.microsoft.com/office/drawing/2014/main" id="{235DB99C-EDCB-D6C3-2083-649EBE85053E}"/>
              </a:ext>
            </a:extLst>
          </p:cNvPr>
          <p:cNvSpPr>
            <a:spLocks noGrp="1"/>
          </p:cNvSpPr>
          <p:nvPr>
            <p:ph type="body" sz="quarter" idx="14"/>
          </p:nvPr>
        </p:nvSpPr>
        <p:spPr>
          <a:xfrm>
            <a:off x="417339" y="1260000"/>
            <a:ext cx="2402061" cy="3291840"/>
          </a:xfrm>
          <a:prstGeom prst="rect">
            <a:avLst/>
          </a:prstGeom>
        </p:spPr>
        <p:txBody>
          <a:bodyPr lIns="0" tIns="0" rIns="0" bIns="0"/>
          <a:lstStyle>
            <a:lvl1pPr marL="180000" indent="-180000">
              <a:lnSpc>
                <a:spcPct val="100000"/>
              </a:lnSpc>
              <a:spcBef>
                <a:spcPts val="0"/>
              </a:spcBef>
              <a:spcAft>
                <a:spcPts val="600"/>
              </a:spcAft>
              <a:buSzPct val="70000"/>
              <a:defRPr sz="1200">
                <a:solidFill>
                  <a:schemeClr val="tx2"/>
                </a:solidFill>
              </a:defRPr>
            </a:lvl1pPr>
            <a:lvl2pPr marL="360000" indent="-180000">
              <a:lnSpc>
                <a:spcPct val="100000"/>
              </a:lnSpc>
              <a:spcBef>
                <a:spcPts val="0"/>
              </a:spcBef>
              <a:spcAft>
                <a:spcPts val="600"/>
              </a:spcAft>
              <a:buSzPct val="70000"/>
              <a:defRPr sz="1200">
                <a:solidFill>
                  <a:schemeClr val="tx2"/>
                </a:solidFill>
              </a:defRPr>
            </a:lvl2pPr>
            <a:lvl3pPr marL="540000" indent="-180000">
              <a:lnSpc>
                <a:spcPct val="100000"/>
              </a:lnSpc>
              <a:spcBef>
                <a:spcPts val="0"/>
              </a:spcBef>
              <a:spcAft>
                <a:spcPts val="600"/>
              </a:spcAft>
              <a:buSzPct val="70000"/>
              <a:defRPr sz="1200">
                <a:solidFill>
                  <a:schemeClr val="tx2"/>
                </a:solidFill>
              </a:defRPr>
            </a:lvl3pPr>
            <a:lvl4pPr marL="720000" indent="-180000">
              <a:lnSpc>
                <a:spcPct val="100000"/>
              </a:lnSpc>
              <a:spcBef>
                <a:spcPts val="0"/>
              </a:spcBef>
              <a:spcAft>
                <a:spcPts val="600"/>
              </a:spcAft>
              <a:buSzPct val="70000"/>
              <a:defRPr sz="1200">
                <a:solidFill>
                  <a:schemeClr val="tx2"/>
                </a:solidFill>
              </a:defRPr>
            </a:lvl4pPr>
            <a:lvl5pPr marL="900000" indent="-180000">
              <a:lnSpc>
                <a:spcPct val="100000"/>
              </a:lnSpc>
              <a:spcBef>
                <a:spcPts val="0"/>
              </a:spcBef>
              <a:spcAft>
                <a:spcPts val="600"/>
              </a:spcAft>
              <a:buSzPct val="70000"/>
              <a:defRPr sz="12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Box 13">
            <a:extLst>
              <a:ext uri="{FF2B5EF4-FFF2-40B4-BE49-F238E27FC236}">
                <a16:creationId xmlns:a16="http://schemas.microsoft.com/office/drawing/2014/main" id="{C629DB26-11E5-ACF0-2010-650C54042802}"/>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5" name="Slide Number Placeholder 5">
            <a:extLst>
              <a:ext uri="{FF2B5EF4-FFF2-40B4-BE49-F238E27FC236}">
                <a16:creationId xmlns:a16="http://schemas.microsoft.com/office/drawing/2014/main" id="{48CDC4FF-5FCD-6139-0116-3D836D14605C}"/>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cxnSp>
        <p:nvCxnSpPr>
          <p:cNvPr id="16" name="Straight Connector 15">
            <a:extLst>
              <a:ext uri="{FF2B5EF4-FFF2-40B4-BE49-F238E27FC236}">
                <a16:creationId xmlns:a16="http://schemas.microsoft.com/office/drawing/2014/main" id="{E0338BE9-E41F-8369-F9D3-6CF495630322}"/>
              </a:ext>
            </a:extLst>
          </p:cNvPr>
          <p:cNvCxnSpPr>
            <a:cxnSpLocks/>
          </p:cNvCxnSpPr>
          <p:nvPr userDrawn="1"/>
        </p:nvCxnSpPr>
        <p:spPr>
          <a:xfrm>
            <a:off x="1400627" y="4830552"/>
            <a:ext cx="0" cy="14400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
        <p:nvSpPr>
          <p:cNvPr id="17" name="Footer Placeholder 2">
            <a:extLst>
              <a:ext uri="{FF2B5EF4-FFF2-40B4-BE49-F238E27FC236}">
                <a16:creationId xmlns:a16="http://schemas.microsoft.com/office/drawing/2014/main" id="{20839AE3-23F8-8E55-3FA3-1B4150432C0F}"/>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Apply appropriate data classification. Apply document ID (if applicable).</a:t>
            </a:r>
            <a:endParaRPr lang="en-US" dirty="0"/>
          </a:p>
        </p:txBody>
      </p:sp>
      <p:pic>
        <p:nvPicPr>
          <p:cNvPr id="4" name="Picture 3">
            <a:extLst>
              <a:ext uri="{FF2B5EF4-FFF2-40B4-BE49-F238E27FC236}">
                <a16:creationId xmlns:a16="http://schemas.microsoft.com/office/drawing/2014/main" id="{A20A7841-6951-8FF9-1BDB-C0F017CD1A86}"/>
              </a:ext>
            </a:extLst>
          </p:cNvPr>
          <p:cNvPicPr>
            <a:picLocks noChangeAspect="1"/>
          </p:cNvPicPr>
          <p:nvPr userDrawn="1"/>
        </p:nvPicPr>
        <p:blipFill>
          <a:blip r:embed="rId2"/>
          <a:stretch>
            <a:fillRect/>
          </a:stretch>
        </p:blipFill>
        <p:spPr>
          <a:xfrm>
            <a:off x="6788050" y="4683564"/>
            <a:ext cx="2167796" cy="349981"/>
          </a:xfrm>
          <a:prstGeom prst="rect">
            <a:avLst/>
          </a:prstGeom>
        </p:spPr>
      </p:pic>
    </p:spTree>
    <p:extLst>
      <p:ext uri="{BB962C8B-B14F-4D97-AF65-F5344CB8AC3E}">
        <p14:creationId xmlns:p14="http://schemas.microsoft.com/office/powerpoint/2010/main" val="215901585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1.7 Half Blue-black">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51B0A98-E900-A313-EA54-FE650CDD9251}"/>
              </a:ext>
            </a:extLst>
          </p:cNvPr>
          <p:cNvSpPr/>
          <p:nvPr userDrawn="1"/>
        </p:nvSpPr>
        <p:spPr>
          <a:xfrm>
            <a:off x="3096000" y="0"/>
            <a:ext cx="6048000" cy="51435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algn="l">
              <a:spcAft>
                <a:spcPts val="300"/>
              </a:spcAft>
              <a:buSzPct val="100000"/>
            </a:pPr>
            <a:endParaRPr lang="en-US" sz="1200" dirty="0">
              <a:solidFill>
                <a:schemeClr val="bg1"/>
              </a:solidFill>
            </a:endParaRPr>
          </a:p>
        </p:txBody>
      </p:sp>
      <p:sp>
        <p:nvSpPr>
          <p:cNvPr id="3" name="Text Placeholder 42">
            <a:extLst>
              <a:ext uri="{FF2B5EF4-FFF2-40B4-BE49-F238E27FC236}">
                <a16:creationId xmlns:a16="http://schemas.microsoft.com/office/drawing/2014/main" id="{D45B54C3-1D2D-9E4E-D404-A3087EA115CF}"/>
              </a:ext>
            </a:extLst>
          </p:cNvPr>
          <p:cNvSpPr>
            <a:spLocks noGrp="1"/>
          </p:cNvSpPr>
          <p:nvPr>
            <p:ph type="body" sz="quarter" idx="12"/>
          </p:nvPr>
        </p:nvSpPr>
        <p:spPr>
          <a:xfrm>
            <a:off x="417600" y="395946"/>
            <a:ext cx="2402061" cy="340654"/>
          </a:xfrm>
          <a:prstGeom prst="rect">
            <a:avLst/>
          </a:prstGeom>
        </p:spPr>
        <p:txBody>
          <a:bodyPr lIns="0" tIns="0" rIns="0" bIns="0"/>
          <a:lstStyle>
            <a:lvl1pPr marL="0" indent="0">
              <a:lnSpc>
                <a:spcPct val="100000"/>
              </a:lnSpc>
              <a:spcBef>
                <a:spcPts val="0"/>
              </a:spcBef>
              <a:buNone/>
              <a:defRPr sz="2400" baseline="0">
                <a:solidFill>
                  <a:schemeClr val="accent1"/>
                </a:solidFill>
                <a:latin typeface="Nokia Pure Headline Light" panose="020B0304020202020204" pitchFamily="34" charset="0"/>
              </a:defRPr>
            </a:lvl1pPr>
          </a:lstStyle>
          <a:p>
            <a:pPr lvl="0"/>
            <a:r>
              <a:rPr lang="en-US" noProof="0"/>
              <a:t>Click to edit Master text styles</a:t>
            </a:r>
          </a:p>
        </p:txBody>
      </p:sp>
      <p:sp>
        <p:nvSpPr>
          <p:cNvPr id="9" name="Text Placeholder 42">
            <a:extLst>
              <a:ext uri="{FF2B5EF4-FFF2-40B4-BE49-F238E27FC236}">
                <a16:creationId xmlns:a16="http://schemas.microsoft.com/office/drawing/2014/main" id="{8941B831-C2DE-2572-4B83-66D9963A38BB}"/>
              </a:ext>
            </a:extLst>
          </p:cNvPr>
          <p:cNvSpPr>
            <a:spLocks noGrp="1"/>
          </p:cNvSpPr>
          <p:nvPr>
            <p:ph type="body" sz="quarter" idx="13" hasCustomPrompt="1"/>
          </p:nvPr>
        </p:nvSpPr>
        <p:spPr>
          <a:xfrm>
            <a:off x="417600" y="764520"/>
            <a:ext cx="2402061" cy="340654"/>
          </a:xfrm>
          <a:prstGeom prst="rect">
            <a:avLst/>
          </a:prstGeom>
        </p:spPr>
        <p:txBody>
          <a:bodyPr lIns="0" tIns="0" rIns="0" bIns="0"/>
          <a:lstStyle>
            <a:lvl1pPr marL="0" indent="0">
              <a:lnSpc>
                <a:spcPct val="100000"/>
              </a:lnSpc>
              <a:spcBef>
                <a:spcPts val="0"/>
              </a:spcBef>
              <a:buNone/>
              <a:defRPr sz="1800" baseline="0">
                <a:solidFill>
                  <a:schemeClr val="tx2"/>
                </a:solidFill>
                <a:latin typeface="Nokia Pure Headline Light" panose="020B0304020202020204" pitchFamily="34" charset="0"/>
              </a:defRPr>
            </a:lvl1pPr>
          </a:lstStyle>
          <a:p>
            <a:pPr lvl="0"/>
            <a:r>
              <a:rPr lang="en-US" noProof="0" dirty="0"/>
              <a:t>Click to edit headline</a:t>
            </a:r>
          </a:p>
        </p:txBody>
      </p:sp>
      <p:sp>
        <p:nvSpPr>
          <p:cNvPr id="10" name="Text Placeholder 12">
            <a:extLst>
              <a:ext uri="{FF2B5EF4-FFF2-40B4-BE49-F238E27FC236}">
                <a16:creationId xmlns:a16="http://schemas.microsoft.com/office/drawing/2014/main" id="{FB285814-4F22-732A-01D4-3A2D98D8E435}"/>
              </a:ext>
            </a:extLst>
          </p:cNvPr>
          <p:cNvSpPr>
            <a:spLocks noGrp="1"/>
          </p:cNvSpPr>
          <p:nvPr>
            <p:ph type="body" sz="quarter" idx="14"/>
          </p:nvPr>
        </p:nvSpPr>
        <p:spPr>
          <a:xfrm>
            <a:off x="417339" y="1260000"/>
            <a:ext cx="2402061" cy="3291840"/>
          </a:xfrm>
          <a:prstGeom prst="rect">
            <a:avLst/>
          </a:prstGeom>
        </p:spPr>
        <p:txBody>
          <a:bodyPr lIns="0" tIns="0" rIns="0" bIns="0"/>
          <a:lstStyle>
            <a:lvl1pPr marL="180000" indent="-180000">
              <a:lnSpc>
                <a:spcPct val="100000"/>
              </a:lnSpc>
              <a:spcBef>
                <a:spcPts val="0"/>
              </a:spcBef>
              <a:spcAft>
                <a:spcPts val="600"/>
              </a:spcAft>
              <a:buSzPct val="70000"/>
              <a:defRPr sz="1200">
                <a:solidFill>
                  <a:schemeClr val="tx2"/>
                </a:solidFill>
              </a:defRPr>
            </a:lvl1pPr>
            <a:lvl2pPr marL="360000" indent="-180000">
              <a:lnSpc>
                <a:spcPct val="100000"/>
              </a:lnSpc>
              <a:spcBef>
                <a:spcPts val="0"/>
              </a:spcBef>
              <a:spcAft>
                <a:spcPts val="600"/>
              </a:spcAft>
              <a:buSzPct val="70000"/>
              <a:defRPr sz="1200">
                <a:solidFill>
                  <a:schemeClr val="tx2"/>
                </a:solidFill>
              </a:defRPr>
            </a:lvl2pPr>
            <a:lvl3pPr marL="540000" indent="-180000">
              <a:lnSpc>
                <a:spcPct val="100000"/>
              </a:lnSpc>
              <a:spcBef>
                <a:spcPts val="0"/>
              </a:spcBef>
              <a:spcAft>
                <a:spcPts val="600"/>
              </a:spcAft>
              <a:buSzPct val="70000"/>
              <a:defRPr sz="1200">
                <a:solidFill>
                  <a:schemeClr val="tx2"/>
                </a:solidFill>
              </a:defRPr>
            </a:lvl3pPr>
            <a:lvl4pPr marL="720000" indent="-180000">
              <a:lnSpc>
                <a:spcPct val="100000"/>
              </a:lnSpc>
              <a:spcBef>
                <a:spcPts val="0"/>
              </a:spcBef>
              <a:spcAft>
                <a:spcPts val="600"/>
              </a:spcAft>
              <a:buSzPct val="70000"/>
              <a:defRPr sz="1200">
                <a:solidFill>
                  <a:schemeClr val="tx2"/>
                </a:solidFill>
              </a:defRPr>
            </a:lvl4pPr>
            <a:lvl5pPr marL="900000" indent="-180000">
              <a:lnSpc>
                <a:spcPct val="100000"/>
              </a:lnSpc>
              <a:spcBef>
                <a:spcPts val="0"/>
              </a:spcBef>
              <a:spcAft>
                <a:spcPts val="600"/>
              </a:spcAft>
              <a:buSzPct val="70000"/>
              <a:defRPr sz="12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Box 10">
            <a:extLst>
              <a:ext uri="{FF2B5EF4-FFF2-40B4-BE49-F238E27FC236}">
                <a16:creationId xmlns:a16="http://schemas.microsoft.com/office/drawing/2014/main" id="{A17DAC68-7FA5-283E-0003-FC78D893CBCB}"/>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2" name="Slide Number Placeholder 5">
            <a:extLst>
              <a:ext uri="{FF2B5EF4-FFF2-40B4-BE49-F238E27FC236}">
                <a16:creationId xmlns:a16="http://schemas.microsoft.com/office/drawing/2014/main" id="{37A5133E-5A19-2135-6AC8-95A70D3E4589}"/>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cxnSp>
        <p:nvCxnSpPr>
          <p:cNvPr id="13" name="Straight Connector 12">
            <a:extLst>
              <a:ext uri="{FF2B5EF4-FFF2-40B4-BE49-F238E27FC236}">
                <a16:creationId xmlns:a16="http://schemas.microsoft.com/office/drawing/2014/main" id="{56AF0067-8CB1-581C-E8B3-761B8AA85710}"/>
              </a:ext>
            </a:extLst>
          </p:cNvPr>
          <p:cNvCxnSpPr>
            <a:cxnSpLocks/>
          </p:cNvCxnSpPr>
          <p:nvPr userDrawn="1"/>
        </p:nvCxnSpPr>
        <p:spPr>
          <a:xfrm>
            <a:off x="1400627" y="4830552"/>
            <a:ext cx="0" cy="14400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
        <p:nvSpPr>
          <p:cNvPr id="14" name="Footer Placeholder 2">
            <a:extLst>
              <a:ext uri="{FF2B5EF4-FFF2-40B4-BE49-F238E27FC236}">
                <a16:creationId xmlns:a16="http://schemas.microsoft.com/office/drawing/2014/main" id="{39B62371-B8A4-2689-1BCB-5F7AC2C2FF12}"/>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Apply appropriate data classification. Apply document ID (if applicable).</a:t>
            </a:r>
            <a:endParaRPr lang="en-US" dirty="0"/>
          </a:p>
        </p:txBody>
      </p:sp>
      <p:pic>
        <p:nvPicPr>
          <p:cNvPr id="2" name="Picture 1">
            <a:extLst>
              <a:ext uri="{FF2B5EF4-FFF2-40B4-BE49-F238E27FC236}">
                <a16:creationId xmlns:a16="http://schemas.microsoft.com/office/drawing/2014/main" id="{43E461D9-0165-1D05-E5BB-C38A7F0B1F29}"/>
              </a:ext>
            </a:extLst>
          </p:cNvPr>
          <p:cNvPicPr>
            <a:picLocks noChangeAspect="1"/>
          </p:cNvPicPr>
          <p:nvPr userDrawn="1"/>
        </p:nvPicPr>
        <p:blipFill>
          <a:blip r:embed="rId2"/>
          <a:stretch>
            <a:fillRect/>
          </a:stretch>
        </p:blipFill>
        <p:spPr>
          <a:xfrm>
            <a:off x="6788050" y="4683564"/>
            <a:ext cx="2167796" cy="349981"/>
          </a:xfrm>
          <a:prstGeom prst="rect">
            <a:avLst/>
          </a:prstGeom>
        </p:spPr>
      </p:pic>
    </p:spTree>
    <p:extLst>
      <p:ext uri="{BB962C8B-B14F-4D97-AF65-F5344CB8AC3E}">
        <p14:creationId xmlns:p14="http://schemas.microsoft.com/office/powerpoint/2010/main" val="34298390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1.1 Blank">
    <p:bg>
      <p:bgPr>
        <a:solidFill>
          <a:schemeClr val="tx2"/>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39A41EB-58FB-922A-AD7C-3AE3F195AE90}"/>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5" name="Slide Number Placeholder 5">
            <a:extLst>
              <a:ext uri="{FF2B5EF4-FFF2-40B4-BE49-F238E27FC236}">
                <a16:creationId xmlns:a16="http://schemas.microsoft.com/office/drawing/2014/main" id="{0A76F728-DC69-4AD8-9AEF-5B486F400969}"/>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cxnSp>
        <p:nvCxnSpPr>
          <p:cNvPr id="6" name="Straight Connector 5">
            <a:extLst>
              <a:ext uri="{FF2B5EF4-FFF2-40B4-BE49-F238E27FC236}">
                <a16:creationId xmlns:a16="http://schemas.microsoft.com/office/drawing/2014/main" id="{E9B1CC16-8142-C9B4-AA53-7C6F5EB64956}"/>
              </a:ext>
            </a:extLst>
          </p:cNvPr>
          <p:cNvCxnSpPr>
            <a:cxnSpLocks/>
          </p:cNvCxnSpPr>
          <p:nvPr userDrawn="1"/>
        </p:nvCxnSpPr>
        <p:spPr>
          <a:xfrm>
            <a:off x="1400627" y="4830552"/>
            <a:ext cx="0" cy="144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Footer Placeholder 2">
            <a:extLst>
              <a:ext uri="{FF2B5EF4-FFF2-40B4-BE49-F238E27FC236}">
                <a16:creationId xmlns:a16="http://schemas.microsoft.com/office/drawing/2014/main" id="{22520D9A-9611-C82A-E40B-BC50B9BE6631}"/>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Apply appropriate data classification. Apply document ID (if applicable).</a:t>
            </a:r>
            <a:endParaRPr lang="en-US" dirty="0"/>
          </a:p>
        </p:txBody>
      </p:sp>
      <p:pic>
        <p:nvPicPr>
          <p:cNvPr id="2" name="Picture 1">
            <a:extLst>
              <a:ext uri="{FF2B5EF4-FFF2-40B4-BE49-F238E27FC236}">
                <a16:creationId xmlns:a16="http://schemas.microsoft.com/office/drawing/2014/main" id="{BDDCD471-AE80-D857-2AF0-E152B51C67F7}"/>
              </a:ext>
            </a:extLst>
          </p:cNvPr>
          <p:cNvPicPr>
            <a:picLocks noChangeAspect="1"/>
          </p:cNvPicPr>
          <p:nvPr userDrawn="1"/>
        </p:nvPicPr>
        <p:blipFill>
          <a:blip r:embed="rId2"/>
          <a:stretch>
            <a:fillRect/>
          </a:stretch>
        </p:blipFill>
        <p:spPr>
          <a:xfrm>
            <a:off x="6788050" y="4683564"/>
            <a:ext cx="2167796" cy="349981"/>
          </a:xfrm>
          <a:prstGeom prst="rect">
            <a:avLst/>
          </a:prstGeom>
        </p:spPr>
      </p:pic>
    </p:spTree>
    <p:extLst>
      <p:ext uri="{BB962C8B-B14F-4D97-AF65-F5344CB8AC3E}">
        <p14:creationId xmlns:p14="http://schemas.microsoft.com/office/powerpoint/2010/main" val="393866873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_1.2 Title">
    <p:bg>
      <p:bgPr>
        <a:solidFill>
          <a:schemeClr val="tx2"/>
        </a:solidFill>
        <a:effectLst/>
      </p:bgPr>
    </p:bg>
    <p:spTree>
      <p:nvGrpSpPr>
        <p:cNvPr id="1" name=""/>
        <p:cNvGrpSpPr/>
        <p:nvPr/>
      </p:nvGrpSpPr>
      <p:grpSpPr>
        <a:xfrm>
          <a:off x="0" y="0"/>
          <a:ext cx="0" cy="0"/>
          <a:chOff x="0" y="0"/>
          <a:chExt cx="0" cy="0"/>
        </a:xfrm>
      </p:grpSpPr>
      <p:sp>
        <p:nvSpPr>
          <p:cNvPr id="6" name="Text Placeholder 42">
            <a:extLst>
              <a:ext uri="{FF2B5EF4-FFF2-40B4-BE49-F238E27FC236}">
                <a16:creationId xmlns:a16="http://schemas.microsoft.com/office/drawing/2014/main" id="{D048D520-8858-4E4E-8511-3306272E38FC}"/>
              </a:ext>
            </a:extLst>
          </p:cNvPr>
          <p:cNvSpPr>
            <a:spLocks noGrp="1"/>
          </p:cNvSpPr>
          <p:nvPr>
            <p:ph type="body" sz="quarter" idx="12" hasCustomPrompt="1"/>
          </p:nvPr>
        </p:nvSpPr>
        <p:spPr>
          <a:xfrm>
            <a:off x="417600" y="395946"/>
            <a:ext cx="8308800" cy="340654"/>
          </a:xfrm>
          <a:prstGeom prst="rect">
            <a:avLst/>
          </a:prstGeom>
        </p:spPr>
        <p:txBody>
          <a:bodyPr lIns="0" tIns="0" rIns="0" bIns="0"/>
          <a:lstStyle>
            <a:lvl1pPr marL="0" indent="0">
              <a:lnSpc>
                <a:spcPct val="100000"/>
              </a:lnSpc>
              <a:spcBef>
                <a:spcPts val="0"/>
              </a:spcBef>
              <a:buNone/>
              <a:defRPr sz="2400" baseline="0">
                <a:solidFill>
                  <a:schemeClr val="bg1"/>
                </a:solidFill>
                <a:latin typeface="Nokia Pure Headline Light" panose="020B0304020202020204" pitchFamily="34" charset="0"/>
              </a:defRPr>
            </a:lvl1pPr>
          </a:lstStyle>
          <a:p>
            <a:pPr lvl="0"/>
            <a:r>
              <a:rPr lang="en-US" noProof="0" dirty="0"/>
              <a:t>Click to edit headline</a:t>
            </a:r>
          </a:p>
        </p:txBody>
      </p:sp>
      <p:sp>
        <p:nvSpPr>
          <p:cNvPr id="4" name="Text Placeholder 42">
            <a:extLst>
              <a:ext uri="{FF2B5EF4-FFF2-40B4-BE49-F238E27FC236}">
                <a16:creationId xmlns:a16="http://schemas.microsoft.com/office/drawing/2014/main" id="{73EC6F19-4B79-4103-93C9-A7D00929D42E}"/>
              </a:ext>
            </a:extLst>
          </p:cNvPr>
          <p:cNvSpPr>
            <a:spLocks noGrp="1"/>
          </p:cNvSpPr>
          <p:nvPr>
            <p:ph type="body" sz="quarter" idx="13" hasCustomPrompt="1"/>
          </p:nvPr>
        </p:nvSpPr>
        <p:spPr>
          <a:xfrm>
            <a:off x="417600" y="764520"/>
            <a:ext cx="8308800" cy="340654"/>
          </a:xfrm>
          <a:prstGeom prst="rect">
            <a:avLst/>
          </a:prstGeom>
        </p:spPr>
        <p:txBody>
          <a:bodyPr lIns="0" tIns="0" rIns="0" bIns="0"/>
          <a:lstStyle>
            <a:lvl1pPr marL="0" indent="0">
              <a:lnSpc>
                <a:spcPct val="100000"/>
              </a:lnSpc>
              <a:spcBef>
                <a:spcPts val="0"/>
              </a:spcBef>
              <a:buNone/>
              <a:defRPr sz="1800" baseline="0">
                <a:solidFill>
                  <a:schemeClr val="bg1"/>
                </a:solidFill>
                <a:latin typeface="Nokia Pure Headline Light" panose="020B0304020202020204" pitchFamily="34" charset="0"/>
              </a:defRPr>
            </a:lvl1pPr>
          </a:lstStyle>
          <a:p>
            <a:pPr lvl="0"/>
            <a:r>
              <a:rPr lang="en-US" noProof="0" dirty="0"/>
              <a:t>Click to edit headline</a:t>
            </a:r>
          </a:p>
        </p:txBody>
      </p:sp>
      <p:sp>
        <p:nvSpPr>
          <p:cNvPr id="9" name="TextBox 8">
            <a:extLst>
              <a:ext uri="{FF2B5EF4-FFF2-40B4-BE49-F238E27FC236}">
                <a16:creationId xmlns:a16="http://schemas.microsoft.com/office/drawing/2014/main" id="{AE26DEAE-F305-C645-6B32-DF908A237FC6}"/>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0" name="Slide Number Placeholder 5">
            <a:extLst>
              <a:ext uri="{FF2B5EF4-FFF2-40B4-BE49-F238E27FC236}">
                <a16:creationId xmlns:a16="http://schemas.microsoft.com/office/drawing/2014/main" id="{761FD5D9-C8CE-C240-0A2D-0C2075105609}"/>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cxnSp>
        <p:nvCxnSpPr>
          <p:cNvPr id="11" name="Straight Connector 10">
            <a:extLst>
              <a:ext uri="{FF2B5EF4-FFF2-40B4-BE49-F238E27FC236}">
                <a16:creationId xmlns:a16="http://schemas.microsoft.com/office/drawing/2014/main" id="{41AC439E-0DDA-84C5-68C7-53D323ED0EC1}"/>
              </a:ext>
            </a:extLst>
          </p:cNvPr>
          <p:cNvCxnSpPr>
            <a:cxnSpLocks/>
          </p:cNvCxnSpPr>
          <p:nvPr userDrawn="1"/>
        </p:nvCxnSpPr>
        <p:spPr>
          <a:xfrm>
            <a:off x="1400627" y="4830552"/>
            <a:ext cx="0" cy="144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2" name="Footer Placeholder 2">
            <a:extLst>
              <a:ext uri="{FF2B5EF4-FFF2-40B4-BE49-F238E27FC236}">
                <a16:creationId xmlns:a16="http://schemas.microsoft.com/office/drawing/2014/main" id="{09A6CDBE-EDE4-1381-C4AF-F7D0ED869487}"/>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Apply appropriate data classification. Apply document ID (if applicable).</a:t>
            </a:r>
            <a:endParaRPr lang="en-US" dirty="0"/>
          </a:p>
        </p:txBody>
      </p:sp>
      <p:pic>
        <p:nvPicPr>
          <p:cNvPr id="3" name="Picture 2">
            <a:extLst>
              <a:ext uri="{FF2B5EF4-FFF2-40B4-BE49-F238E27FC236}">
                <a16:creationId xmlns:a16="http://schemas.microsoft.com/office/drawing/2014/main" id="{113BD285-3611-A8DD-C21B-C13A73CB3675}"/>
              </a:ext>
            </a:extLst>
          </p:cNvPr>
          <p:cNvPicPr>
            <a:picLocks noChangeAspect="1"/>
          </p:cNvPicPr>
          <p:nvPr userDrawn="1"/>
        </p:nvPicPr>
        <p:blipFill>
          <a:blip r:embed="rId2"/>
          <a:stretch>
            <a:fillRect/>
          </a:stretch>
        </p:blipFill>
        <p:spPr>
          <a:xfrm>
            <a:off x="6788050" y="4683564"/>
            <a:ext cx="2167796" cy="349981"/>
          </a:xfrm>
          <a:prstGeom prst="rect">
            <a:avLst/>
          </a:prstGeom>
        </p:spPr>
      </p:pic>
    </p:spTree>
    <p:extLst>
      <p:ext uri="{BB962C8B-B14F-4D97-AF65-F5344CB8AC3E}">
        <p14:creationId xmlns:p14="http://schemas.microsoft.com/office/powerpoint/2010/main" val="135852159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1.3 Text">
    <p:bg>
      <p:bgPr>
        <a:solidFill>
          <a:schemeClr val="tx2"/>
        </a:solidFill>
        <a:effectLst/>
      </p:bgPr>
    </p:bg>
    <p:spTree>
      <p:nvGrpSpPr>
        <p:cNvPr id="1" name=""/>
        <p:cNvGrpSpPr/>
        <p:nvPr/>
      </p:nvGrpSpPr>
      <p:grpSpPr>
        <a:xfrm>
          <a:off x="0" y="0"/>
          <a:ext cx="0" cy="0"/>
          <a:chOff x="0" y="0"/>
          <a:chExt cx="0" cy="0"/>
        </a:xfrm>
      </p:grpSpPr>
      <p:sp>
        <p:nvSpPr>
          <p:cNvPr id="6" name="Text Placeholder 42">
            <a:extLst>
              <a:ext uri="{FF2B5EF4-FFF2-40B4-BE49-F238E27FC236}">
                <a16:creationId xmlns:a16="http://schemas.microsoft.com/office/drawing/2014/main" id="{D048D520-8858-4E4E-8511-3306272E38FC}"/>
              </a:ext>
            </a:extLst>
          </p:cNvPr>
          <p:cNvSpPr>
            <a:spLocks noGrp="1"/>
          </p:cNvSpPr>
          <p:nvPr>
            <p:ph type="body" sz="quarter" idx="12" hasCustomPrompt="1"/>
          </p:nvPr>
        </p:nvSpPr>
        <p:spPr>
          <a:xfrm>
            <a:off x="417600" y="395946"/>
            <a:ext cx="8308800" cy="340654"/>
          </a:xfrm>
          <a:prstGeom prst="rect">
            <a:avLst/>
          </a:prstGeom>
        </p:spPr>
        <p:txBody>
          <a:bodyPr lIns="0" tIns="0" rIns="0" bIns="0"/>
          <a:lstStyle>
            <a:lvl1pPr marL="0" indent="0">
              <a:lnSpc>
                <a:spcPct val="100000"/>
              </a:lnSpc>
              <a:spcBef>
                <a:spcPts val="0"/>
              </a:spcBef>
              <a:buNone/>
              <a:defRPr sz="2400" baseline="0">
                <a:solidFill>
                  <a:schemeClr val="bg1"/>
                </a:solidFill>
                <a:latin typeface="Nokia Pure Headline Light" panose="020B0304020202020204" pitchFamily="34" charset="0"/>
              </a:defRPr>
            </a:lvl1pPr>
          </a:lstStyle>
          <a:p>
            <a:pPr lvl="0"/>
            <a:r>
              <a:rPr lang="en-US" noProof="0" dirty="0"/>
              <a:t>Click to edit headline</a:t>
            </a:r>
          </a:p>
        </p:txBody>
      </p:sp>
      <p:sp>
        <p:nvSpPr>
          <p:cNvPr id="4" name="Text Placeholder 42">
            <a:extLst>
              <a:ext uri="{FF2B5EF4-FFF2-40B4-BE49-F238E27FC236}">
                <a16:creationId xmlns:a16="http://schemas.microsoft.com/office/drawing/2014/main" id="{73EC6F19-4B79-4103-93C9-A7D00929D42E}"/>
              </a:ext>
            </a:extLst>
          </p:cNvPr>
          <p:cNvSpPr>
            <a:spLocks noGrp="1"/>
          </p:cNvSpPr>
          <p:nvPr>
            <p:ph type="body" sz="quarter" idx="13" hasCustomPrompt="1"/>
          </p:nvPr>
        </p:nvSpPr>
        <p:spPr>
          <a:xfrm>
            <a:off x="417600" y="764520"/>
            <a:ext cx="8308800" cy="340654"/>
          </a:xfrm>
          <a:prstGeom prst="rect">
            <a:avLst/>
          </a:prstGeom>
        </p:spPr>
        <p:txBody>
          <a:bodyPr lIns="0" tIns="0" rIns="0" bIns="0"/>
          <a:lstStyle>
            <a:lvl1pPr marL="0" indent="0">
              <a:lnSpc>
                <a:spcPct val="100000"/>
              </a:lnSpc>
              <a:spcBef>
                <a:spcPts val="0"/>
              </a:spcBef>
              <a:buNone/>
              <a:defRPr sz="1800" baseline="0">
                <a:solidFill>
                  <a:schemeClr val="bg1"/>
                </a:solidFill>
                <a:latin typeface="Nokia Pure Headline Light" panose="020B0304020202020204" pitchFamily="34" charset="0"/>
              </a:defRPr>
            </a:lvl1pPr>
          </a:lstStyle>
          <a:p>
            <a:pPr lvl="0"/>
            <a:r>
              <a:rPr lang="en-US" noProof="0" dirty="0"/>
              <a:t>Click to edit headline</a:t>
            </a:r>
          </a:p>
        </p:txBody>
      </p:sp>
      <p:sp>
        <p:nvSpPr>
          <p:cNvPr id="5" name="Text Placeholder 12">
            <a:extLst>
              <a:ext uri="{FF2B5EF4-FFF2-40B4-BE49-F238E27FC236}">
                <a16:creationId xmlns:a16="http://schemas.microsoft.com/office/drawing/2014/main" id="{725B0BB8-7D8D-1CFB-75CE-E19F62B9211C}"/>
              </a:ext>
            </a:extLst>
          </p:cNvPr>
          <p:cNvSpPr>
            <a:spLocks noGrp="1"/>
          </p:cNvSpPr>
          <p:nvPr>
            <p:ph type="body" sz="quarter" idx="15"/>
          </p:nvPr>
        </p:nvSpPr>
        <p:spPr>
          <a:xfrm>
            <a:off x="417338" y="1260000"/>
            <a:ext cx="8308800" cy="3118980"/>
          </a:xfrm>
          <a:prstGeom prst="rect">
            <a:avLst/>
          </a:prstGeom>
        </p:spPr>
        <p:txBody>
          <a:bodyPr lIns="0" tIns="0" rIns="0" bIns="0"/>
          <a:lstStyle>
            <a:lvl1pPr marL="0" indent="0">
              <a:lnSpc>
                <a:spcPct val="100000"/>
              </a:lnSpc>
              <a:spcBef>
                <a:spcPts val="0"/>
              </a:spcBef>
              <a:spcAft>
                <a:spcPts val="600"/>
              </a:spcAft>
              <a:buSzPct val="70000"/>
              <a:buNone/>
              <a:defRPr sz="1200">
                <a:solidFill>
                  <a:schemeClr val="bg1"/>
                </a:solidFill>
              </a:defRPr>
            </a:lvl1pPr>
            <a:lvl2pPr marL="180000" indent="0">
              <a:lnSpc>
                <a:spcPct val="100000"/>
              </a:lnSpc>
              <a:spcBef>
                <a:spcPts val="0"/>
              </a:spcBef>
              <a:spcAft>
                <a:spcPts val="600"/>
              </a:spcAft>
              <a:buSzPct val="70000"/>
              <a:buNone/>
              <a:defRPr sz="1200">
                <a:solidFill>
                  <a:schemeClr val="bg1"/>
                </a:solidFill>
              </a:defRPr>
            </a:lvl2pPr>
            <a:lvl3pPr marL="360000" indent="0">
              <a:lnSpc>
                <a:spcPct val="100000"/>
              </a:lnSpc>
              <a:spcBef>
                <a:spcPts val="0"/>
              </a:spcBef>
              <a:spcAft>
                <a:spcPts val="600"/>
              </a:spcAft>
              <a:buSzPct val="70000"/>
              <a:buNone/>
              <a:defRPr sz="1200">
                <a:solidFill>
                  <a:schemeClr val="bg1"/>
                </a:solidFill>
              </a:defRPr>
            </a:lvl3pPr>
            <a:lvl4pPr marL="540000" indent="0">
              <a:lnSpc>
                <a:spcPct val="100000"/>
              </a:lnSpc>
              <a:spcBef>
                <a:spcPts val="0"/>
              </a:spcBef>
              <a:spcAft>
                <a:spcPts val="600"/>
              </a:spcAft>
              <a:buSzPct val="70000"/>
              <a:buNone/>
              <a:defRPr sz="1200">
                <a:solidFill>
                  <a:schemeClr val="bg1"/>
                </a:solidFill>
              </a:defRPr>
            </a:lvl4pPr>
            <a:lvl5pPr marL="720000" indent="0">
              <a:lnSpc>
                <a:spcPct val="100000"/>
              </a:lnSpc>
              <a:spcBef>
                <a:spcPts val="0"/>
              </a:spcBef>
              <a:spcAft>
                <a:spcPts val="600"/>
              </a:spcAft>
              <a:buSzPct val="70000"/>
              <a:buNone/>
              <a:defRPr sz="1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Box 9">
            <a:extLst>
              <a:ext uri="{FF2B5EF4-FFF2-40B4-BE49-F238E27FC236}">
                <a16:creationId xmlns:a16="http://schemas.microsoft.com/office/drawing/2014/main" id="{37B7B596-4152-517C-5C30-64F14F1B9A2E}"/>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1" name="Slide Number Placeholder 5">
            <a:extLst>
              <a:ext uri="{FF2B5EF4-FFF2-40B4-BE49-F238E27FC236}">
                <a16:creationId xmlns:a16="http://schemas.microsoft.com/office/drawing/2014/main" id="{28C58317-1366-95A8-E74C-B47D5FE79D6E}"/>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cxnSp>
        <p:nvCxnSpPr>
          <p:cNvPr id="12" name="Straight Connector 11">
            <a:extLst>
              <a:ext uri="{FF2B5EF4-FFF2-40B4-BE49-F238E27FC236}">
                <a16:creationId xmlns:a16="http://schemas.microsoft.com/office/drawing/2014/main" id="{30F4086A-EEE4-7238-CF78-1C3E853BE875}"/>
              </a:ext>
            </a:extLst>
          </p:cNvPr>
          <p:cNvCxnSpPr>
            <a:cxnSpLocks/>
          </p:cNvCxnSpPr>
          <p:nvPr userDrawn="1"/>
        </p:nvCxnSpPr>
        <p:spPr>
          <a:xfrm>
            <a:off x="1400627" y="4830552"/>
            <a:ext cx="0" cy="144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Footer Placeholder 2">
            <a:extLst>
              <a:ext uri="{FF2B5EF4-FFF2-40B4-BE49-F238E27FC236}">
                <a16:creationId xmlns:a16="http://schemas.microsoft.com/office/drawing/2014/main" id="{00D26E4F-5A2F-75BE-4956-4C895F30A9F7}"/>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Apply appropriate data classification. Apply document ID (if applicable).</a:t>
            </a:r>
            <a:endParaRPr lang="en-US" dirty="0"/>
          </a:p>
        </p:txBody>
      </p:sp>
      <p:pic>
        <p:nvPicPr>
          <p:cNvPr id="2" name="Picture 1">
            <a:extLst>
              <a:ext uri="{FF2B5EF4-FFF2-40B4-BE49-F238E27FC236}">
                <a16:creationId xmlns:a16="http://schemas.microsoft.com/office/drawing/2014/main" id="{45403C6C-1414-2271-64E3-B2526225DB7D}"/>
              </a:ext>
            </a:extLst>
          </p:cNvPr>
          <p:cNvPicPr>
            <a:picLocks noChangeAspect="1"/>
          </p:cNvPicPr>
          <p:nvPr userDrawn="1"/>
        </p:nvPicPr>
        <p:blipFill>
          <a:blip r:embed="rId2"/>
          <a:stretch>
            <a:fillRect/>
          </a:stretch>
        </p:blipFill>
        <p:spPr>
          <a:xfrm>
            <a:off x="6788050" y="4683564"/>
            <a:ext cx="2167796" cy="349981"/>
          </a:xfrm>
          <a:prstGeom prst="rect">
            <a:avLst/>
          </a:prstGeom>
        </p:spPr>
      </p:pic>
    </p:spTree>
    <p:extLst>
      <p:ext uri="{BB962C8B-B14F-4D97-AF65-F5344CB8AC3E}">
        <p14:creationId xmlns:p14="http://schemas.microsoft.com/office/powerpoint/2010/main" val="60326307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4_1.4 Bulletpoint text">
    <p:bg>
      <p:bgPr>
        <a:solidFill>
          <a:schemeClr val="tx2"/>
        </a:solidFill>
        <a:effectLst/>
      </p:bgPr>
    </p:bg>
    <p:spTree>
      <p:nvGrpSpPr>
        <p:cNvPr id="1" name=""/>
        <p:cNvGrpSpPr/>
        <p:nvPr/>
      </p:nvGrpSpPr>
      <p:grpSpPr>
        <a:xfrm>
          <a:off x="0" y="0"/>
          <a:ext cx="0" cy="0"/>
          <a:chOff x="0" y="0"/>
          <a:chExt cx="0" cy="0"/>
        </a:xfrm>
      </p:grpSpPr>
      <p:sp>
        <p:nvSpPr>
          <p:cNvPr id="6" name="Text Placeholder 42">
            <a:extLst>
              <a:ext uri="{FF2B5EF4-FFF2-40B4-BE49-F238E27FC236}">
                <a16:creationId xmlns:a16="http://schemas.microsoft.com/office/drawing/2014/main" id="{D048D520-8858-4E4E-8511-3306272E38FC}"/>
              </a:ext>
            </a:extLst>
          </p:cNvPr>
          <p:cNvSpPr>
            <a:spLocks noGrp="1"/>
          </p:cNvSpPr>
          <p:nvPr>
            <p:ph type="body" sz="quarter" idx="12" hasCustomPrompt="1"/>
          </p:nvPr>
        </p:nvSpPr>
        <p:spPr>
          <a:xfrm>
            <a:off x="417600" y="395946"/>
            <a:ext cx="8308800" cy="340654"/>
          </a:xfrm>
          <a:prstGeom prst="rect">
            <a:avLst/>
          </a:prstGeom>
        </p:spPr>
        <p:txBody>
          <a:bodyPr lIns="0" tIns="0" rIns="0" bIns="0"/>
          <a:lstStyle>
            <a:lvl1pPr marL="0" indent="0">
              <a:lnSpc>
                <a:spcPct val="100000"/>
              </a:lnSpc>
              <a:spcBef>
                <a:spcPts val="0"/>
              </a:spcBef>
              <a:buNone/>
              <a:defRPr sz="2400" baseline="0">
                <a:solidFill>
                  <a:schemeClr val="bg1"/>
                </a:solidFill>
                <a:latin typeface="Nokia Pure Headline Light" panose="020B0304020202020204" pitchFamily="34" charset="0"/>
              </a:defRPr>
            </a:lvl1pPr>
          </a:lstStyle>
          <a:p>
            <a:pPr lvl="0"/>
            <a:r>
              <a:rPr lang="en-US" noProof="0" dirty="0"/>
              <a:t>Click to edit headline</a:t>
            </a:r>
          </a:p>
        </p:txBody>
      </p:sp>
      <p:sp>
        <p:nvSpPr>
          <p:cNvPr id="4" name="Text Placeholder 42">
            <a:extLst>
              <a:ext uri="{FF2B5EF4-FFF2-40B4-BE49-F238E27FC236}">
                <a16:creationId xmlns:a16="http://schemas.microsoft.com/office/drawing/2014/main" id="{73EC6F19-4B79-4103-93C9-A7D00929D42E}"/>
              </a:ext>
            </a:extLst>
          </p:cNvPr>
          <p:cNvSpPr>
            <a:spLocks noGrp="1"/>
          </p:cNvSpPr>
          <p:nvPr>
            <p:ph type="body" sz="quarter" idx="13" hasCustomPrompt="1"/>
          </p:nvPr>
        </p:nvSpPr>
        <p:spPr>
          <a:xfrm>
            <a:off x="417600" y="764520"/>
            <a:ext cx="8308800" cy="340654"/>
          </a:xfrm>
          <a:prstGeom prst="rect">
            <a:avLst/>
          </a:prstGeom>
        </p:spPr>
        <p:txBody>
          <a:bodyPr lIns="0" tIns="0" rIns="0" bIns="0"/>
          <a:lstStyle>
            <a:lvl1pPr marL="0" indent="0">
              <a:lnSpc>
                <a:spcPct val="100000"/>
              </a:lnSpc>
              <a:spcBef>
                <a:spcPts val="0"/>
              </a:spcBef>
              <a:buNone/>
              <a:defRPr sz="1800" baseline="0">
                <a:solidFill>
                  <a:schemeClr val="bg1"/>
                </a:solidFill>
                <a:latin typeface="Nokia Pure Headline Light" panose="020B0304020202020204" pitchFamily="34" charset="0"/>
              </a:defRPr>
            </a:lvl1pPr>
          </a:lstStyle>
          <a:p>
            <a:pPr lvl="0"/>
            <a:r>
              <a:rPr lang="en-US" noProof="0" dirty="0"/>
              <a:t>Click to edit headline</a:t>
            </a:r>
          </a:p>
        </p:txBody>
      </p:sp>
      <p:sp>
        <p:nvSpPr>
          <p:cNvPr id="5" name="Text Placeholder 12">
            <a:extLst>
              <a:ext uri="{FF2B5EF4-FFF2-40B4-BE49-F238E27FC236}">
                <a16:creationId xmlns:a16="http://schemas.microsoft.com/office/drawing/2014/main" id="{725B0BB8-7D8D-1CFB-75CE-E19F62B9211C}"/>
              </a:ext>
            </a:extLst>
          </p:cNvPr>
          <p:cNvSpPr>
            <a:spLocks noGrp="1"/>
          </p:cNvSpPr>
          <p:nvPr>
            <p:ph type="body" sz="quarter" idx="15"/>
          </p:nvPr>
        </p:nvSpPr>
        <p:spPr>
          <a:xfrm>
            <a:off x="417338" y="1260000"/>
            <a:ext cx="8308800" cy="3118980"/>
          </a:xfrm>
          <a:prstGeom prst="rect">
            <a:avLst/>
          </a:prstGeom>
        </p:spPr>
        <p:txBody>
          <a:bodyPr lIns="0" tIns="0" rIns="0" bIns="0"/>
          <a:lstStyle>
            <a:lvl1pPr marL="180000" indent="-180000">
              <a:lnSpc>
                <a:spcPct val="100000"/>
              </a:lnSpc>
              <a:spcBef>
                <a:spcPts val="0"/>
              </a:spcBef>
              <a:spcAft>
                <a:spcPts val="600"/>
              </a:spcAft>
              <a:buSzPct val="70000"/>
              <a:defRPr sz="1200">
                <a:solidFill>
                  <a:schemeClr val="bg1"/>
                </a:solidFill>
              </a:defRPr>
            </a:lvl1pPr>
            <a:lvl2pPr marL="360000" indent="-180000">
              <a:lnSpc>
                <a:spcPct val="100000"/>
              </a:lnSpc>
              <a:spcBef>
                <a:spcPts val="0"/>
              </a:spcBef>
              <a:spcAft>
                <a:spcPts val="600"/>
              </a:spcAft>
              <a:buSzPct val="70000"/>
              <a:defRPr sz="1200">
                <a:solidFill>
                  <a:schemeClr val="bg1"/>
                </a:solidFill>
              </a:defRPr>
            </a:lvl2pPr>
            <a:lvl3pPr marL="540000" indent="-180000">
              <a:lnSpc>
                <a:spcPct val="100000"/>
              </a:lnSpc>
              <a:spcBef>
                <a:spcPts val="0"/>
              </a:spcBef>
              <a:spcAft>
                <a:spcPts val="600"/>
              </a:spcAft>
              <a:buSzPct val="70000"/>
              <a:defRPr sz="1200">
                <a:solidFill>
                  <a:schemeClr val="bg1"/>
                </a:solidFill>
              </a:defRPr>
            </a:lvl3pPr>
            <a:lvl4pPr marL="720000" indent="-180000">
              <a:lnSpc>
                <a:spcPct val="100000"/>
              </a:lnSpc>
              <a:spcBef>
                <a:spcPts val="0"/>
              </a:spcBef>
              <a:spcAft>
                <a:spcPts val="600"/>
              </a:spcAft>
              <a:buSzPct val="70000"/>
              <a:defRPr lang="en-US" sz="1200" kern="1200" dirty="0">
                <a:solidFill>
                  <a:schemeClr val="bg1"/>
                </a:solidFill>
                <a:latin typeface="+mn-lt"/>
                <a:ea typeface="+mn-ea"/>
                <a:cs typeface="+mn-cs"/>
              </a:defRPr>
            </a:lvl4pPr>
            <a:lvl5pPr marL="900000" indent="-180000">
              <a:lnSpc>
                <a:spcPct val="100000"/>
              </a:lnSpc>
              <a:spcBef>
                <a:spcPts val="0"/>
              </a:spcBef>
              <a:spcAft>
                <a:spcPts val="600"/>
              </a:spcAft>
              <a:buSzPct val="70000"/>
              <a:defRPr sz="1200">
                <a:solidFill>
                  <a:schemeClr val="bg1"/>
                </a:solidFill>
              </a:defRPr>
            </a:lvl5pPr>
            <a:lvl6pPr marL="1080000" indent="-180000">
              <a:lnSpc>
                <a:spcPct val="100000"/>
              </a:lnSpc>
              <a:spcBef>
                <a:spcPts val="0"/>
              </a:spcBef>
              <a:buSzPct val="70000"/>
              <a:buFont typeface="Arial" panose="020B0604020202020204" pitchFamily="34" charset="0"/>
              <a:buChar char="•"/>
              <a:defRPr sz="1100">
                <a:solidFill>
                  <a:schemeClr val="tx2"/>
                </a:solidFill>
              </a:defRPr>
            </a:lvl6pPr>
            <a:lvl7pPr marL="1080000">
              <a:defRPr sz="12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Box 9">
            <a:extLst>
              <a:ext uri="{FF2B5EF4-FFF2-40B4-BE49-F238E27FC236}">
                <a16:creationId xmlns:a16="http://schemas.microsoft.com/office/drawing/2014/main" id="{88EED543-A0D2-4B1E-84AB-35BA8760AB4B}"/>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1" name="Slide Number Placeholder 5">
            <a:extLst>
              <a:ext uri="{FF2B5EF4-FFF2-40B4-BE49-F238E27FC236}">
                <a16:creationId xmlns:a16="http://schemas.microsoft.com/office/drawing/2014/main" id="{E1B1C6CE-73A8-5D3B-7402-E61E80018DF8}"/>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cxnSp>
        <p:nvCxnSpPr>
          <p:cNvPr id="12" name="Straight Connector 11">
            <a:extLst>
              <a:ext uri="{FF2B5EF4-FFF2-40B4-BE49-F238E27FC236}">
                <a16:creationId xmlns:a16="http://schemas.microsoft.com/office/drawing/2014/main" id="{0AF05F9E-C966-5628-2820-8F1395BF81EA}"/>
              </a:ext>
            </a:extLst>
          </p:cNvPr>
          <p:cNvCxnSpPr>
            <a:cxnSpLocks/>
          </p:cNvCxnSpPr>
          <p:nvPr userDrawn="1"/>
        </p:nvCxnSpPr>
        <p:spPr>
          <a:xfrm>
            <a:off x="1400627" y="4830552"/>
            <a:ext cx="0" cy="144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Footer Placeholder 2">
            <a:extLst>
              <a:ext uri="{FF2B5EF4-FFF2-40B4-BE49-F238E27FC236}">
                <a16:creationId xmlns:a16="http://schemas.microsoft.com/office/drawing/2014/main" id="{0B9B0982-1098-65B6-0BE1-70000891D5B5}"/>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Apply appropriate data classification. Apply document ID (if applicable).</a:t>
            </a:r>
            <a:endParaRPr lang="en-US" dirty="0"/>
          </a:p>
        </p:txBody>
      </p:sp>
      <p:pic>
        <p:nvPicPr>
          <p:cNvPr id="2" name="Picture 1">
            <a:extLst>
              <a:ext uri="{FF2B5EF4-FFF2-40B4-BE49-F238E27FC236}">
                <a16:creationId xmlns:a16="http://schemas.microsoft.com/office/drawing/2014/main" id="{F0771F71-5F1F-7A5A-7F08-B00E5B3225AB}"/>
              </a:ext>
            </a:extLst>
          </p:cNvPr>
          <p:cNvPicPr>
            <a:picLocks noChangeAspect="1"/>
          </p:cNvPicPr>
          <p:nvPr userDrawn="1"/>
        </p:nvPicPr>
        <p:blipFill>
          <a:blip r:embed="rId2"/>
          <a:stretch>
            <a:fillRect/>
          </a:stretch>
        </p:blipFill>
        <p:spPr>
          <a:xfrm>
            <a:off x="6788050" y="4683564"/>
            <a:ext cx="2167796" cy="349981"/>
          </a:xfrm>
          <a:prstGeom prst="rect">
            <a:avLst/>
          </a:prstGeom>
        </p:spPr>
      </p:pic>
    </p:spTree>
    <p:extLst>
      <p:ext uri="{BB962C8B-B14F-4D97-AF65-F5344CB8AC3E}">
        <p14:creationId xmlns:p14="http://schemas.microsoft.com/office/powerpoint/2010/main" val="183466953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5_1.4 Bulletpoint text">
    <p:bg>
      <p:bgPr>
        <a:solidFill>
          <a:schemeClr val="tx2"/>
        </a:solidFill>
        <a:effectLst/>
      </p:bgPr>
    </p:bg>
    <p:spTree>
      <p:nvGrpSpPr>
        <p:cNvPr id="1" name=""/>
        <p:cNvGrpSpPr/>
        <p:nvPr/>
      </p:nvGrpSpPr>
      <p:grpSpPr>
        <a:xfrm>
          <a:off x="0" y="0"/>
          <a:ext cx="0" cy="0"/>
          <a:chOff x="0" y="0"/>
          <a:chExt cx="0" cy="0"/>
        </a:xfrm>
      </p:grpSpPr>
      <p:sp>
        <p:nvSpPr>
          <p:cNvPr id="6" name="Text Placeholder 42">
            <a:extLst>
              <a:ext uri="{FF2B5EF4-FFF2-40B4-BE49-F238E27FC236}">
                <a16:creationId xmlns:a16="http://schemas.microsoft.com/office/drawing/2014/main" id="{D048D520-8858-4E4E-8511-3306272E38FC}"/>
              </a:ext>
            </a:extLst>
          </p:cNvPr>
          <p:cNvSpPr>
            <a:spLocks noGrp="1"/>
          </p:cNvSpPr>
          <p:nvPr>
            <p:ph type="body" sz="quarter" idx="12" hasCustomPrompt="1"/>
          </p:nvPr>
        </p:nvSpPr>
        <p:spPr>
          <a:xfrm>
            <a:off x="417600" y="395946"/>
            <a:ext cx="8308800" cy="340654"/>
          </a:xfrm>
          <a:prstGeom prst="rect">
            <a:avLst/>
          </a:prstGeom>
        </p:spPr>
        <p:txBody>
          <a:bodyPr lIns="0" tIns="0" rIns="0" bIns="0"/>
          <a:lstStyle>
            <a:lvl1pPr marL="0" indent="0">
              <a:lnSpc>
                <a:spcPct val="100000"/>
              </a:lnSpc>
              <a:spcBef>
                <a:spcPts val="0"/>
              </a:spcBef>
              <a:buNone/>
              <a:defRPr sz="2400" baseline="0">
                <a:solidFill>
                  <a:schemeClr val="bg1"/>
                </a:solidFill>
                <a:latin typeface="Nokia Pure Headline Light" panose="020B0304020202020204" pitchFamily="34" charset="0"/>
              </a:defRPr>
            </a:lvl1pPr>
          </a:lstStyle>
          <a:p>
            <a:pPr lvl="0"/>
            <a:r>
              <a:rPr lang="en-US" noProof="0" dirty="0"/>
              <a:t>Click to edit headline</a:t>
            </a:r>
          </a:p>
        </p:txBody>
      </p:sp>
      <p:sp>
        <p:nvSpPr>
          <p:cNvPr id="4" name="Text Placeholder 42">
            <a:extLst>
              <a:ext uri="{FF2B5EF4-FFF2-40B4-BE49-F238E27FC236}">
                <a16:creationId xmlns:a16="http://schemas.microsoft.com/office/drawing/2014/main" id="{73EC6F19-4B79-4103-93C9-A7D00929D42E}"/>
              </a:ext>
            </a:extLst>
          </p:cNvPr>
          <p:cNvSpPr>
            <a:spLocks noGrp="1"/>
          </p:cNvSpPr>
          <p:nvPr>
            <p:ph type="body" sz="quarter" idx="13" hasCustomPrompt="1"/>
          </p:nvPr>
        </p:nvSpPr>
        <p:spPr>
          <a:xfrm>
            <a:off x="417600" y="764520"/>
            <a:ext cx="8308800" cy="340654"/>
          </a:xfrm>
          <a:prstGeom prst="rect">
            <a:avLst/>
          </a:prstGeom>
        </p:spPr>
        <p:txBody>
          <a:bodyPr lIns="0" tIns="0" rIns="0" bIns="0"/>
          <a:lstStyle>
            <a:lvl1pPr marL="0" indent="0">
              <a:lnSpc>
                <a:spcPct val="100000"/>
              </a:lnSpc>
              <a:spcBef>
                <a:spcPts val="0"/>
              </a:spcBef>
              <a:buNone/>
              <a:defRPr sz="1800" baseline="0">
                <a:solidFill>
                  <a:schemeClr val="bg1"/>
                </a:solidFill>
                <a:latin typeface="Nokia Pure Headline Light" panose="020B0304020202020204" pitchFamily="34" charset="0"/>
              </a:defRPr>
            </a:lvl1pPr>
          </a:lstStyle>
          <a:p>
            <a:pPr lvl="0"/>
            <a:r>
              <a:rPr lang="en-US" noProof="0" dirty="0"/>
              <a:t>Click to edit headline</a:t>
            </a:r>
          </a:p>
        </p:txBody>
      </p:sp>
      <p:sp>
        <p:nvSpPr>
          <p:cNvPr id="5" name="Text Placeholder 12">
            <a:extLst>
              <a:ext uri="{FF2B5EF4-FFF2-40B4-BE49-F238E27FC236}">
                <a16:creationId xmlns:a16="http://schemas.microsoft.com/office/drawing/2014/main" id="{725B0BB8-7D8D-1CFB-75CE-E19F62B9211C}"/>
              </a:ext>
            </a:extLst>
          </p:cNvPr>
          <p:cNvSpPr>
            <a:spLocks noGrp="1"/>
          </p:cNvSpPr>
          <p:nvPr>
            <p:ph type="body" sz="quarter" idx="15"/>
          </p:nvPr>
        </p:nvSpPr>
        <p:spPr>
          <a:xfrm>
            <a:off x="417338" y="1260000"/>
            <a:ext cx="4068000" cy="3118980"/>
          </a:xfrm>
          <a:prstGeom prst="rect">
            <a:avLst/>
          </a:prstGeom>
        </p:spPr>
        <p:txBody>
          <a:bodyPr lIns="0" tIns="0" rIns="0" bIns="0"/>
          <a:lstStyle>
            <a:lvl1pPr marL="180000" indent="-180000">
              <a:lnSpc>
                <a:spcPct val="100000"/>
              </a:lnSpc>
              <a:spcBef>
                <a:spcPts val="0"/>
              </a:spcBef>
              <a:spcAft>
                <a:spcPts val="600"/>
              </a:spcAft>
              <a:buSzPct val="70000"/>
              <a:defRPr sz="1200">
                <a:solidFill>
                  <a:schemeClr val="bg1"/>
                </a:solidFill>
              </a:defRPr>
            </a:lvl1pPr>
            <a:lvl2pPr marL="360000" indent="-180000">
              <a:lnSpc>
                <a:spcPct val="100000"/>
              </a:lnSpc>
              <a:spcBef>
                <a:spcPts val="0"/>
              </a:spcBef>
              <a:spcAft>
                <a:spcPts val="600"/>
              </a:spcAft>
              <a:buSzPct val="70000"/>
              <a:defRPr sz="1200">
                <a:solidFill>
                  <a:schemeClr val="bg1"/>
                </a:solidFill>
              </a:defRPr>
            </a:lvl2pPr>
            <a:lvl3pPr marL="540000" indent="-180000">
              <a:lnSpc>
                <a:spcPct val="100000"/>
              </a:lnSpc>
              <a:spcBef>
                <a:spcPts val="0"/>
              </a:spcBef>
              <a:spcAft>
                <a:spcPts val="600"/>
              </a:spcAft>
              <a:buSzPct val="70000"/>
              <a:defRPr sz="1200">
                <a:solidFill>
                  <a:schemeClr val="bg1"/>
                </a:solidFill>
              </a:defRPr>
            </a:lvl3pPr>
            <a:lvl4pPr marL="720000" indent="-180000">
              <a:lnSpc>
                <a:spcPct val="100000"/>
              </a:lnSpc>
              <a:spcBef>
                <a:spcPts val="0"/>
              </a:spcBef>
              <a:spcAft>
                <a:spcPts val="600"/>
              </a:spcAft>
              <a:buSzPct val="70000"/>
              <a:defRPr lang="en-US" sz="1200" kern="1200" dirty="0">
                <a:solidFill>
                  <a:schemeClr val="bg1"/>
                </a:solidFill>
                <a:latin typeface="+mn-lt"/>
                <a:ea typeface="+mn-ea"/>
                <a:cs typeface="+mn-cs"/>
              </a:defRPr>
            </a:lvl4pPr>
            <a:lvl5pPr marL="900000" indent="-180000">
              <a:lnSpc>
                <a:spcPct val="100000"/>
              </a:lnSpc>
              <a:spcBef>
                <a:spcPts val="0"/>
              </a:spcBef>
              <a:spcAft>
                <a:spcPts val="600"/>
              </a:spcAft>
              <a:buSzPct val="70000"/>
              <a:defRPr sz="1200">
                <a:solidFill>
                  <a:schemeClr val="bg1"/>
                </a:solidFill>
              </a:defRPr>
            </a:lvl5pPr>
            <a:lvl6pPr marL="1080000" indent="-180000">
              <a:lnSpc>
                <a:spcPct val="100000"/>
              </a:lnSpc>
              <a:spcBef>
                <a:spcPts val="0"/>
              </a:spcBef>
              <a:buSzPct val="70000"/>
              <a:buFont typeface="Arial" panose="020B0604020202020204" pitchFamily="34" charset="0"/>
              <a:buChar char="•"/>
              <a:defRPr sz="1100">
                <a:solidFill>
                  <a:schemeClr val="tx2"/>
                </a:solidFill>
              </a:defRPr>
            </a:lvl6pPr>
            <a:lvl7pPr marL="1080000">
              <a:defRPr sz="12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ext Placeholder 12">
            <a:extLst>
              <a:ext uri="{FF2B5EF4-FFF2-40B4-BE49-F238E27FC236}">
                <a16:creationId xmlns:a16="http://schemas.microsoft.com/office/drawing/2014/main" id="{57FF8C70-8D9A-A91A-9AA2-5BAED4E5562B}"/>
              </a:ext>
            </a:extLst>
          </p:cNvPr>
          <p:cNvSpPr>
            <a:spLocks noGrp="1"/>
          </p:cNvSpPr>
          <p:nvPr>
            <p:ph type="body" sz="quarter" idx="16"/>
          </p:nvPr>
        </p:nvSpPr>
        <p:spPr>
          <a:xfrm>
            <a:off x="4658664" y="1260000"/>
            <a:ext cx="4068000" cy="3118980"/>
          </a:xfrm>
          <a:prstGeom prst="rect">
            <a:avLst/>
          </a:prstGeom>
        </p:spPr>
        <p:txBody>
          <a:bodyPr lIns="0" tIns="0" rIns="0" bIns="0"/>
          <a:lstStyle>
            <a:lvl1pPr marL="180000" indent="-180000">
              <a:lnSpc>
                <a:spcPct val="100000"/>
              </a:lnSpc>
              <a:spcBef>
                <a:spcPts val="0"/>
              </a:spcBef>
              <a:spcAft>
                <a:spcPts val="600"/>
              </a:spcAft>
              <a:buSzPct val="70000"/>
              <a:defRPr sz="1200">
                <a:solidFill>
                  <a:schemeClr val="bg1"/>
                </a:solidFill>
              </a:defRPr>
            </a:lvl1pPr>
            <a:lvl2pPr marL="360000" indent="-180000">
              <a:lnSpc>
                <a:spcPct val="100000"/>
              </a:lnSpc>
              <a:spcBef>
                <a:spcPts val="0"/>
              </a:spcBef>
              <a:spcAft>
                <a:spcPts val="600"/>
              </a:spcAft>
              <a:buSzPct val="70000"/>
              <a:defRPr sz="1200">
                <a:solidFill>
                  <a:schemeClr val="bg1"/>
                </a:solidFill>
              </a:defRPr>
            </a:lvl2pPr>
            <a:lvl3pPr marL="540000" indent="-180000">
              <a:lnSpc>
                <a:spcPct val="100000"/>
              </a:lnSpc>
              <a:spcBef>
                <a:spcPts val="0"/>
              </a:spcBef>
              <a:spcAft>
                <a:spcPts val="600"/>
              </a:spcAft>
              <a:buSzPct val="70000"/>
              <a:defRPr sz="1200">
                <a:solidFill>
                  <a:schemeClr val="bg1"/>
                </a:solidFill>
              </a:defRPr>
            </a:lvl3pPr>
            <a:lvl4pPr marL="720000" indent="-180000">
              <a:lnSpc>
                <a:spcPct val="100000"/>
              </a:lnSpc>
              <a:spcBef>
                <a:spcPts val="0"/>
              </a:spcBef>
              <a:spcAft>
                <a:spcPts val="600"/>
              </a:spcAft>
              <a:buSzPct val="70000"/>
              <a:defRPr lang="en-US" sz="1200" kern="1200" dirty="0">
                <a:solidFill>
                  <a:schemeClr val="bg1"/>
                </a:solidFill>
                <a:latin typeface="+mn-lt"/>
                <a:ea typeface="+mn-ea"/>
                <a:cs typeface="+mn-cs"/>
              </a:defRPr>
            </a:lvl4pPr>
            <a:lvl5pPr marL="900000" indent="-180000">
              <a:lnSpc>
                <a:spcPct val="100000"/>
              </a:lnSpc>
              <a:spcBef>
                <a:spcPts val="0"/>
              </a:spcBef>
              <a:spcAft>
                <a:spcPts val="600"/>
              </a:spcAft>
              <a:buSzPct val="70000"/>
              <a:defRPr sz="1200">
                <a:solidFill>
                  <a:schemeClr val="bg1"/>
                </a:solidFill>
              </a:defRPr>
            </a:lvl5pPr>
            <a:lvl6pPr marL="1080000" indent="-180000">
              <a:lnSpc>
                <a:spcPct val="100000"/>
              </a:lnSpc>
              <a:spcBef>
                <a:spcPts val="0"/>
              </a:spcBef>
              <a:buSzPct val="70000"/>
              <a:buFont typeface="Arial" panose="020B0604020202020204" pitchFamily="34" charset="0"/>
              <a:buChar char="•"/>
              <a:defRPr sz="1100">
                <a:solidFill>
                  <a:schemeClr val="tx2"/>
                </a:solidFill>
              </a:defRPr>
            </a:lvl6pPr>
            <a:lvl7pPr marL="1080000">
              <a:defRPr sz="12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Box 10">
            <a:extLst>
              <a:ext uri="{FF2B5EF4-FFF2-40B4-BE49-F238E27FC236}">
                <a16:creationId xmlns:a16="http://schemas.microsoft.com/office/drawing/2014/main" id="{9C7DDDB1-93FF-2E9E-1523-25C0AAD59DF2}"/>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2" name="Slide Number Placeholder 5">
            <a:extLst>
              <a:ext uri="{FF2B5EF4-FFF2-40B4-BE49-F238E27FC236}">
                <a16:creationId xmlns:a16="http://schemas.microsoft.com/office/drawing/2014/main" id="{68F1AEE4-E0F5-CB51-2839-A6829D6302CC}"/>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cxnSp>
        <p:nvCxnSpPr>
          <p:cNvPr id="13" name="Straight Connector 12">
            <a:extLst>
              <a:ext uri="{FF2B5EF4-FFF2-40B4-BE49-F238E27FC236}">
                <a16:creationId xmlns:a16="http://schemas.microsoft.com/office/drawing/2014/main" id="{F02EAA2F-400B-986E-5A5D-4153560C0C71}"/>
              </a:ext>
            </a:extLst>
          </p:cNvPr>
          <p:cNvCxnSpPr>
            <a:cxnSpLocks/>
          </p:cNvCxnSpPr>
          <p:nvPr userDrawn="1"/>
        </p:nvCxnSpPr>
        <p:spPr>
          <a:xfrm>
            <a:off x="1400627" y="4830552"/>
            <a:ext cx="0" cy="144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Footer Placeholder 2">
            <a:extLst>
              <a:ext uri="{FF2B5EF4-FFF2-40B4-BE49-F238E27FC236}">
                <a16:creationId xmlns:a16="http://schemas.microsoft.com/office/drawing/2014/main" id="{D1B7E901-0A28-DA54-D8A7-5F7C60E94EE0}"/>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Apply appropriate data classification. Apply document ID (if applicable).</a:t>
            </a:r>
            <a:endParaRPr lang="en-US" dirty="0"/>
          </a:p>
        </p:txBody>
      </p:sp>
      <p:pic>
        <p:nvPicPr>
          <p:cNvPr id="2" name="Picture 1">
            <a:extLst>
              <a:ext uri="{FF2B5EF4-FFF2-40B4-BE49-F238E27FC236}">
                <a16:creationId xmlns:a16="http://schemas.microsoft.com/office/drawing/2014/main" id="{E03FB646-3D63-B909-88DE-0A6C0B567A91}"/>
              </a:ext>
            </a:extLst>
          </p:cNvPr>
          <p:cNvPicPr>
            <a:picLocks noChangeAspect="1"/>
          </p:cNvPicPr>
          <p:nvPr userDrawn="1"/>
        </p:nvPicPr>
        <p:blipFill>
          <a:blip r:embed="rId2"/>
          <a:stretch>
            <a:fillRect/>
          </a:stretch>
        </p:blipFill>
        <p:spPr>
          <a:xfrm>
            <a:off x="6788050" y="4683564"/>
            <a:ext cx="2167796" cy="349981"/>
          </a:xfrm>
          <a:prstGeom prst="rect">
            <a:avLst/>
          </a:prstGeom>
        </p:spPr>
      </p:pic>
    </p:spTree>
    <p:extLst>
      <p:ext uri="{BB962C8B-B14F-4D97-AF65-F5344CB8AC3E}">
        <p14:creationId xmlns:p14="http://schemas.microsoft.com/office/powerpoint/2010/main" val="64782579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6_1.4 Bulletpoint text">
    <p:bg>
      <p:bgPr>
        <a:solidFill>
          <a:schemeClr val="tx2"/>
        </a:solidFill>
        <a:effectLst/>
      </p:bgPr>
    </p:bg>
    <p:spTree>
      <p:nvGrpSpPr>
        <p:cNvPr id="1" name=""/>
        <p:cNvGrpSpPr/>
        <p:nvPr/>
      </p:nvGrpSpPr>
      <p:grpSpPr>
        <a:xfrm>
          <a:off x="0" y="0"/>
          <a:ext cx="0" cy="0"/>
          <a:chOff x="0" y="0"/>
          <a:chExt cx="0" cy="0"/>
        </a:xfrm>
      </p:grpSpPr>
      <p:sp>
        <p:nvSpPr>
          <p:cNvPr id="6" name="Text Placeholder 42">
            <a:extLst>
              <a:ext uri="{FF2B5EF4-FFF2-40B4-BE49-F238E27FC236}">
                <a16:creationId xmlns:a16="http://schemas.microsoft.com/office/drawing/2014/main" id="{D048D520-8858-4E4E-8511-3306272E38FC}"/>
              </a:ext>
            </a:extLst>
          </p:cNvPr>
          <p:cNvSpPr>
            <a:spLocks noGrp="1"/>
          </p:cNvSpPr>
          <p:nvPr>
            <p:ph type="body" sz="quarter" idx="12" hasCustomPrompt="1"/>
          </p:nvPr>
        </p:nvSpPr>
        <p:spPr>
          <a:xfrm>
            <a:off x="417600" y="395946"/>
            <a:ext cx="8308800" cy="340654"/>
          </a:xfrm>
          <a:prstGeom prst="rect">
            <a:avLst/>
          </a:prstGeom>
        </p:spPr>
        <p:txBody>
          <a:bodyPr lIns="0" tIns="0" rIns="0" bIns="0"/>
          <a:lstStyle>
            <a:lvl1pPr marL="0" indent="0">
              <a:lnSpc>
                <a:spcPct val="100000"/>
              </a:lnSpc>
              <a:spcBef>
                <a:spcPts val="0"/>
              </a:spcBef>
              <a:buNone/>
              <a:defRPr sz="2400" baseline="0">
                <a:solidFill>
                  <a:schemeClr val="bg1"/>
                </a:solidFill>
                <a:latin typeface="Nokia Pure Headline Light" panose="020B0304020202020204" pitchFamily="34" charset="0"/>
              </a:defRPr>
            </a:lvl1pPr>
          </a:lstStyle>
          <a:p>
            <a:pPr lvl="0"/>
            <a:r>
              <a:rPr lang="en-US" noProof="0" dirty="0"/>
              <a:t>Click to edit headline</a:t>
            </a:r>
          </a:p>
        </p:txBody>
      </p:sp>
      <p:sp>
        <p:nvSpPr>
          <p:cNvPr id="4" name="Text Placeholder 42">
            <a:extLst>
              <a:ext uri="{FF2B5EF4-FFF2-40B4-BE49-F238E27FC236}">
                <a16:creationId xmlns:a16="http://schemas.microsoft.com/office/drawing/2014/main" id="{73EC6F19-4B79-4103-93C9-A7D00929D42E}"/>
              </a:ext>
            </a:extLst>
          </p:cNvPr>
          <p:cNvSpPr>
            <a:spLocks noGrp="1"/>
          </p:cNvSpPr>
          <p:nvPr>
            <p:ph type="body" sz="quarter" idx="13" hasCustomPrompt="1"/>
          </p:nvPr>
        </p:nvSpPr>
        <p:spPr>
          <a:xfrm>
            <a:off x="417600" y="764520"/>
            <a:ext cx="8308800" cy="340654"/>
          </a:xfrm>
          <a:prstGeom prst="rect">
            <a:avLst/>
          </a:prstGeom>
        </p:spPr>
        <p:txBody>
          <a:bodyPr lIns="0" tIns="0" rIns="0" bIns="0"/>
          <a:lstStyle>
            <a:lvl1pPr marL="0" indent="0">
              <a:lnSpc>
                <a:spcPct val="100000"/>
              </a:lnSpc>
              <a:spcBef>
                <a:spcPts val="0"/>
              </a:spcBef>
              <a:buNone/>
              <a:defRPr sz="1800" baseline="0">
                <a:solidFill>
                  <a:schemeClr val="bg1"/>
                </a:solidFill>
                <a:latin typeface="Nokia Pure Headline Light" panose="020B0304020202020204" pitchFamily="34" charset="0"/>
              </a:defRPr>
            </a:lvl1pPr>
          </a:lstStyle>
          <a:p>
            <a:pPr lvl="0"/>
            <a:r>
              <a:rPr lang="en-US" noProof="0" dirty="0"/>
              <a:t>Click to edit headline</a:t>
            </a:r>
          </a:p>
        </p:txBody>
      </p:sp>
      <p:sp>
        <p:nvSpPr>
          <p:cNvPr id="5" name="Text Placeholder 12">
            <a:extLst>
              <a:ext uri="{FF2B5EF4-FFF2-40B4-BE49-F238E27FC236}">
                <a16:creationId xmlns:a16="http://schemas.microsoft.com/office/drawing/2014/main" id="{725B0BB8-7D8D-1CFB-75CE-E19F62B9211C}"/>
              </a:ext>
            </a:extLst>
          </p:cNvPr>
          <p:cNvSpPr>
            <a:spLocks noGrp="1"/>
          </p:cNvSpPr>
          <p:nvPr>
            <p:ph type="body" sz="quarter" idx="15"/>
          </p:nvPr>
        </p:nvSpPr>
        <p:spPr>
          <a:xfrm>
            <a:off x="417338" y="1260000"/>
            <a:ext cx="2700000" cy="3118980"/>
          </a:xfrm>
          <a:prstGeom prst="rect">
            <a:avLst/>
          </a:prstGeom>
        </p:spPr>
        <p:txBody>
          <a:bodyPr lIns="0" tIns="0" rIns="0" bIns="0"/>
          <a:lstStyle>
            <a:lvl1pPr marL="180000" indent="-180000">
              <a:lnSpc>
                <a:spcPct val="100000"/>
              </a:lnSpc>
              <a:spcBef>
                <a:spcPts val="0"/>
              </a:spcBef>
              <a:spcAft>
                <a:spcPts val="600"/>
              </a:spcAft>
              <a:buSzPct val="70000"/>
              <a:defRPr sz="1200">
                <a:solidFill>
                  <a:schemeClr val="bg1"/>
                </a:solidFill>
              </a:defRPr>
            </a:lvl1pPr>
            <a:lvl2pPr marL="360000" indent="-180000">
              <a:lnSpc>
                <a:spcPct val="100000"/>
              </a:lnSpc>
              <a:spcBef>
                <a:spcPts val="0"/>
              </a:spcBef>
              <a:spcAft>
                <a:spcPts val="600"/>
              </a:spcAft>
              <a:buSzPct val="70000"/>
              <a:defRPr sz="1200">
                <a:solidFill>
                  <a:schemeClr val="bg1"/>
                </a:solidFill>
              </a:defRPr>
            </a:lvl2pPr>
            <a:lvl3pPr marL="540000" indent="-180000">
              <a:lnSpc>
                <a:spcPct val="100000"/>
              </a:lnSpc>
              <a:spcBef>
                <a:spcPts val="0"/>
              </a:spcBef>
              <a:spcAft>
                <a:spcPts val="600"/>
              </a:spcAft>
              <a:buSzPct val="70000"/>
              <a:defRPr sz="1200">
                <a:solidFill>
                  <a:schemeClr val="bg1"/>
                </a:solidFill>
              </a:defRPr>
            </a:lvl3pPr>
            <a:lvl4pPr marL="720000" indent="-180000">
              <a:lnSpc>
                <a:spcPct val="100000"/>
              </a:lnSpc>
              <a:spcBef>
                <a:spcPts val="0"/>
              </a:spcBef>
              <a:spcAft>
                <a:spcPts val="600"/>
              </a:spcAft>
              <a:buSzPct val="70000"/>
              <a:defRPr lang="en-US" sz="1200" kern="1200" dirty="0">
                <a:solidFill>
                  <a:schemeClr val="bg1"/>
                </a:solidFill>
                <a:latin typeface="+mn-lt"/>
                <a:ea typeface="+mn-ea"/>
                <a:cs typeface="+mn-cs"/>
              </a:defRPr>
            </a:lvl4pPr>
            <a:lvl5pPr marL="900000" indent="-180000">
              <a:lnSpc>
                <a:spcPct val="100000"/>
              </a:lnSpc>
              <a:spcBef>
                <a:spcPts val="0"/>
              </a:spcBef>
              <a:spcAft>
                <a:spcPts val="600"/>
              </a:spcAft>
              <a:buSzPct val="70000"/>
              <a:defRPr sz="1200">
                <a:solidFill>
                  <a:schemeClr val="bg1"/>
                </a:solidFill>
              </a:defRPr>
            </a:lvl5pPr>
            <a:lvl6pPr marL="1080000" indent="-180000">
              <a:lnSpc>
                <a:spcPct val="100000"/>
              </a:lnSpc>
              <a:spcBef>
                <a:spcPts val="0"/>
              </a:spcBef>
              <a:buSzPct val="70000"/>
              <a:buFont typeface="Arial" panose="020B0604020202020204" pitchFamily="34" charset="0"/>
              <a:buChar char="•"/>
              <a:defRPr sz="1100">
                <a:solidFill>
                  <a:schemeClr val="tx2"/>
                </a:solidFill>
              </a:defRPr>
            </a:lvl6pPr>
            <a:lvl7pPr marL="1080000">
              <a:defRPr sz="12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12">
            <a:extLst>
              <a:ext uri="{FF2B5EF4-FFF2-40B4-BE49-F238E27FC236}">
                <a16:creationId xmlns:a16="http://schemas.microsoft.com/office/drawing/2014/main" id="{1BB609BD-442B-5330-C543-B4F748F8321A}"/>
              </a:ext>
            </a:extLst>
          </p:cNvPr>
          <p:cNvSpPr>
            <a:spLocks noGrp="1"/>
          </p:cNvSpPr>
          <p:nvPr>
            <p:ph type="body" sz="quarter" idx="16"/>
          </p:nvPr>
        </p:nvSpPr>
        <p:spPr>
          <a:xfrm>
            <a:off x="3222000" y="1260000"/>
            <a:ext cx="2700000" cy="3118980"/>
          </a:xfrm>
          <a:prstGeom prst="rect">
            <a:avLst/>
          </a:prstGeom>
        </p:spPr>
        <p:txBody>
          <a:bodyPr lIns="0" tIns="0" rIns="0" bIns="0"/>
          <a:lstStyle>
            <a:lvl1pPr marL="180000" indent="-180000">
              <a:lnSpc>
                <a:spcPct val="100000"/>
              </a:lnSpc>
              <a:spcBef>
                <a:spcPts val="0"/>
              </a:spcBef>
              <a:spcAft>
                <a:spcPts val="600"/>
              </a:spcAft>
              <a:buSzPct val="70000"/>
              <a:defRPr sz="1200">
                <a:solidFill>
                  <a:schemeClr val="bg1"/>
                </a:solidFill>
              </a:defRPr>
            </a:lvl1pPr>
            <a:lvl2pPr marL="360000" indent="-180000">
              <a:lnSpc>
                <a:spcPct val="100000"/>
              </a:lnSpc>
              <a:spcBef>
                <a:spcPts val="0"/>
              </a:spcBef>
              <a:spcAft>
                <a:spcPts val="600"/>
              </a:spcAft>
              <a:buSzPct val="70000"/>
              <a:defRPr sz="1200">
                <a:solidFill>
                  <a:schemeClr val="bg1"/>
                </a:solidFill>
              </a:defRPr>
            </a:lvl2pPr>
            <a:lvl3pPr marL="540000" indent="-180000">
              <a:lnSpc>
                <a:spcPct val="100000"/>
              </a:lnSpc>
              <a:spcBef>
                <a:spcPts val="0"/>
              </a:spcBef>
              <a:spcAft>
                <a:spcPts val="600"/>
              </a:spcAft>
              <a:buSzPct val="70000"/>
              <a:defRPr sz="1200">
                <a:solidFill>
                  <a:schemeClr val="bg1"/>
                </a:solidFill>
              </a:defRPr>
            </a:lvl3pPr>
            <a:lvl4pPr marL="720000" indent="-180000">
              <a:lnSpc>
                <a:spcPct val="100000"/>
              </a:lnSpc>
              <a:spcBef>
                <a:spcPts val="0"/>
              </a:spcBef>
              <a:spcAft>
                <a:spcPts val="600"/>
              </a:spcAft>
              <a:buSzPct val="70000"/>
              <a:defRPr lang="en-US" sz="1200" kern="1200" dirty="0">
                <a:solidFill>
                  <a:schemeClr val="bg1"/>
                </a:solidFill>
                <a:latin typeface="+mn-lt"/>
                <a:ea typeface="+mn-ea"/>
                <a:cs typeface="+mn-cs"/>
              </a:defRPr>
            </a:lvl4pPr>
            <a:lvl5pPr marL="900000" indent="-180000">
              <a:lnSpc>
                <a:spcPct val="100000"/>
              </a:lnSpc>
              <a:spcBef>
                <a:spcPts val="0"/>
              </a:spcBef>
              <a:spcAft>
                <a:spcPts val="600"/>
              </a:spcAft>
              <a:buSzPct val="70000"/>
              <a:defRPr sz="1200">
                <a:solidFill>
                  <a:schemeClr val="bg1"/>
                </a:solidFill>
              </a:defRPr>
            </a:lvl5pPr>
            <a:lvl6pPr marL="1080000" indent="-180000">
              <a:lnSpc>
                <a:spcPct val="100000"/>
              </a:lnSpc>
              <a:spcBef>
                <a:spcPts val="0"/>
              </a:spcBef>
              <a:buSzPct val="70000"/>
              <a:buFont typeface="Arial" panose="020B0604020202020204" pitchFamily="34" charset="0"/>
              <a:buChar char="•"/>
              <a:defRPr sz="1100">
                <a:solidFill>
                  <a:schemeClr val="tx2"/>
                </a:solidFill>
              </a:defRPr>
            </a:lvl6pPr>
            <a:lvl7pPr marL="1080000">
              <a:defRPr sz="12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12">
            <a:extLst>
              <a:ext uri="{FF2B5EF4-FFF2-40B4-BE49-F238E27FC236}">
                <a16:creationId xmlns:a16="http://schemas.microsoft.com/office/drawing/2014/main" id="{E664E6E2-580B-C0EC-85A4-858E1F7656F4}"/>
              </a:ext>
            </a:extLst>
          </p:cNvPr>
          <p:cNvSpPr>
            <a:spLocks noGrp="1"/>
          </p:cNvSpPr>
          <p:nvPr>
            <p:ph type="body" sz="quarter" idx="17"/>
          </p:nvPr>
        </p:nvSpPr>
        <p:spPr>
          <a:xfrm>
            <a:off x="6026662" y="1260000"/>
            <a:ext cx="2697658" cy="3118980"/>
          </a:xfrm>
          <a:prstGeom prst="rect">
            <a:avLst/>
          </a:prstGeom>
        </p:spPr>
        <p:txBody>
          <a:bodyPr lIns="0" tIns="0" rIns="0" bIns="0"/>
          <a:lstStyle>
            <a:lvl1pPr marL="180000" indent="-180000">
              <a:lnSpc>
                <a:spcPct val="100000"/>
              </a:lnSpc>
              <a:spcBef>
                <a:spcPts val="0"/>
              </a:spcBef>
              <a:spcAft>
                <a:spcPts val="600"/>
              </a:spcAft>
              <a:buSzPct val="70000"/>
              <a:defRPr sz="1200">
                <a:solidFill>
                  <a:schemeClr val="bg1"/>
                </a:solidFill>
              </a:defRPr>
            </a:lvl1pPr>
            <a:lvl2pPr marL="360000" indent="-180000">
              <a:lnSpc>
                <a:spcPct val="100000"/>
              </a:lnSpc>
              <a:spcBef>
                <a:spcPts val="0"/>
              </a:spcBef>
              <a:spcAft>
                <a:spcPts val="600"/>
              </a:spcAft>
              <a:buSzPct val="70000"/>
              <a:defRPr sz="1200">
                <a:solidFill>
                  <a:schemeClr val="bg1"/>
                </a:solidFill>
              </a:defRPr>
            </a:lvl2pPr>
            <a:lvl3pPr marL="540000" indent="-180000">
              <a:lnSpc>
                <a:spcPct val="100000"/>
              </a:lnSpc>
              <a:spcBef>
                <a:spcPts val="0"/>
              </a:spcBef>
              <a:spcAft>
                <a:spcPts val="600"/>
              </a:spcAft>
              <a:buSzPct val="70000"/>
              <a:defRPr sz="1200">
                <a:solidFill>
                  <a:schemeClr val="bg1"/>
                </a:solidFill>
              </a:defRPr>
            </a:lvl3pPr>
            <a:lvl4pPr marL="720000" indent="-180000">
              <a:lnSpc>
                <a:spcPct val="100000"/>
              </a:lnSpc>
              <a:spcBef>
                <a:spcPts val="0"/>
              </a:spcBef>
              <a:spcAft>
                <a:spcPts val="600"/>
              </a:spcAft>
              <a:buSzPct val="70000"/>
              <a:defRPr lang="en-US" sz="1200" kern="1200" dirty="0">
                <a:solidFill>
                  <a:schemeClr val="bg1"/>
                </a:solidFill>
                <a:latin typeface="+mn-lt"/>
                <a:ea typeface="+mn-ea"/>
                <a:cs typeface="+mn-cs"/>
              </a:defRPr>
            </a:lvl4pPr>
            <a:lvl5pPr marL="900000" indent="-180000">
              <a:lnSpc>
                <a:spcPct val="100000"/>
              </a:lnSpc>
              <a:spcBef>
                <a:spcPts val="0"/>
              </a:spcBef>
              <a:spcAft>
                <a:spcPts val="600"/>
              </a:spcAft>
              <a:buSzPct val="70000"/>
              <a:defRPr sz="1200">
                <a:solidFill>
                  <a:schemeClr val="bg1"/>
                </a:solidFill>
              </a:defRPr>
            </a:lvl5pPr>
            <a:lvl6pPr marL="1080000" indent="-180000">
              <a:lnSpc>
                <a:spcPct val="100000"/>
              </a:lnSpc>
              <a:spcBef>
                <a:spcPts val="0"/>
              </a:spcBef>
              <a:buSzPct val="70000"/>
              <a:buFont typeface="Arial" panose="020B0604020202020204" pitchFamily="34" charset="0"/>
              <a:buChar char="•"/>
              <a:defRPr sz="1100">
                <a:solidFill>
                  <a:schemeClr val="tx2"/>
                </a:solidFill>
              </a:defRPr>
            </a:lvl6pPr>
            <a:lvl7pPr marL="1080000">
              <a:defRPr sz="12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extBox 2">
            <a:extLst>
              <a:ext uri="{FF2B5EF4-FFF2-40B4-BE49-F238E27FC236}">
                <a16:creationId xmlns:a16="http://schemas.microsoft.com/office/drawing/2014/main" id="{36385816-6569-35D3-5A7C-C29AD01DAA6F}"/>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3" name="Slide Number Placeholder 5">
            <a:extLst>
              <a:ext uri="{FF2B5EF4-FFF2-40B4-BE49-F238E27FC236}">
                <a16:creationId xmlns:a16="http://schemas.microsoft.com/office/drawing/2014/main" id="{8C37985A-D671-5872-8D8B-469FEF283996}"/>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cxnSp>
        <p:nvCxnSpPr>
          <p:cNvPr id="14" name="Straight Connector 13">
            <a:extLst>
              <a:ext uri="{FF2B5EF4-FFF2-40B4-BE49-F238E27FC236}">
                <a16:creationId xmlns:a16="http://schemas.microsoft.com/office/drawing/2014/main" id="{D90B45F8-CBC4-7A3B-7C6A-F7367BB24795}"/>
              </a:ext>
            </a:extLst>
          </p:cNvPr>
          <p:cNvCxnSpPr>
            <a:cxnSpLocks/>
          </p:cNvCxnSpPr>
          <p:nvPr userDrawn="1"/>
        </p:nvCxnSpPr>
        <p:spPr>
          <a:xfrm>
            <a:off x="1400627" y="4830552"/>
            <a:ext cx="0" cy="144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5" name="Footer Placeholder 2">
            <a:extLst>
              <a:ext uri="{FF2B5EF4-FFF2-40B4-BE49-F238E27FC236}">
                <a16:creationId xmlns:a16="http://schemas.microsoft.com/office/drawing/2014/main" id="{7FF8E67C-8567-FFCB-4C89-6BEA15B27033}"/>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Apply appropriate data classification. Apply document ID (if applicable).</a:t>
            </a:r>
            <a:endParaRPr lang="en-US" dirty="0"/>
          </a:p>
        </p:txBody>
      </p:sp>
      <p:pic>
        <p:nvPicPr>
          <p:cNvPr id="2" name="Picture 1">
            <a:extLst>
              <a:ext uri="{FF2B5EF4-FFF2-40B4-BE49-F238E27FC236}">
                <a16:creationId xmlns:a16="http://schemas.microsoft.com/office/drawing/2014/main" id="{D3A73B09-6B00-8503-C298-6C95567D1B61}"/>
              </a:ext>
            </a:extLst>
          </p:cNvPr>
          <p:cNvPicPr>
            <a:picLocks noChangeAspect="1"/>
          </p:cNvPicPr>
          <p:nvPr userDrawn="1"/>
        </p:nvPicPr>
        <p:blipFill>
          <a:blip r:embed="rId2"/>
          <a:stretch>
            <a:fillRect/>
          </a:stretch>
        </p:blipFill>
        <p:spPr>
          <a:xfrm>
            <a:off x="6788050" y="4683564"/>
            <a:ext cx="2167796" cy="349981"/>
          </a:xfrm>
          <a:prstGeom prst="rect">
            <a:avLst/>
          </a:prstGeom>
        </p:spPr>
      </p:pic>
    </p:spTree>
    <p:extLst>
      <p:ext uri="{BB962C8B-B14F-4D97-AF65-F5344CB8AC3E}">
        <p14:creationId xmlns:p14="http://schemas.microsoft.com/office/powerpoint/2010/main" val="382382385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7_1.4 Bulletpoint text">
    <p:bg>
      <p:bgPr>
        <a:solidFill>
          <a:schemeClr val="tx2"/>
        </a:solidFill>
        <a:effectLst/>
      </p:bgPr>
    </p:bg>
    <p:spTree>
      <p:nvGrpSpPr>
        <p:cNvPr id="1" name=""/>
        <p:cNvGrpSpPr/>
        <p:nvPr/>
      </p:nvGrpSpPr>
      <p:grpSpPr>
        <a:xfrm>
          <a:off x="0" y="0"/>
          <a:ext cx="0" cy="0"/>
          <a:chOff x="0" y="0"/>
          <a:chExt cx="0" cy="0"/>
        </a:xfrm>
      </p:grpSpPr>
      <p:sp>
        <p:nvSpPr>
          <p:cNvPr id="6" name="Text Placeholder 42">
            <a:extLst>
              <a:ext uri="{FF2B5EF4-FFF2-40B4-BE49-F238E27FC236}">
                <a16:creationId xmlns:a16="http://schemas.microsoft.com/office/drawing/2014/main" id="{D048D520-8858-4E4E-8511-3306272E38FC}"/>
              </a:ext>
            </a:extLst>
          </p:cNvPr>
          <p:cNvSpPr>
            <a:spLocks noGrp="1"/>
          </p:cNvSpPr>
          <p:nvPr>
            <p:ph type="body" sz="quarter" idx="12" hasCustomPrompt="1"/>
          </p:nvPr>
        </p:nvSpPr>
        <p:spPr>
          <a:xfrm>
            <a:off x="417600" y="395946"/>
            <a:ext cx="8308800" cy="340654"/>
          </a:xfrm>
          <a:prstGeom prst="rect">
            <a:avLst/>
          </a:prstGeom>
        </p:spPr>
        <p:txBody>
          <a:bodyPr lIns="0" tIns="0" rIns="0" bIns="0"/>
          <a:lstStyle>
            <a:lvl1pPr marL="0" indent="0">
              <a:lnSpc>
                <a:spcPct val="100000"/>
              </a:lnSpc>
              <a:spcBef>
                <a:spcPts val="0"/>
              </a:spcBef>
              <a:buNone/>
              <a:defRPr sz="2400" baseline="0">
                <a:solidFill>
                  <a:schemeClr val="bg1"/>
                </a:solidFill>
                <a:latin typeface="Nokia Pure Headline Light" panose="020B0304020202020204" pitchFamily="34" charset="0"/>
              </a:defRPr>
            </a:lvl1pPr>
          </a:lstStyle>
          <a:p>
            <a:pPr lvl="0"/>
            <a:r>
              <a:rPr lang="en-US" noProof="0" dirty="0"/>
              <a:t>Click to edit headline</a:t>
            </a:r>
          </a:p>
        </p:txBody>
      </p:sp>
      <p:sp>
        <p:nvSpPr>
          <p:cNvPr id="4" name="Text Placeholder 42">
            <a:extLst>
              <a:ext uri="{FF2B5EF4-FFF2-40B4-BE49-F238E27FC236}">
                <a16:creationId xmlns:a16="http://schemas.microsoft.com/office/drawing/2014/main" id="{73EC6F19-4B79-4103-93C9-A7D00929D42E}"/>
              </a:ext>
            </a:extLst>
          </p:cNvPr>
          <p:cNvSpPr>
            <a:spLocks noGrp="1"/>
          </p:cNvSpPr>
          <p:nvPr>
            <p:ph type="body" sz="quarter" idx="13" hasCustomPrompt="1"/>
          </p:nvPr>
        </p:nvSpPr>
        <p:spPr>
          <a:xfrm>
            <a:off x="417600" y="764520"/>
            <a:ext cx="8308800" cy="340654"/>
          </a:xfrm>
          <a:prstGeom prst="rect">
            <a:avLst/>
          </a:prstGeom>
        </p:spPr>
        <p:txBody>
          <a:bodyPr lIns="0" tIns="0" rIns="0" bIns="0"/>
          <a:lstStyle>
            <a:lvl1pPr marL="0" indent="0">
              <a:lnSpc>
                <a:spcPct val="100000"/>
              </a:lnSpc>
              <a:spcBef>
                <a:spcPts val="0"/>
              </a:spcBef>
              <a:buNone/>
              <a:defRPr sz="1800" baseline="0">
                <a:solidFill>
                  <a:schemeClr val="bg1"/>
                </a:solidFill>
                <a:latin typeface="Nokia Pure Headline Light" panose="020B0304020202020204" pitchFamily="34" charset="0"/>
              </a:defRPr>
            </a:lvl1pPr>
          </a:lstStyle>
          <a:p>
            <a:pPr lvl="0"/>
            <a:r>
              <a:rPr lang="en-US" noProof="0" dirty="0"/>
              <a:t>Click to edit headline</a:t>
            </a:r>
          </a:p>
        </p:txBody>
      </p:sp>
      <p:sp>
        <p:nvSpPr>
          <p:cNvPr id="5" name="Text Placeholder 12">
            <a:extLst>
              <a:ext uri="{FF2B5EF4-FFF2-40B4-BE49-F238E27FC236}">
                <a16:creationId xmlns:a16="http://schemas.microsoft.com/office/drawing/2014/main" id="{725B0BB8-7D8D-1CFB-75CE-E19F62B9211C}"/>
              </a:ext>
            </a:extLst>
          </p:cNvPr>
          <p:cNvSpPr>
            <a:spLocks noGrp="1"/>
          </p:cNvSpPr>
          <p:nvPr>
            <p:ph type="body" sz="quarter" idx="15"/>
          </p:nvPr>
        </p:nvSpPr>
        <p:spPr>
          <a:xfrm>
            <a:off x="417338" y="1260000"/>
            <a:ext cx="1980000" cy="3118980"/>
          </a:xfrm>
          <a:prstGeom prst="rect">
            <a:avLst/>
          </a:prstGeom>
        </p:spPr>
        <p:txBody>
          <a:bodyPr lIns="0" tIns="0" rIns="0" bIns="0"/>
          <a:lstStyle>
            <a:lvl1pPr marL="180000" indent="-180000">
              <a:lnSpc>
                <a:spcPct val="100000"/>
              </a:lnSpc>
              <a:spcBef>
                <a:spcPts val="0"/>
              </a:spcBef>
              <a:spcAft>
                <a:spcPts val="600"/>
              </a:spcAft>
              <a:buSzPct val="70000"/>
              <a:defRPr sz="1200">
                <a:solidFill>
                  <a:schemeClr val="bg1"/>
                </a:solidFill>
              </a:defRPr>
            </a:lvl1pPr>
            <a:lvl2pPr marL="360000" indent="-180000">
              <a:lnSpc>
                <a:spcPct val="100000"/>
              </a:lnSpc>
              <a:spcBef>
                <a:spcPts val="0"/>
              </a:spcBef>
              <a:spcAft>
                <a:spcPts val="600"/>
              </a:spcAft>
              <a:buSzPct val="70000"/>
              <a:defRPr sz="1200">
                <a:solidFill>
                  <a:schemeClr val="bg1"/>
                </a:solidFill>
              </a:defRPr>
            </a:lvl2pPr>
            <a:lvl3pPr marL="540000" indent="-180000">
              <a:lnSpc>
                <a:spcPct val="100000"/>
              </a:lnSpc>
              <a:spcBef>
                <a:spcPts val="0"/>
              </a:spcBef>
              <a:spcAft>
                <a:spcPts val="600"/>
              </a:spcAft>
              <a:buSzPct val="70000"/>
              <a:defRPr sz="1200">
                <a:solidFill>
                  <a:schemeClr val="bg1"/>
                </a:solidFill>
              </a:defRPr>
            </a:lvl3pPr>
            <a:lvl4pPr marL="720000" indent="-180000">
              <a:lnSpc>
                <a:spcPct val="100000"/>
              </a:lnSpc>
              <a:spcBef>
                <a:spcPts val="0"/>
              </a:spcBef>
              <a:spcAft>
                <a:spcPts val="600"/>
              </a:spcAft>
              <a:buSzPct val="70000"/>
              <a:defRPr lang="en-US" sz="1200" kern="1200" dirty="0">
                <a:solidFill>
                  <a:schemeClr val="bg1"/>
                </a:solidFill>
                <a:latin typeface="+mn-lt"/>
                <a:ea typeface="+mn-ea"/>
                <a:cs typeface="+mn-cs"/>
              </a:defRPr>
            </a:lvl4pPr>
            <a:lvl5pPr marL="900000" indent="-180000">
              <a:lnSpc>
                <a:spcPct val="100000"/>
              </a:lnSpc>
              <a:spcBef>
                <a:spcPts val="0"/>
              </a:spcBef>
              <a:spcAft>
                <a:spcPts val="600"/>
              </a:spcAft>
              <a:buSzPct val="70000"/>
              <a:defRPr sz="1200">
                <a:solidFill>
                  <a:schemeClr val="bg1"/>
                </a:solidFill>
              </a:defRPr>
            </a:lvl5pPr>
            <a:lvl6pPr marL="1080000" indent="-180000">
              <a:lnSpc>
                <a:spcPct val="100000"/>
              </a:lnSpc>
              <a:spcBef>
                <a:spcPts val="0"/>
              </a:spcBef>
              <a:buSzPct val="70000"/>
              <a:buFont typeface="Arial" panose="020B0604020202020204" pitchFamily="34" charset="0"/>
              <a:buChar char="•"/>
              <a:defRPr sz="1100">
                <a:solidFill>
                  <a:schemeClr val="tx2"/>
                </a:solidFill>
              </a:defRPr>
            </a:lvl6pPr>
            <a:lvl7pPr marL="1080000">
              <a:defRPr sz="12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12">
            <a:extLst>
              <a:ext uri="{FF2B5EF4-FFF2-40B4-BE49-F238E27FC236}">
                <a16:creationId xmlns:a16="http://schemas.microsoft.com/office/drawing/2014/main" id="{1BB609BD-442B-5330-C543-B4F748F8321A}"/>
              </a:ext>
            </a:extLst>
          </p:cNvPr>
          <p:cNvSpPr>
            <a:spLocks noGrp="1"/>
          </p:cNvSpPr>
          <p:nvPr>
            <p:ph type="body" sz="quarter" idx="16"/>
          </p:nvPr>
        </p:nvSpPr>
        <p:spPr>
          <a:xfrm>
            <a:off x="2526332" y="1260000"/>
            <a:ext cx="1980000" cy="3118980"/>
          </a:xfrm>
          <a:prstGeom prst="rect">
            <a:avLst/>
          </a:prstGeom>
        </p:spPr>
        <p:txBody>
          <a:bodyPr lIns="0" tIns="0" rIns="0" bIns="0"/>
          <a:lstStyle>
            <a:lvl1pPr marL="180000" indent="-180000">
              <a:lnSpc>
                <a:spcPct val="100000"/>
              </a:lnSpc>
              <a:spcBef>
                <a:spcPts val="0"/>
              </a:spcBef>
              <a:spcAft>
                <a:spcPts val="600"/>
              </a:spcAft>
              <a:buSzPct val="70000"/>
              <a:defRPr sz="1200">
                <a:solidFill>
                  <a:schemeClr val="bg1"/>
                </a:solidFill>
              </a:defRPr>
            </a:lvl1pPr>
            <a:lvl2pPr marL="360000" indent="-180000">
              <a:lnSpc>
                <a:spcPct val="100000"/>
              </a:lnSpc>
              <a:spcBef>
                <a:spcPts val="0"/>
              </a:spcBef>
              <a:spcAft>
                <a:spcPts val="600"/>
              </a:spcAft>
              <a:buSzPct val="70000"/>
              <a:defRPr sz="1200">
                <a:solidFill>
                  <a:schemeClr val="bg1"/>
                </a:solidFill>
              </a:defRPr>
            </a:lvl2pPr>
            <a:lvl3pPr marL="540000" indent="-180000">
              <a:lnSpc>
                <a:spcPct val="100000"/>
              </a:lnSpc>
              <a:spcBef>
                <a:spcPts val="0"/>
              </a:spcBef>
              <a:spcAft>
                <a:spcPts val="600"/>
              </a:spcAft>
              <a:buSzPct val="70000"/>
              <a:defRPr sz="1200">
                <a:solidFill>
                  <a:schemeClr val="bg1"/>
                </a:solidFill>
              </a:defRPr>
            </a:lvl3pPr>
            <a:lvl4pPr marL="720000" indent="-180000">
              <a:lnSpc>
                <a:spcPct val="100000"/>
              </a:lnSpc>
              <a:spcBef>
                <a:spcPts val="0"/>
              </a:spcBef>
              <a:spcAft>
                <a:spcPts val="600"/>
              </a:spcAft>
              <a:buSzPct val="70000"/>
              <a:defRPr lang="en-US" sz="1200" kern="1200" dirty="0">
                <a:solidFill>
                  <a:schemeClr val="bg1"/>
                </a:solidFill>
                <a:latin typeface="+mn-lt"/>
                <a:ea typeface="+mn-ea"/>
                <a:cs typeface="+mn-cs"/>
              </a:defRPr>
            </a:lvl4pPr>
            <a:lvl5pPr marL="900000" indent="-180000">
              <a:lnSpc>
                <a:spcPct val="100000"/>
              </a:lnSpc>
              <a:spcBef>
                <a:spcPts val="0"/>
              </a:spcBef>
              <a:spcAft>
                <a:spcPts val="600"/>
              </a:spcAft>
              <a:buSzPct val="70000"/>
              <a:defRPr sz="1200">
                <a:solidFill>
                  <a:schemeClr val="bg1"/>
                </a:solidFill>
              </a:defRPr>
            </a:lvl5pPr>
            <a:lvl6pPr marL="1080000" indent="-180000">
              <a:lnSpc>
                <a:spcPct val="100000"/>
              </a:lnSpc>
              <a:spcBef>
                <a:spcPts val="0"/>
              </a:spcBef>
              <a:buSzPct val="70000"/>
              <a:buFont typeface="Arial" panose="020B0604020202020204" pitchFamily="34" charset="0"/>
              <a:buChar char="•"/>
              <a:defRPr sz="1100">
                <a:solidFill>
                  <a:schemeClr val="tx2"/>
                </a:solidFill>
              </a:defRPr>
            </a:lvl6pPr>
            <a:lvl7pPr marL="1080000">
              <a:defRPr sz="12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12">
            <a:extLst>
              <a:ext uri="{FF2B5EF4-FFF2-40B4-BE49-F238E27FC236}">
                <a16:creationId xmlns:a16="http://schemas.microsoft.com/office/drawing/2014/main" id="{E664E6E2-580B-C0EC-85A4-858E1F7656F4}"/>
              </a:ext>
            </a:extLst>
          </p:cNvPr>
          <p:cNvSpPr>
            <a:spLocks noGrp="1"/>
          </p:cNvSpPr>
          <p:nvPr>
            <p:ph type="body" sz="quarter" idx="17"/>
          </p:nvPr>
        </p:nvSpPr>
        <p:spPr>
          <a:xfrm>
            <a:off x="4635326" y="1260000"/>
            <a:ext cx="1980000" cy="3118980"/>
          </a:xfrm>
          <a:prstGeom prst="rect">
            <a:avLst/>
          </a:prstGeom>
        </p:spPr>
        <p:txBody>
          <a:bodyPr lIns="0" tIns="0" rIns="0" bIns="0"/>
          <a:lstStyle>
            <a:lvl1pPr marL="180000" indent="-180000">
              <a:lnSpc>
                <a:spcPct val="100000"/>
              </a:lnSpc>
              <a:spcBef>
                <a:spcPts val="0"/>
              </a:spcBef>
              <a:spcAft>
                <a:spcPts val="600"/>
              </a:spcAft>
              <a:buSzPct val="70000"/>
              <a:defRPr sz="1200">
                <a:solidFill>
                  <a:schemeClr val="bg1"/>
                </a:solidFill>
              </a:defRPr>
            </a:lvl1pPr>
            <a:lvl2pPr marL="360000" indent="-180000">
              <a:lnSpc>
                <a:spcPct val="100000"/>
              </a:lnSpc>
              <a:spcBef>
                <a:spcPts val="0"/>
              </a:spcBef>
              <a:spcAft>
                <a:spcPts val="600"/>
              </a:spcAft>
              <a:buSzPct val="70000"/>
              <a:defRPr sz="1200">
                <a:solidFill>
                  <a:schemeClr val="bg1"/>
                </a:solidFill>
              </a:defRPr>
            </a:lvl2pPr>
            <a:lvl3pPr marL="540000" indent="-180000">
              <a:lnSpc>
                <a:spcPct val="100000"/>
              </a:lnSpc>
              <a:spcBef>
                <a:spcPts val="0"/>
              </a:spcBef>
              <a:spcAft>
                <a:spcPts val="600"/>
              </a:spcAft>
              <a:buSzPct val="70000"/>
              <a:defRPr sz="1200">
                <a:solidFill>
                  <a:schemeClr val="bg1"/>
                </a:solidFill>
              </a:defRPr>
            </a:lvl3pPr>
            <a:lvl4pPr marL="720000" indent="-180000">
              <a:lnSpc>
                <a:spcPct val="100000"/>
              </a:lnSpc>
              <a:spcBef>
                <a:spcPts val="0"/>
              </a:spcBef>
              <a:spcAft>
                <a:spcPts val="600"/>
              </a:spcAft>
              <a:buSzPct val="70000"/>
              <a:defRPr lang="en-US" sz="1200" kern="1200" dirty="0">
                <a:solidFill>
                  <a:schemeClr val="bg1"/>
                </a:solidFill>
                <a:latin typeface="+mn-lt"/>
                <a:ea typeface="+mn-ea"/>
                <a:cs typeface="+mn-cs"/>
              </a:defRPr>
            </a:lvl4pPr>
            <a:lvl5pPr marL="900000" indent="-180000">
              <a:lnSpc>
                <a:spcPct val="100000"/>
              </a:lnSpc>
              <a:spcBef>
                <a:spcPts val="0"/>
              </a:spcBef>
              <a:spcAft>
                <a:spcPts val="600"/>
              </a:spcAft>
              <a:buSzPct val="70000"/>
              <a:defRPr sz="1200">
                <a:solidFill>
                  <a:schemeClr val="bg1"/>
                </a:solidFill>
              </a:defRPr>
            </a:lvl5pPr>
            <a:lvl6pPr marL="1080000" indent="-180000">
              <a:lnSpc>
                <a:spcPct val="100000"/>
              </a:lnSpc>
              <a:spcBef>
                <a:spcPts val="0"/>
              </a:spcBef>
              <a:buSzPct val="70000"/>
              <a:buFont typeface="Arial" panose="020B0604020202020204" pitchFamily="34" charset="0"/>
              <a:buChar char="•"/>
              <a:defRPr sz="1100">
                <a:solidFill>
                  <a:schemeClr val="tx2"/>
                </a:solidFill>
              </a:defRPr>
            </a:lvl6pPr>
            <a:lvl7pPr marL="1080000">
              <a:defRPr sz="12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ext Placeholder 12">
            <a:extLst>
              <a:ext uri="{FF2B5EF4-FFF2-40B4-BE49-F238E27FC236}">
                <a16:creationId xmlns:a16="http://schemas.microsoft.com/office/drawing/2014/main" id="{9C0B71B1-8B5E-9FD1-A1AD-D5AD8A665FFB}"/>
              </a:ext>
            </a:extLst>
          </p:cNvPr>
          <p:cNvSpPr>
            <a:spLocks noGrp="1"/>
          </p:cNvSpPr>
          <p:nvPr>
            <p:ph type="body" sz="quarter" idx="18"/>
          </p:nvPr>
        </p:nvSpPr>
        <p:spPr>
          <a:xfrm>
            <a:off x="6744320" y="1260000"/>
            <a:ext cx="1980000" cy="3118980"/>
          </a:xfrm>
          <a:prstGeom prst="rect">
            <a:avLst/>
          </a:prstGeom>
        </p:spPr>
        <p:txBody>
          <a:bodyPr lIns="0" tIns="0" rIns="0" bIns="0"/>
          <a:lstStyle>
            <a:lvl1pPr marL="180000" indent="-180000">
              <a:lnSpc>
                <a:spcPct val="100000"/>
              </a:lnSpc>
              <a:spcBef>
                <a:spcPts val="0"/>
              </a:spcBef>
              <a:spcAft>
                <a:spcPts val="600"/>
              </a:spcAft>
              <a:buSzPct val="70000"/>
              <a:defRPr sz="1200">
                <a:solidFill>
                  <a:schemeClr val="bg1"/>
                </a:solidFill>
              </a:defRPr>
            </a:lvl1pPr>
            <a:lvl2pPr marL="360000" indent="-180000">
              <a:lnSpc>
                <a:spcPct val="100000"/>
              </a:lnSpc>
              <a:spcBef>
                <a:spcPts val="0"/>
              </a:spcBef>
              <a:spcAft>
                <a:spcPts val="600"/>
              </a:spcAft>
              <a:buSzPct val="70000"/>
              <a:defRPr sz="1200">
                <a:solidFill>
                  <a:schemeClr val="bg1"/>
                </a:solidFill>
              </a:defRPr>
            </a:lvl2pPr>
            <a:lvl3pPr marL="540000" indent="-180000">
              <a:lnSpc>
                <a:spcPct val="100000"/>
              </a:lnSpc>
              <a:spcBef>
                <a:spcPts val="0"/>
              </a:spcBef>
              <a:spcAft>
                <a:spcPts val="600"/>
              </a:spcAft>
              <a:buSzPct val="70000"/>
              <a:defRPr sz="1200">
                <a:solidFill>
                  <a:schemeClr val="bg1"/>
                </a:solidFill>
              </a:defRPr>
            </a:lvl3pPr>
            <a:lvl4pPr marL="720000" indent="-180000">
              <a:lnSpc>
                <a:spcPct val="100000"/>
              </a:lnSpc>
              <a:spcBef>
                <a:spcPts val="0"/>
              </a:spcBef>
              <a:spcAft>
                <a:spcPts val="600"/>
              </a:spcAft>
              <a:buSzPct val="70000"/>
              <a:defRPr lang="en-US" sz="1200" kern="1200" dirty="0">
                <a:solidFill>
                  <a:schemeClr val="bg1"/>
                </a:solidFill>
                <a:latin typeface="+mn-lt"/>
                <a:ea typeface="+mn-ea"/>
                <a:cs typeface="+mn-cs"/>
              </a:defRPr>
            </a:lvl4pPr>
            <a:lvl5pPr marL="900000" indent="-180000">
              <a:lnSpc>
                <a:spcPct val="100000"/>
              </a:lnSpc>
              <a:spcBef>
                <a:spcPts val="0"/>
              </a:spcBef>
              <a:spcAft>
                <a:spcPts val="600"/>
              </a:spcAft>
              <a:buSzPct val="70000"/>
              <a:defRPr sz="1200">
                <a:solidFill>
                  <a:schemeClr val="bg1"/>
                </a:solidFill>
              </a:defRPr>
            </a:lvl5pPr>
            <a:lvl6pPr marL="1080000" indent="-180000">
              <a:lnSpc>
                <a:spcPct val="100000"/>
              </a:lnSpc>
              <a:spcBef>
                <a:spcPts val="0"/>
              </a:spcBef>
              <a:buSzPct val="70000"/>
              <a:buFont typeface="Arial" panose="020B0604020202020204" pitchFamily="34" charset="0"/>
              <a:buChar char="•"/>
              <a:defRPr sz="1100">
                <a:solidFill>
                  <a:schemeClr val="tx2"/>
                </a:solidFill>
              </a:defRPr>
            </a:lvl6pPr>
            <a:lvl7pPr marL="1080000">
              <a:defRPr sz="12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Box 12">
            <a:extLst>
              <a:ext uri="{FF2B5EF4-FFF2-40B4-BE49-F238E27FC236}">
                <a16:creationId xmlns:a16="http://schemas.microsoft.com/office/drawing/2014/main" id="{1F0ADB73-9C9A-832B-D8BF-9AF20DAA1064}"/>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4" name="Slide Number Placeholder 5">
            <a:extLst>
              <a:ext uri="{FF2B5EF4-FFF2-40B4-BE49-F238E27FC236}">
                <a16:creationId xmlns:a16="http://schemas.microsoft.com/office/drawing/2014/main" id="{65BF0B68-A9EA-223F-2B7F-9D6F0EEB645C}"/>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cxnSp>
        <p:nvCxnSpPr>
          <p:cNvPr id="15" name="Straight Connector 14">
            <a:extLst>
              <a:ext uri="{FF2B5EF4-FFF2-40B4-BE49-F238E27FC236}">
                <a16:creationId xmlns:a16="http://schemas.microsoft.com/office/drawing/2014/main" id="{64673BBF-80EC-695B-A9CC-59A70D3443DD}"/>
              </a:ext>
            </a:extLst>
          </p:cNvPr>
          <p:cNvCxnSpPr>
            <a:cxnSpLocks/>
          </p:cNvCxnSpPr>
          <p:nvPr userDrawn="1"/>
        </p:nvCxnSpPr>
        <p:spPr>
          <a:xfrm>
            <a:off x="1400627" y="4830552"/>
            <a:ext cx="0" cy="144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Footer Placeholder 2">
            <a:extLst>
              <a:ext uri="{FF2B5EF4-FFF2-40B4-BE49-F238E27FC236}">
                <a16:creationId xmlns:a16="http://schemas.microsoft.com/office/drawing/2014/main" id="{ACAC8A9F-15DB-739A-7B06-E325184316B0}"/>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Apply appropriate data classification. Apply document ID (if applicable).</a:t>
            </a:r>
            <a:endParaRPr lang="en-US" dirty="0"/>
          </a:p>
        </p:txBody>
      </p:sp>
      <p:pic>
        <p:nvPicPr>
          <p:cNvPr id="2" name="Picture 1">
            <a:extLst>
              <a:ext uri="{FF2B5EF4-FFF2-40B4-BE49-F238E27FC236}">
                <a16:creationId xmlns:a16="http://schemas.microsoft.com/office/drawing/2014/main" id="{E3B2445D-0454-2B2C-8E42-053633E54074}"/>
              </a:ext>
            </a:extLst>
          </p:cNvPr>
          <p:cNvPicPr>
            <a:picLocks noChangeAspect="1"/>
          </p:cNvPicPr>
          <p:nvPr userDrawn="1"/>
        </p:nvPicPr>
        <p:blipFill>
          <a:blip r:embed="rId2"/>
          <a:stretch>
            <a:fillRect/>
          </a:stretch>
        </p:blipFill>
        <p:spPr>
          <a:xfrm>
            <a:off x="6788050" y="4683564"/>
            <a:ext cx="2167796" cy="349981"/>
          </a:xfrm>
          <a:prstGeom prst="rect">
            <a:avLst/>
          </a:prstGeom>
        </p:spPr>
      </p:pic>
    </p:spTree>
    <p:extLst>
      <p:ext uri="{BB962C8B-B14F-4D97-AF65-F5344CB8AC3E}">
        <p14:creationId xmlns:p14="http://schemas.microsoft.com/office/powerpoint/2010/main" val="408833040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1.5 Numbered text">
    <p:bg>
      <p:bgPr>
        <a:solidFill>
          <a:schemeClr val="tx2"/>
        </a:solidFill>
        <a:effectLst/>
      </p:bgPr>
    </p:bg>
    <p:spTree>
      <p:nvGrpSpPr>
        <p:cNvPr id="1" name=""/>
        <p:cNvGrpSpPr/>
        <p:nvPr/>
      </p:nvGrpSpPr>
      <p:grpSpPr>
        <a:xfrm>
          <a:off x="0" y="0"/>
          <a:ext cx="0" cy="0"/>
          <a:chOff x="0" y="0"/>
          <a:chExt cx="0" cy="0"/>
        </a:xfrm>
      </p:grpSpPr>
      <p:sp>
        <p:nvSpPr>
          <p:cNvPr id="6" name="Text Placeholder 42">
            <a:extLst>
              <a:ext uri="{FF2B5EF4-FFF2-40B4-BE49-F238E27FC236}">
                <a16:creationId xmlns:a16="http://schemas.microsoft.com/office/drawing/2014/main" id="{D048D520-8858-4E4E-8511-3306272E38FC}"/>
              </a:ext>
            </a:extLst>
          </p:cNvPr>
          <p:cNvSpPr>
            <a:spLocks noGrp="1"/>
          </p:cNvSpPr>
          <p:nvPr>
            <p:ph type="body" sz="quarter" idx="12" hasCustomPrompt="1"/>
          </p:nvPr>
        </p:nvSpPr>
        <p:spPr>
          <a:xfrm>
            <a:off x="417600" y="395946"/>
            <a:ext cx="8308800" cy="340654"/>
          </a:xfrm>
          <a:prstGeom prst="rect">
            <a:avLst/>
          </a:prstGeom>
        </p:spPr>
        <p:txBody>
          <a:bodyPr lIns="0" tIns="0" rIns="0" bIns="0"/>
          <a:lstStyle>
            <a:lvl1pPr marL="0" indent="0">
              <a:lnSpc>
                <a:spcPct val="100000"/>
              </a:lnSpc>
              <a:spcBef>
                <a:spcPts val="0"/>
              </a:spcBef>
              <a:buNone/>
              <a:defRPr sz="2400" baseline="0">
                <a:solidFill>
                  <a:schemeClr val="bg1"/>
                </a:solidFill>
                <a:latin typeface="Nokia Pure Headline Light" panose="020B0304020202020204" pitchFamily="34" charset="0"/>
              </a:defRPr>
            </a:lvl1pPr>
          </a:lstStyle>
          <a:p>
            <a:pPr lvl="0"/>
            <a:r>
              <a:rPr lang="en-US" noProof="0" dirty="0"/>
              <a:t>Click to edit headline</a:t>
            </a:r>
          </a:p>
        </p:txBody>
      </p:sp>
      <p:sp>
        <p:nvSpPr>
          <p:cNvPr id="4" name="Text Placeholder 42">
            <a:extLst>
              <a:ext uri="{FF2B5EF4-FFF2-40B4-BE49-F238E27FC236}">
                <a16:creationId xmlns:a16="http://schemas.microsoft.com/office/drawing/2014/main" id="{73EC6F19-4B79-4103-93C9-A7D00929D42E}"/>
              </a:ext>
            </a:extLst>
          </p:cNvPr>
          <p:cNvSpPr>
            <a:spLocks noGrp="1"/>
          </p:cNvSpPr>
          <p:nvPr>
            <p:ph type="body" sz="quarter" idx="13" hasCustomPrompt="1"/>
          </p:nvPr>
        </p:nvSpPr>
        <p:spPr>
          <a:xfrm>
            <a:off x="417600" y="764520"/>
            <a:ext cx="8308800" cy="340654"/>
          </a:xfrm>
          <a:prstGeom prst="rect">
            <a:avLst/>
          </a:prstGeom>
        </p:spPr>
        <p:txBody>
          <a:bodyPr lIns="0" tIns="0" rIns="0" bIns="0"/>
          <a:lstStyle>
            <a:lvl1pPr marL="0" indent="0">
              <a:lnSpc>
                <a:spcPct val="100000"/>
              </a:lnSpc>
              <a:spcBef>
                <a:spcPts val="0"/>
              </a:spcBef>
              <a:buNone/>
              <a:defRPr sz="1800" baseline="0">
                <a:solidFill>
                  <a:schemeClr val="bg1"/>
                </a:solidFill>
                <a:latin typeface="Nokia Pure Headline Light" panose="020B0304020202020204" pitchFamily="34" charset="0"/>
              </a:defRPr>
            </a:lvl1pPr>
          </a:lstStyle>
          <a:p>
            <a:pPr lvl="0"/>
            <a:r>
              <a:rPr lang="en-US" noProof="0" dirty="0"/>
              <a:t>Click to edit headline</a:t>
            </a:r>
          </a:p>
        </p:txBody>
      </p:sp>
      <p:sp>
        <p:nvSpPr>
          <p:cNvPr id="3" name="Text Placeholder 2">
            <a:extLst>
              <a:ext uri="{FF2B5EF4-FFF2-40B4-BE49-F238E27FC236}">
                <a16:creationId xmlns:a16="http://schemas.microsoft.com/office/drawing/2014/main" id="{E0427494-DD66-A478-7CF6-11C578BC21E9}"/>
              </a:ext>
            </a:extLst>
          </p:cNvPr>
          <p:cNvSpPr>
            <a:spLocks noGrp="1"/>
          </p:cNvSpPr>
          <p:nvPr>
            <p:ph type="body" sz="quarter" idx="14" hasCustomPrompt="1"/>
          </p:nvPr>
        </p:nvSpPr>
        <p:spPr>
          <a:xfrm>
            <a:off x="417600" y="1260000"/>
            <a:ext cx="8308800" cy="3118980"/>
          </a:xfrm>
          <a:prstGeom prst="rect">
            <a:avLst/>
          </a:prstGeom>
        </p:spPr>
        <p:txBody>
          <a:bodyPr lIns="0" tIns="0" rIns="0" bIns="0"/>
          <a:lstStyle>
            <a:lvl1pPr marL="228600" indent="-228600">
              <a:lnSpc>
                <a:spcPct val="100000"/>
              </a:lnSpc>
              <a:spcBef>
                <a:spcPts val="0"/>
              </a:spcBef>
              <a:spcAft>
                <a:spcPts val="600"/>
              </a:spcAft>
              <a:buFont typeface="+mj-lt"/>
              <a:buAutoNum type="arabicPeriod"/>
              <a:defRPr sz="1200">
                <a:solidFill>
                  <a:schemeClr val="bg1"/>
                </a:solidFill>
              </a:defRPr>
            </a:lvl1pPr>
            <a:lvl2pPr marL="408600" indent="-228600">
              <a:lnSpc>
                <a:spcPct val="100000"/>
              </a:lnSpc>
              <a:spcBef>
                <a:spcPts val="0"/>
              </a:spcBef>
              <a:spcAft>
                <a:spcPts val="600"/>
              </a:spcAft>
              <a:buFont typeface="+mj-lt"/>
              <a:buAutoNum type="arabicPeriod" startAt="2"/>
              <a:defRPr sz="1200">
                <a:solidFill>
                  <a:schemeClr val="bg1"/>
                </a:solidFill>
              </a:defRPr>
            </a:lvl2pPr>
            <a:lvl3pPr marL="588600" indent="-228600">
              <a:lnSpc>
                <a:spcPct val="100000"/>
              </a:lnSpc>
              <a:spcBef>
                <a:spcPts val="0"/>
              </a:spcBef>
              <a:spcAft>
                <a:spcPts val="600"/>
              </a:spcAft>
              <a:buFont typeface="+mj-lt"/>
              <a:buAutoNum type="arabicPeriod" startAt="3"/>
              <a:defRPr sz="1200">
                <a:solidFill>
                  <a:schemeClr val="bg1"/>
                </a:solidFill>
              </a:defRPr>
            </a:lvl3pPr>
            <a:lvl4pPr marL="768600" indent="-228600">
              <a:lnSpc>
                <a:spcPct val="100000"/>
              </a:lnSpc>
              <a:spcBef>
                <a:spcPts val="0"/>
              </a:spcBef>
              <a:spcAft>
                <a:spcPts val="600"/>
              </a:spcAft>
              <a:buFont typeface="+mj-lt"/>
              <a:buAutoNum type="arabicPeriod" startAt="4"/>
              <a:defRPr sz="1200">
                <a:solidFill>
                  <a:schemeClr val="bg1"/>
                </a:solidFill>
              </a:defRPr>
            </a:lvl4pPr>
            <a:lvl5pPr marL="957150" indent="-228600">
              <a:lnSpc>
                <a:spcPct val="100000"/>
              </a:lnSpc>
              <a:spcBef>
                <a:spcPts val="0"/>
              </a:spcBef>
              <a:spcAft>
                <a:spcPts val="600"/>
              </a:spcAft>
              <a:buFont typeface="+mj-lt"/>
              <a:buAutoNum type="arabicPeriod" startAt="5"/>
              <a:defRPr sz="1200">
                <a:solidFill>
                  <a:schemeClr val="bg1"/>
                </a:solidFill>
              </a:defRPr>
            </a:lvl5pPr>
          </a:lstStyle>
          <a:p>
            <a:pPr lvl="0"/>
            <a:r>
              <a:rPr lang="en-US" dirty="0"/>
              <a:t>Text here</a:t>
            </a:r>
          </a:p>
          <a:p>
            <a:pPr lvl="1"/>
            <a:r>
              <a:rPr lang="en-US" dirty="0"/>
              <a:t>Text here</a:t>
            </a:r>
          </a:p>
          <a:p>
            <a:pPr lvl="2"/>
            <a:r>
              <a:rPr lang="en-US" dirty="0"/>
              <a:t>Text here</a:t>
            </a:r>
          </a:p>
          <a:p>
            <a:pPr lvl="3"/>
            <a:r>
              <a:rPr lang="en-US" dirty="0"/>
              <a:t>Text here</a:t>
            </a:r>
          </a:p>
          <a:p>
            <a:pPr marL="957150" marR="0" lvl="4" indent="-228600" algn="l" defTabSz="685800" rtl="0" eaLnBrk="1" fontAlgn="auto" latinLnBrk="0" hangingPunct="1">
              <a:lnSpc>
                <a:spcPct val="100000"/>
              </a:lnSpc>
              <a:spcBef>
                <a:spcPts val="0"/>
              </a:spcBef>
              <a:spcAft>
                <a:spcPts val="300"/>
              </a:spcAft>
              <a:buClrTx/>
              <a:buSzTx/>
              <a:tabLst/>
              <a:defRPr/>
            </a:pPr>
            <a:r>
              <a:rPr lang="en-US" dirty="0"/>
              <a:t>Text here</a:t>
            </a:r>
          </a:p>
        </p:txBody>
      </p:sp>
      <p:sp>
        <p:nvSpPr>
          <p:cNvPr id="10" name="TextBox 9">
            <a:extLst>
              <a:ext uri="{FF2B5EF4-FFF2-40B4-BE49-F238E27FC236}">
                <a16:creationId xmlns:a16="http://schemas.microsoft.com/office/drawing/2014/main" id="{F8516E12-24DD-827E-B42A-FEADBBD6DA70}"/>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1" name="Slide Number Placeholder 5">
            <a:extLst>
              <a:ext uri="{FF2B5EF4-FFF2-40B4-BE49-F238E27FC236}">
                <a16:creationId xmlns:a16="http://schemas.microsoft.com/office/drawing/2014/main" id="{2713F659-CB75-ECA4-9103-AA521D00BDB0}"/>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cxnSp>
        <p:nvCxnSpPr>
          <p:cNvPr id="12" name="Straight Connector 11">
            <a:extLst>
              <a:ext uri="{FF2B5EF4-FFF2-40B4-BE49-F238E27FC236}">
                <a16:creationId xmlns:a16="http://schemas.microsoft.com/office/drawing/2014/main" id="{4B0A1277-1BCA-C1CE-6430-E1E6743CC5FF}"/>
              </a:ext>
            </a:extLst>
          </p:cNvPr>
          <p:cNvCxnSpPr>
            <a:cxnSpLocks/>
          </p:cNvCxnSpPr>
          <p:nvPr userDrawn="1"/>
        </p:nvCxnSpPr>
        <p:spPr>
          <a:xfrm>
            <a:off x="1400627" y="4830552"/>
            <a:ext cx="0" cy="144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Footer Placeholder 2">
            <a:extLst>
              <a:ext uri="{FF2B5EF4-FFF2-40B4-BE49-F238E27FC236}">
                <a16:creationId xmlns:a16="http://schemas.microsoft.com/office/drawing/2014/main" id="{E0B17C7F-E98A-8FDB-6CD3-CC1B3B501776}"/>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Apply appropriate data classification. Apply document ID (if applicable).</a:t>
            </a:r>
            <a:endParaRPr lang="en-US" dirty="0"/>
          </a:p>
        </p:txBody>
      </p:sp>
      <p:pic>
        <p:nvPicPr>
          <p:cNvPr id="2" name="Picture 1">
            <a:extLst>
              <a:ext uri="{FF2B5EF4-FFF2-40B4-BE49-F238E27FC236}">
                <a16:creationId xmlns:a16="http://schemas.microsoft.com/office/drawing/2014/main" id="{285BCE60-429D-0622-E6BE-D88C8901C45F}"/>
              </a:ext>
            </a:extLst>
          </p:cNvPr>
          <p:cNvPicPr>
            <a:picLocks noChangeAspect="1"/>
          </p:cNvPicPr>
          <p:nvPr userDrawn="1"/>
        </p:nvPicPr>
        <p:blipFill>
          <a:blip r:embed="rId2"/>
          <a:stretch>
            <a:fillRect/>
          </a:stretch>
        </p:blipFill>
        <p:spPr>
          <a:xfrm>
            <a:off x="6788050" y="4683564"/>
            <a:ext cx="2167796" cy="349981"/>
          </a:xfrm>
          <a:prstGeom prst="rect">
            <a:avLst/>
          </a:prstGeom>
        </p:spPr>
      </p:pic>
    </p:spTree>
    <p:extLst>
      <p:ext uri="{BB962C8B-B14F-4D97-AF65-F5344CB8AC3E}">
        <p14:creationId xmlns:p14="http://schemas.microsoft.com/office/powerpoint/2010/main" val="271670181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3_1.2 Title">
    <p:bg>
      <p:bgPr>
        <a:solidFill>
          <a:schemeClr val="tx2"/>
        </a:solidFill>
        <a:effectLst/>
      </p:bgPr>
    </p:bg>
    <p:spTree>
      <p:nvGrpSpPr>
        <p:cNvPr id="1" name=""/>
        <p:cNvGrpSpPr/>
        <p:nvPr/>
      </p:nvGrpSpPr>
      <p:grpSpPr>
        <a:xfrm>
          <a:off x="0" y="0"/>
          <a:ext cx="0" cy="0"/>
          <a:chOff x="0" y="0"/>
          <a:chExt cx="0" cy="0"/>
        </a:xfrm>
      </p:grpSpPr>
      <p:sp>
        <p:nvSpPr>
          <p:cNvPr id="5" name="Text Placeholder 42">
            <a:extLst>
              <a:ext uri="{FF2B5EF4-FFF2-40B4-BE49-F238E27FC236}">
                <a16:creationId xmlns:a16="http://schemas.microsoft.com/office/drawing/2014/main" id="{4B403941-CFEA-9A2F-6625-4961A6C63DBE}"/>
              </a:ext>
            </a:extLst>
          </p:cNvPr>
          <p:cNvSpPr>
            <a:spLocks noGrp="1"/>
          </p:cNvSpPr>
          <p:nvPr>
            <p:ph type="body" sz="quarter" idx="11" hasCustomPrompt="1"/>
          </p:nvPr>
        </p:nvSpPr>
        <p:spPr>
          <a:xfrm>
            <a:off x="417600" y="1080000"/>
            <a:ext cx="8308800" cy="1760501"/>
          </a:xfrm>
          <a:prstGeom prst="rect">
            <a:avLst/>
          </a:prstGeom>
        </p:spPr>
        <p:txBody>
          <a:bodyPr lIns="0" tIns="0" rIns="0" bIns="0"/>
          <a:lstStyle>
            <a:lvl1pPr marL="0" indent="0">
              <a:buNone/>
              <a:defRPr sz="5400" baseline="0">
                <a:solidFill>
                  <a:schemeClr val="bg1"/>
                </a:solidFill>
                <a:latin typeface="Nokia Pure Headline Ultra Light" panose="020B0204020202020204" pitchFamily="34" charset="0"/>
              </a:defRPr>
            </a:lvl1pPr>
          </a:lstStyle>
          <a:p>
            <a:pPr lvl="0"/>
            <a:r>
              <a:rPr lang="en-US" dirty="0"/>
              <a:t>Click to edit headline</a:t>
            </a:r>
          </a:p>
        </p:txBody>
      </p:sp>
      <p:sp>
        <p:nvSpPr>
          <p:cNvPr id="4" name="TextBox 3">
            <a:extLst>
              <a:ext uri="{FF2B5EF4-FFF2-40B4-BE49-F238E27FC236}">
                <a16:creationId xmlns:a16="http://schemas.microsoft.com/office/drawing/2014/main" id="{384EEC12-342F-20C4-7110-A4D3E49D8108}"/>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6" name="Slide Number Placeholder 5">
            <a:extLst>
              <a:ext uri="{FF2B5EF4-FFF2-40B4-BE49-F238E27FC236}">
                <a16:creationId xmlns:a16="http://schemas.microsoft.com/office/drawing/2014/main" id="{D8B34894-7D04-B556-71DC-63B1F0B80E51}"/>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cxnSp>
        <p:nvCxnSpPr>
          <p:cNvPr id="10" name="Straight Connector 9">
            <a:extLst>
              <a:ext uri="{FF2B5EF4-FFF2-40B4-BE49-F238E27FC236}">
                <a16:creationId xmlns:a16="http://schemas.microsoft.com/office/drawing/2014/main" id="{659BBD8A-CCCC-D36F-0927-C874A9F182C4}"/>
              </a:ext>
            </a:extLst>
          </p:cNvPr>
          <p:cNvCxnSpPr>
            <a:cxnSpLocks/>
          </p:cNvCxnSpPr>
          <p:nvPr userDrawn="1"/>
        </p:nvCxnSpPr>
        <p:spPr>
          <a:xfrm>
            <a:off x="1400627" y="4830552"/>
            <a:ext cx="0" cy="144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1" name="Footer Placeholder 2">
            <a:extLst>
              <a:ext uri="{FF2B5EF4-FFF2-40B4-BE49-F238E27FC236}">
                <a16:creationId xmlns:a16="http://schemas.microsoft.com/office/drawing/2014/main" id="{457AC74E-913E-18AF-F13F-D6868891C99A}"/>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Apply appropriate data classification. Apply document ID (if applicable).</a:t>
            </a:r>
            <a:endParaRPr lang="en-US" dirty="0"/>
          </a:p>
        </p:txBody>
      </p:sp>
      <p:pic>
        <p:nvPicPr>
          <p:cNvPr id="3" name="Picture 2">
            <a:extLst>
              <a:ext uri="{FF2B5EF4-FFF2-40B4-BE49-F238E27FC236}">
                <a16:creationId xmlns:a16="http://schemas.microsoft.com/office/drawing/2014/main" id="{71E31074-7D27-C776-4077-E1919F902341}"/>
              </a:ext>
            </a:extLst>
          </p:cNvPr>
          <p:cNvPicPr>
            <a:picLocks noChangeAspect="1"/>
          </p:cNvPicPr>
          <p:nvPr userDrawn="1"/>
        </p:nvPicPr>
        <p:blipFill>
          <a:blip r:embed="rId2"/>
          <a:stretch>
            <a:fillRect/>
          </a:stretch>
        </p:blipFill>
        <p:spPr>
          <a:xfrm>
            <a:off x="6788050" y="4683564"/>
            <a:ext cx="2167796" cy="349981"/>
          </a:xfrm>
          <a:prstGeom prst="rect">
            <a:avLst/>
          </a:prstGeom>
        </p:spPr>
      </p:pic>
    </p:spTree>
    <p:extLst>
      <p:ext uri="{BB962C8B-B14F-4D97-AF65-F5344CB8AC3E}">
        <p14:creationId xmlns:p14="http://schemas.microsoft.com/office/powerpoint/2010/main" val="243984369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4_1.2 Title">
    <p:bg>
      <p:bgPr>
        <a:solidFill>
          <a:schemeClr val="tx2"/>
        </a:solidFill>
        <a:effectLst/>
      </p:bgPr>
    </p:bg>
    <p:spTree>
      <p:nvGrpSpPr>
        <p:cNvPr id="1" name=""/>
        <p:cNvGrpSpPr/>
        <p:nvPr/>
      </p:nvGrpSpPr>
      <p:grpSpPr>
        <a:xfrm>
          <a:off x="0" y="0"/>
          <a:ext cx="0" cy="0"/>
          <a:chOff x="0" y="0"/>
          <a:chExt cx="0" cy="0"/>
        </a:xfrm>
      </p:grpSpPr>
      <p:sp>
        <p:nvSpPr>
          <p:cNvPr id="7" name="Media Placeholder 6">
            <a:extLst>
              <a:ext uri="{FF2B5EF4-FFF2-40B4-BE49-F238E27FC236}">
                <a16:creationId xmlns:a16="http://schemas.microsoft.com/office/drawing/2014/main" id="{BA013C72-05A6-BC67-924F-AD55DE815D0C}"/>
              </a:ext>
            </a:extLst>
          </p:cNvPr>
          <p:cNvSpPr>
            <a:spLocks noGrp="1"/>
          </p:cNvSpPr>
          <p:nvPr>
            <p:ph type="media" sz="quarter" idx="12"/>
          </p:nvPr>
        </p:nvSpPr>
        <p:spPr>
          <a:xfrm>
            <a:off x="0" y="0"/>
            <a:ext cx="9144000" cy="5143500"/>
          </a:xfrm>
          <a:prstGeom prst="rect">
            <a:avLst/>
          </a:prstGeom>
        </p:spPr>
        <p:txBody>
          <a:bodyPr/>
          <a:lstStyle>
            <a:lvl1pPr marL="0" indent="0">
              <a:buNone/>
              <a:defRPr>
                <a:solidFill>
                  <a:schemeClr val="accent4"/>
                </a:solidFill>
              </a:defRPr>
            </a:lvl1pPr>
          </a:lstStyle>
          <a:p>
            <a:r>
              <a:rPr lang="en-US"/>
              <a:t>Click icon to add media</a:t>
            </a:r>
            <a:endParaRPr lang="en-US" dirty="0"/>
          </a:p>
        </p:txBody>
      </p:sp>
      <p:sp>
        <p:nvSpPr>
          <p:cNvPr id="5" name="Text Placeholder 42">
            <a:extLst>
              <a:ext uri="{FF2B5EF4-FFF2-40B4-BE49-F238E27FC236}">
                <a16:creationId xmlns:a16="http://schemas.microsoft.com/office/drawing/2014/main" id="{4B403941-CFEA-9A2F-6625-4961A6C63DBE}"/>
              </a:ext>
            </a:extLst>
          </p:cNvPr>
          <p:cNvSpPr>
            <a:spLocks noGrp="1"/>
          </p:cNvSpPr>
          <p:nvPr>
            <p:ph type="body" sz="quarter" idx="11" hasCustomPrompt="1"/>
          </p:nvPr>
        </p:nvSpPr>
        <p:spPr>
          <a:xfrm>
            <a:off x="417600" y="1080000"/>
            <a:ext cx="8308800" cy="1760501"/>
          </a:xfrm>
          <a:prstGeom prst="rect">
            <a:avLst/>
          </a:prstGeom>
        </p:spPr>
        <p:txBody>
          <a:bodyPr lIns="0" tIns="0" rIns="0" bIns="0"/>
          <a:lstStyle>
            <a:lvl1pPr marL="0" indent="0">
              <a:buNone/>
              <a:defRPr sz="5400" baseline="0">
                <a:solidFill>
                  <a:schemeClr val="bg1"/>
                </a:solidFill>
                <a:latin typeface="Nokia Pure Headline Ultra Light" panose="020B0204020202020204" pitchFamily="34" charset="0"/>
              </a:defRPr>
            </a:lvl1pPr>
          </a:lstStyle>
          <a:p>
            <a:pPr lvl="0"/>
            <a:r>
              <a:rPr lang="en-US" dirty="0"/>
              <a:t>Click to edit headline</a:t>
            </a:r>
          </a:p>
        </p:txBody>
      </p:sp>
      <p:sp>
        <p:nvSpPr>
          <p:cNvPr id="4" name="TextBox 3">
            <a:extLst>
              <a:ext uri="{FF2B5EF4-FFF2-40B4-BE49-F238E27FC236}">
                <a16:creationId xmlns:a16="http://schemas.microsoft.com/office/drawing/2014/main" id="{384EEC12-342F-20C4-7110-A4D3E49D8108}"/>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6" name="Slide Number Placeholder 5">
            <a:extLst>
              <a:ext uri="{FF2B5EF4-FFF2-40B4-BE49-F238E27FC236}">
                <a16:creationId xmlns:a16="http://schemas.microsoft.com/office/drawing/2014/main" id="{D8B34894-7D04-B556-71DC-63B1F0B80E51}"/>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cxnSp>
        <p:nvCxnSpPr>
          <p:cNvPr id="10" name="Straight Connector 9">
            <a:extLst>
              <a:ext uri="{FF2B5EF4-FFF2-40B4-BE49-F238E27FC236}">
                <a16:creationId xmlns:a16="http://schemas.microsoft.com/office/drawing/2014/main" id="{659BBD8A-CCCC-D36F-0927-C874A9F182C4}"/>
              </a:ext>
            </a:extLst>
          </p:cNvPr>
          <p:cNvCxnSpPr>
            <a:cxnSpLocks/>
          </p:cNvCxnSpPr>
          <p:nvPr userDrawn="1"/>
        </p:nvCxnSpPr>
        <p:spPr>
          <a:xfrm>
            <a:off x="1400627" y="4830552"/>
            <a:ext cx="0" cy="144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1" name="Footer Placeholder 2">
            <a:extLst>
              <a:ext uri="{FF2B5EF4-FFF2-40B4-BE49-F238E27FC236}">
                <a16:creationId xmlns:a16="http://schemas.microsoft.com/office/drawing/2014/main" id="{457AC74E-913E-18AF-F13F-D6868891C99A}"/>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Apply appropriate data classification. Apply document ID (if applicable).</a:t>
            </a:r>
            <a:endParaRPr lang="en-US" dirty="0"/>
          </a:p>
        </p:txBody>
      </p:sp>
      <p:pic>
        <p:nvPicPr>
          <p:cNvPr id="3" name="Picture 2">
            <a:extLst>
              <a:ext uri="{FF2B5EF4-FFF2-40B4-BE49-F238E27FC236}">
                <a16:creationId xmlns:a16="http://schemas.microsoft.com/office/drawing/2014/main" id="{73D076D7-280C-8835-882E-98A6108E3AC2}"/>
              </a:ext>
            </a:extLst>
          </p:cNvPr>
          <p:cNvPicPr>
            <a:picLocks noChangeAspect="1"/>
          </p:cNvPicPr>
          <p:nvPr userDrawn="1"/>
        </p:nvPicPr>
        <p:blipFill>
          <a:blip r:embed="rId2"/>
          <a:stretch>
            <a:fillRect/>
          </a:stretch>
        </p:blipFill>
        <p:spPr>
          <a:xfrm>
            <a:off x="6788050" y="4683564"/>
            <a:ext cx="2167796" cy="349981"/>
          </a:xfrm>
          <a:prstGeom prst="rect">
            <a:avLst/>
          </a:prstGeom>
        </p:spPr>
      </p:pic>
    </p:spTree>
    <p:extLst>
      <p:ext uri="{BB962C8B-B14F-4D97-AF65-F5344CB8AC3E}">
        <p14:creationId xmlns:p14="http://schemas.microsoft.com/office/powerpoint/2010/main" val="168674685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_1.6 Half image">
    <p:bg>
      <p:bgPr>
        <a:solidFill>
          <a:schemeClr val="tx2"/>
        </a:solidFill>
        <a:effectLst/>
      </p:bgPr>
    </p:bg>
    <p:spTree>
      <p:nvGrpSpPr>
        <p:cNvPr id="1" name=""/>
        <p:cNvGrpSpPr/>
        <p:nvPr/>
      </p:nvGrpSpPr>
      <p:grpSpPr>
        <a:xfrm>
          <a:off x="0" y="0"/>
          <a:ext cx="0" cy="0"/>
          <a:chOff x="0" y="0"/>
          <a:chExt cx="0" cy="0"/>
        </a:xfrm>
      </p:grpSpPr>
      <p:sp>
        <p:nvSpPr>
          <p:cNvPr id="6" name="Text Placeholder 42">
            <a:extLst>
              <a:ext uri="{FF2B5EF4-FFF2-40B4-BE49-F238E27FC236}">
                <a16:creationId xmlns:a16="http://schemas.microsoft.com/office/drawing/2014/main" id="{D048D520-8858-4E4E-8511-3306272E38FC}"/>
              </a:ext>
            </a:extLst>
          </p:cNvPr>
          <p:cNvSpPr>
            <a:spLocks noGrp="1"/>
          </p:cNvSpPr>
          <p:nvPr>
            <p:ph type="body" sz="quarter" idx="12" hasCustomPrompt="1"/>
          </p:nvPr>
        </p:nvSpPr>
        <p:spPr>
          <a:xfrm>
            <a:off x="417599" y="395946"/>
            <a:ext cx="3788901" cy="340654"/>
          </a:xfrm>
          <a:prstGeom prst="rect">
            <a:avLst/>
          </a:prstGeom>
        </p:spPr>
        <p:txBody>
          <a:bodyPr lIns="0" tIns="0" rIns="0" bIns="0"/>
          <a:lstStyle>
            <a:lvl1pPr marL="0" indent="0">
              <a:lnSpc>
                <a:spcPct val="100000"/>
              </a:lnSpc>
              <a:spcBef>
                <a:spcPts val="0"/>
              </a:spcBef>
              <a:buNone/>
              <a:defRPr sz="2400" baseline="0">
                <a:solidFill>
                  <a:schemeClr val="bg1"/>
                </a:solidFill>
                <a:latin typeface="Nokia Pure Headline Light" panose="020B0304020202020204" pitchFamily="34" charset="0"/>
              </a:defRPr>
            </a:lvl1pPr>
          </a:lstStyle>
          <a:p>
            <a:pPr lvl="0"/>
            <a:r>
              <a:rPr lang="en-US" noProof="0" dirty="0"/>
              <a:t>Click to edit headline</a:t>
            </a:r>
          </a:p>
        </p:txBody>
      </p:sp>
      <p:sp>
        <p:nvSpPr>
          <p:cNvPr id="4" name="Text Placeholder 42">
            <a:extLst>
              <a:ext uri="{FF2B5EF4-FFF2-40B4-BE49-F238E27FC236}">
                <a16:creationId xmlns:a16="http://schemas.microsoft.com/office/drawing/2014/main" id="{73EC6F19-4B79-4103-93C9-A7D00929D42E}"/>
              </a:ext>
            </a:extLst>
          </p:cNvPr>
          <p:cNvSpPr>
            <a:spLocks noGrp="1"/>
          </p:cNvSpPr>
          <p:nvPr>
            <p:ph type="body" sz="quarter" idx="13" hasCustomPrompt="1"/>
          </p:nvPr>
        </p:nvSpPr>
        <p:spPr>
          <a:xfrm>
            <a:off x="417599" y="764520"/>
            <a:ext cx="3788901" cy="340654"/>
          </a:xfrm>
          <a:prstGeom prst="rect">
            <a:avLst/>
          </a:prstGeom>
        </p:spPr>
        <p:txBody>
          <a:bodyPr lIns="0" tIns="0" rIns="0" bIns="0"/>
          <a:lstStyle>
            <a:lvl1pPr marL="0" indent="0">
              <a:lnSpc>
                <a:spcPct val="100000"/>
              </a:lnSpc>
              <a:spcBef>
                <a:spcPts val="0"/>
              </a:spcBef>
              <a:buNone/>
              <a:defRPr sz="1800" baseline="0">
                <a:solidFill>
                  <a:schemeClr val="bg1"/>
                </a:solidFill>
                <a:latin typeface="Nokia Pure Headline Light" panose="020B0304020202020204" pitchFamily="34" charset="0"/>
              </a:defRPr>
            </a:lvl1pPr>
          </a:lstStyle>
          <a:p>
            <a:pPr lvl="0"/>
            <a:r>
              <a:rPr lang="en-US" noProof="0" dirty="0"/>
              <a:t>Click to edit headline</a:t>
            </a:r>
          </a:p>
        </p:txBody>
      </p:sp>
      <p:sp>
        <p:nvSpPr>
          <p:cNvPr id="3" name="Picture Placeholder 2">
            <a:extLst>
              <a:ext uri="{FF2B5EF4-FFF2-40B4-BE49-F238E27FC236}">
                <a16:creationId xmlns:a16="http://schemas.microsoft.com/office/drawing/2014/main" id="{3B55B4CC-0221-F230-3980-88D8952F693A}"/>
              </a:ext>
            </a:extLst>
          </p:cNvPr>
          <p:cNvSpPr>
            <a:spLocks noGrp="1"/>
          </p:cNvSpPr>
          <p:nvPr>
            <p:ph type="pic" sz="quarter" idx="15" hasCustomPrompt="1"/>
          </p:nvPr>
        </p:nvSpPr>
        <p:spPr>
          <a:xfrm>
            <a:off x="4572000" y="0"/>
            <a:ext cx="4572001" cy="5143500"/>
          </a:xfrm>
          <a:prstGeom prst="rect">
            <a:avLst/>
          </a:prstGeom>
          <a:solidFill>
            <a:schemeClr val="tx1"/>
          </a:solidFill>
        </p:spPr>
        <p:txBody>
          <a:bodyPr/>
          <a:lstStyle>
            <a:lvl1pPr marL="0" indent="0">
              <a:buNone/>
              <a:defRPr sz="1000">
                <a:solidFill>
                  <a:schemeClr val="bg1"/>
                </a:solidFill>
              </a:defRPr>
            </a:lvl1pPr>
          </a:lstStyle>
          <a:p>
            <a:r>
              <a:rPr lang="en-US" dirty="0"/>
              <a:t>Click to add picture</a:t>
            </a:r>
          </a:p>
        </p:txBody>
      </p:sp>
      <p:sp>
        <p:nvSpPr>
          <p:cNvPr id="8" name="Text Placeholder 12">
            <a:extLst>
              <a:ext uri="{FF2B5EF4-FFF2-40B4-BE49-F238E27FC236}">
                <a16:creationId xmlns:a16="http://schemas.microsoft.com/office/drawing/2014/main" id="{E6285CBB-8652-0F93-9BFF-BDE646DC1516}"/>
              </a:ext>
            </a:extLst>
          </p:cNvPr>
          <p:cNvSpPr>
            <a:spLocks noGrp="1"/>
          </p:cNvSpPr>
          <p:nvPr>
            <p:ph type="body" sz="quarter" idx="14"/>
          </p:nvPr>
        </p:nvSpPr>
        <p:spPr>
          <a:xfrm>
            <a:off x="417338" y="1260000"/>
            <a:ext cx="3788901" cy="3291840"/>
          </a:xfrm>
          <a:prstGeom prst="rect">
            <a:avLst/>
          </a:prstGeom>
        </p:spPr>
        <p:txBody>
          <a:bodyPr lIns="0" tIns="0" rIns="0" bIns="0"/>
          <a:lstStyle>
            <a:lvl1pPr marL="180000" indent="-180000">
              <a:lnSpc>
                <a:spcPct val="100000"/>
              </a:lnSpc>
              <a:spcBef>
                <a:spcPts val="0"/>
              </a:spcBef>
              <a:spcAft>
                <a:spcPts val="600"/>
              </a:spcAft>
              <a:buSzPct val="70000"/>
              <a:defRPr sz="1200">
                <a:solidFill>
                  <a:schemeClr val="bg1"/>
                </a:solidFill>
              </a:defRPr>
            </a:lvl1pPr>
            <a:lvl2pPr marL="360000" indent="-180000">
              <a:lnSpc>
                <a:spcPct val="100000"/>
              </a:lnSpc>
              <a:spcBef>
                <a:spcPts val="0"/>
              </a:spcBef>
              <a:spcAft>
                <a:spcPts val="600"/>
              </a:spcAft>
              <a:buSzPct val="70000"/>
              <a:defRPr sz="1200">
                <a:solidFill>
                  <a:schemeClr val="bg1"/>
                </a:solidFill>
              </a:defRPr>
            </a:lvl2pPr>
            <a:lvl3pPr marL="540000" indent="-180000">
              <a:lnSpc>
                <a:spcPct val="100000"/>
              </a:lnSpc>
              <a:spcBef>
                <a:spcPts val="0"/>
              </a:spcBef>
              <a:spcAft>
                <a:spcPts val="600"/>
              </a:spcAft>
              <a:buSzPct val="70000"/>
              <a:defRPr sz="1200">
                <a:solidFill>
                  <a:schemeClr val="bg1"/>
                </a:solidFill>
              </a:defRPr>
            </a:lvl3pPr>
            <a:lvl4pPr marL="720000" indent="-180000">
              <a:lnSpc>
                <a:spcPct val="100000"/>
              </a:lnSpc>
              <a:spcBef>
                <a:spcPts val="0"/>
              </a:spcBef>
              <a:spcAft>
                <a:spcPts val="600"/>
              </a:spcAft>
              <a:buSzPct val="70000"/>
              <a:defRPr sz="1200">
                <a:solidFill>
                  <a:schemeClr val="bg1"/>
                </a:solidFill>
              </a:defRPr>
            </a:lvl4pPr>
            <a:lvl5pPr marL="900000" indent="-180000">
              <a:lnSpc>
                <a:spcPct val="100000"/>
              </a:lnSpc>
              <a:spcBef>
                <a:spcPts val="0"/>
              </a:spcBef>
              <a:spcAft>
                <a:spcPts val="600"/>
              </a:spcAft>
              <a:buSzPct val="70000"/>
              <a:defRPr sz="1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Box 10">
            <a:extLst>
              <a:ext uri="{FF2B5EF4-FFF2-40B4-BE49-F238E27FC236}">
                <a16:creationId xmlns:a16="http://schemas.microsoft.com/office/drawing/2014/main" id="{BC98A014-7BCB-58F3-B1D1-D4FD8EC7EB8A}"/>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2" name="Slide Number Placeholder 5">
            <a:extLst>
              <a:ext uri="{FF2B5EF4-FFF2-40B4-BE49-F238E27FC236}">
                <a16:creationId xmlns:a16="http://schemas.microsoft.com/office/drawing/2014/main" id="{300F343F-6D93-CB75-9580-B22F74F2267C}"/>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cxnSp>
        <p:nvCxnSpPr>
          <p:cNvPr id="13" name="Straight Connector 12">
            <a:extLst>
              <a:ext uri="{FF2B5EF4-FFF2-40B4-BE49-F238E27FC236}">
                <a16:creationId xmlns:a16="http://schemas.microsoft.com/office/drawing/2014/main" id="{9C790EE6-1AD1-02A2-97B8-A6005C99629F}"/>
              </a:ext>
            </a:extLst>
          </p:cNvPr>
          <p:cNvCxnSpPr>
            <a:cxnSpLocks/>
          </p:cNvCxnSpPr>
          <p:nvPr userDrawn="1"/>
        </p:nvCxnSpPr>
        <p:spPr>
          <a:xfrm>
            <a:off x="1400627" y="4830552"/>
            <a:ext cx="0" cy="144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Footer Placeholder 2">
            <a:extLst>
              <a:ext uri="{FF2B5EF4-FFF2-40B4-BE49-F238E27FC236}">
                <a16:creationId xmlns:a16="http://schemas.microsoft.com/office/drawing/2014/main" id="{7AA931E6-4B7F-669F-C445-1B4D50411BE8}"/>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Apply appropriate data classification. Apply document ID (if applicable).</a:t>
            </a:r>
            <a:endParaRPr lang="en-US" dirty="0"/>
          </a:p>
        </p:txBody>
      </p:sp>
      <p:pic>
        <p:nvPicPr>
          <p:cNvPr id="5" name="Picture 4">
            <a:extLst>
              <a:ext uri="{FF2B5EF4-FFF2-40B4-BE49-F238E27FC236}">
                <a16:creationId xmlns:a16="http://schemas.microsoft.com/office/drawing/2014/main" id="{268E1258-3B1E-0D01-45D5-7D8AAA956B76}"/>
              </a:ext>
            </a:extLst>
          </p:cNvPr>
          <p:cNvPicPr>
            <a:picLocks noChangeAspect="1"/>
          </p:cNvPicPr>
          <p:nvPr userDrawn="1"/>
        </p:nvPicPr>
        <p:blipFill>
          <a:blip r:embed="rId2"/>
          <a:stretch>
            <a:fillRect/>
          </a:stretch>
        </p:blipFill>
        <p:spPr>
          <a:xfrm>
            <a:off x="6788050" y="4683564"/>
            <a:ext cx="2167796" cy="349981"/>
          </a:xfrm>
          <a:prstGeom prst="rect">
            <a:avLst/>
          </a:prstGeom>
        </p:spPr>
      </p:pic>
    </p:spTree>
    <p:extLst>
      <p:ext uri="{BB962C8B-B14F-4D97-AF65-F5344CB8AC3E}">
        <p14:creationId xmlns:p14="http://schemas.microsoft.com/office/powerpoint/2010/main" val="319500934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_1.7 Half Blue-black">
    <p:bg>
      <p:bgPr>
        <a:solidFill>
          <a:schemeClr val="tx2"/>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51B0A98-E900-A313-EA54-FE650CDD9251}"/>
              </a:ext>
            </a:extLst>
          </p:cNvPr>
          <p:cNvSpPr/>
          <p:nvPr userDrawn="1"/>
        </p:nvSpPr>
        <p:spPr>
          <a:xfrm>
            <a:off x="4572000" y="0"/>
            <a:ext cx="4571999" cy="51435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algn="l">
              <a:spcAft>
                <a:spcPts val="300"/>
              </a:spcAft>
              <a:buSzPct val="100000"/>
            </a:pPr>
            <a:endParaRPr lang="en-US" sz="1200" dirty="0">
              <a:solidFill>
                <a:schemeClr val="bg1"/>
              </a:solidFill>
            </a:endParaRPr>
          </a:p>
        </p:txBody>
      </p:sp>
      <p:sp>
        <p:nvSpPr>
          <p:cNvPr id="2" name="Footer Placeholder 2">
            <a:extLst>
              <a:ext uri="{FF2B5EF4-FFF2-40B4-BE49-F238E27FC236}">
                <a16:creationId xmlns:a16="http://schemas.microsoft.com/office/drawing/2014/main" id="{D1E6C875-6A56-ECD4-AA48-0284B4A6530D}"/>
              </a:ext>
            </a:extLst>
          </p:cNvPr>
          <p:cNvSpPr>
            <a:spLocks noGrp="1"/>
          </p:cNvSpPr>
          <p:nvPr>
            <p:ph type="ftr" sz="quarter" idx="3"/>
          </p:nvPr>
        </p:nvSpPr>
        <p:spPr>
          <a:xfrm>
            <a:off x="1504610" y="4873695"/>
            <a:ext cx="2880000" cy="108000"/>
          </a:xfrm>
          <a:prstGeom prst="rect">
            <a:avLst/>
          </a:prstGeom>
        </p:spPr>
        <p:txBody>
          <a:bodyPr vert="horz" wrap="none" lIns="0" tIns="0" rIns="0" bIns="0" rtlCol="0" anchor="b" anchorCtr="0"/>
          <a:lstStyle>
            <a:lvl1pPr marL="0" algn="l" defTabSz="457200" rtl="0" eaLnBrk="1" latinLnBrk="0" hangingPunct="1">
              <a:defRPr lang="en-GB" sz="800"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Apply appropriate data classification. Apply document ID (if applicable).</a:t>
            </a:r>
            <a:endParaRPr lang="en-US" dirty="0"/>
          </a:p>
        </p:txBody>
      </p:sp>
      <p:sp>
        <p:nvSpPr>
          <p:cNvPr id="3" name="Text Placeholder 42">
            <a:extLst>
              <a:ext uri="{FF2B5EF4-FFF2-40B4-BE49-F238E27FC236}">
                <a16:creationId xmlns:a16="http://schemas.microsoft.com/office/drawing/2014/main" id="{D45B54C3-1D2D-9E4E-D404-A3087EA115CF}"/>
              </a:ext>
            </a:extLst>
          </p:cNvPr>
          <p:cNvSpPr>
            <a:spLocks noGrp="1"/>
          </p:cNvSpPr>
          <p:nvPr>
            <p:ph type="body" sz="quarter" idx="12" hasCustomPrompt="1"/>
          </p:nvPr>
        </p:nvSpPr>
        <p:spPr>
          <a:xfrm>
            <a:off x="417599" y="395946"/>
            <a:ext cx="3788901" cy="340654"/>
          </a:xfrm>
          <a:prstGeom prst="rect">
            <a:avLst/>
          </a:prstGeom>
        </p:spPr>
        <p:txBody>
          <a:bodyPr lIns="0" tIns="0" rIns="0" bIns="0"/>
          <a:lstStyle>
            <a:lvl1pPr marL="0" indent="0">
              <a:lnSpc>
                <a:spcPct val="100000"/>
              </a:lnSpc>
              <a:spcBef>
                <a:spcPts val="0"/>
              </a:spcBef>
              <a:buNone/>
              <a:defRPr sz="2400" baseline="0">
                <a:solidFill>
                  <a:schemeClr val="bg1"/>
                </a:solidFill>
                <a:latin typeface="Nokia Pure Headline Light" panose="020B0304020202020204" pitchFamily="34" charset="0"/>
              </a:defRPr>
            </a:lvl1pPr>
          </a:lstStyle>
          <a:p>
            <a:pPr lvl="0"/>
            <a:r>
              <a:rPr lang="en-US" noProof="0" dirty="0"/>
              <a:t>Click to edit headline</a:t>
            </a:r>
          </a:p>
        </p:txBody>
      </p:sp>
      <p:sp>
        <p:nvSpPr>
          <p:cNvPr id="9" name="Text Placeholder 42">
            <a:extLst>
              <a:ext uri="{FF2B5EF4-FFF2-40B4-BE49-F238E27FC236}">
                <a16:creationId xmlns:a16="http://schemas.microsoft.com/office/drawing/2014/main" id="{8941B831-C2DE-2572-4B83-66D9963A38BB}"/>
              </a:ext>
            </a:extLst>
          </p:cNvPr>
          <p:cNvSpPr>
            <a:spLocks noGrp="1"/>
          </p:cNvSpPr>
          <p:nvPr>
            <p:ph type="body" sz="quarter" idx="13" hasCustomPrompt="1"/>
          </p:nvPr>
        </p:nvSpPr>
        <p:spPr>
          <a:xfrm>
            <a:off x="417599" y="764520"/>
            <a:ext cx="3788901" cy="340654"/>
          </a:xfrm>
          <a:prstGeom prst="rect">
            <a:avLst/>
          </a:prstGeom>
        </p:spPr>
        <p:txBody>
          <a:bodyPr lIns="0" tIns="0" rIns="0" bIns="0"/>
          <a:lstStyle>
            <a:lvl1pPr marL="0" indent="0">
              <a:lnSpc>
                <a:spcPct val="100000"/>
              </a:lnSpc>
              <a:spcBef>
                <a:spcPts val="0"/>
              </a:spcBef>
              <a:buNone/>
              <a:defRPr sz="1800" baseline="0">
                <a:solidFill>
                  <a:schemeClr val="bg1"/>
                </a:solidFill>
                <a:latin typeface="Nokia Pure Headline Light" panose="020B0304020202020204" pitchFamily="34" charset="0"/>
              </a:defRPr>
            </a:lvl1pPr>
          </a:lstStyle>
          <a:p>
            <a:pPr lvl="0"/>
            <a:r>
              <a:rPr lang="en-US" noProof="0" dirty="0"/>
              <a:t>Click to edit headline</a:t>
            </a:r>
          </a:p>
        </p:txBody>
      </p:sp>
      <p:sp>
        <p:nvSpPr>
          <p:cNvPr id="10" name="Text Placeholder 12">
            <a:extLst>
              <a:ext uri="{FF2B5EF4-FFF2-40B4-BE49-F238E27FC236}">
                <a16:creationId xmlns:a16="http://schemas.microsoft.com/office/drawing/2014/main" id="{FB285814-4F22-732A-01D4-3A2D98D8E435}"/>
              </a:ext>
            </a:extLst>
          </p:cNvPr>
          <p:cNvSpPr>
            <a:spLocks noGrp="1"/>
          </p:cNvSpPr>
          <p:nvPr>
            <p:ph type="body" sz="quarter" idx="14"/>
          </p:nvPr>
        </p:nvSpPr>
        <p:spPr>
          <a:xfrm>
            <a:off x="417338" y="1260000"/>
            <a:ext cx="3788901" cy="3291840"/>
          </a:xfrm>
          <a:prstGeom prst="rect">
            <a:avLst/>
          </a:prstGeom>
        </p:spPr>
        <p:txBody>
          <a:bodyPr lIns="0" tIns="0" rIns="0" bIns="0"/>
          <a:lstStyle>
            <a:lvl1pPr marL="180000" indent="-180000">
              <a:lnSpc>
                <a:spcPct val="100000"/>
              </a:lnSpc>
              <a:spcBef>
                <a:spcPts val="0"/>
              </a:spcBef>
              <a:spcAft>
                <a:spcPts val="600"/>
              </a:spcAft>
              <a:buSzPct val="70000"/>
              <a:defRPr sz="1200">
                <a:solidFill>
                  <a:schemeClr val="bg1"/>
                </a:solidFill>
              </a:defRPr>
            </a:lvl1pPr>
            <a:lvl2pPr marL="360000" indent="-180000">
              <a:lnSpc>
                <a:spcPct val="100000"/>
              </a:lnSpc>
              <a:spcBef>
                <a:spcPts val="0"/>
              </a:spcBef>
              <a:spcAft>
                <a:spcPts val="600"/>
              </a:spcAft>
              <a:buSzPct val="70000"/>
              <a:defRPr sz="1200">
                <a:solidFill>
                  <a:schemeClr val="bg1"/>
                </a:solidFill>
              </a:defRPr>
            </a:lvl2pPr>
            <a:lvl3pPr marL="540000" indent="-180000">
              <a:lnSpc>
                <a:spcPct val="100000"/>
              </a:lnSpc>
              <a:spcBef>
                <a:spcPts val="0"/>
              </a:spcBef>
              <a:spcAft>
                <a:spcPts val="600"/>
              </a:spcAft>
              <a:buSzPct val="70000"/>
              <a:defRPr sz="1200">
                <a:solidFill>
                  <a:schemeClr val="bg1"/>
                </a:solidFill>
              </a:defRPr>
            </a:lvl3pPr>
            <a:lvl4pPr marL="720000" indent="-180000">
              <a:lnSpc>
                <a:spcPct val="100000"/>
              </a:lnSpc>
              <a:spcBef>
                <a:spcPts val="0"/>
              </a:spcBef>
              <a:spcAft>
                <a:spcPts val="600"/>
              </a:spcAft>
              <a:buSzPct val="70000"/>
              <a:defRPr sz="1200">
                <a:solidFill>
                  <a:schemeClr val="bg1"/>
                </a:solidFill>
              </a:defRPr>
            </a:lvl4pPr>
            <a:lvl5pPr marL="900000" indent="-180000">
              <a:lnSpc>
                <a:spcPct val="100000"/>
              </a:lnSpc>
              <a:spcBef>
                <a:spcPts val="0"/>
              </a:spcBef>
              <a:spcAft>
                <a:spcPts val="600"/>
              </a:spcAft>
              <a:buSzPct val="70000"/>
              <a:defRPr sz="1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Box 10">
            <a:extLst>
              <a:ext uri="{FF2B5EF4-FFF2-40B4-BE49-F238E27FC236}">
                <a16:creationId xmlns:a16="http://schemas.microsoft.com/office/drawing/2014/main" id="{9058EB71-1D91-BEB8-274C-75E76F9ED6FF}"/>
              </a:ext>
            </a:extLst>
          </p:cNvPr>
          <p:cNvSpPr txBox="1"/>
          <p:nvPr userDrawn="1"/>
        </p:nvSpPr>
        <p:spPr>
          <a:xfrm>
            <a:off x="680028" y="4858555"/>
            <a:ext cx="631583" cy="123111"/>
          </a:xfrm>
          <a:prstGeom prst="rect">
            <a:avLst/>
          </a:prstGeom>
          <a:noFill/>
        </p:spPr>
        <p:txBody>
          <a:bodyPr wrap="none" lIns="0" tIns="0" rIns="0" bIns="0" anchor="b" anchorCtr="0">
            <a:spAutoFit/>
          </a:bodyPr>
          <a:lstStyle/>
          <a:p>
            <a:r>
              <a:rPr lang="en-US" sz="800"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2" name="Slide Number Placeholder 5">
            <a:extLst>
              <a:ext uri="{FF2B5EF4-FFF2-40B4-BE49-F238E27FC236}">
                <a16:creationId xmlns:a16="http://schemas.microsoft.com/office/drawing/2014/main" id="{97C636AD-ADD5-F240-117B-08D310FF569D}"/>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cxnSp>
        <p:nvCxnSpPr>
          <p:cNvPr id="13" name="Straight Connector 12">
            <a:extLst>
              <a:ext uri="{FF2B5EF4-FFF2-40B4-BE49-F238E27FC236}">
                <a16:creationId xmlns:a16="http://schemas.microsoft.com/office/drawing/2014/main" id="{F7FC8707-B3DD-AA96-72B6-571C83A1828E}"/>
              </a:ext>
            </a:extLst>
          </p:cNvPr>
          <p:cNvCxnSpPr>
            <a:cxnSpLocks/>
          </p:cNvCxnSpPr>
          <p:nvPr userDrawn="1"/>
        </p:nvCxnSpPr>
        <p:spPr>
          <a:xfrm>
            <a:off x="1400627" y="4830552"/>
            <a:ext cx="0" cy="144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E71FF778-1FA1-33AA-31E9-D5D5DA356CAF}"/>
              </a:ext>
            </a:extLst>
          </p:cNvPr>
          <p:cNvPicPr>
            <a:picLocks noChangeAspect="1"/>
          </p:cNvPicPr>
          <p:nvPr userDrawn="1"/>
        </p:nvPicPr>
        <p:blipFill>
          <a:blip r:embed="rId2"/>
          <a:stretch>
            <a:fillRect/>
          </a:stretch>
        </p:blipFill>
        <p:spPr>
          <a:xfrm>
            <a:off x="6788050" y="4683564"/>
            <a:ext cx="2167796" cy="349981"/>
          </a:xfrm>
          <a:prstGeom prst="rect">
            <a:avLst/>
          </a:prstGeom>
        </p:spPr>
      </p:pic>
    </p:spTree>
    <p:extLst>
      <p:ext uri="{BB962C8B-B14F-4D97-AF65-F5344CB8AC3E}">
        <p14:creationId xmlns:p14="http://schemas.microsoft.com/office/powerpoint/2010/main" val="21117676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3_1.6 Half image">
    <p:bg>
      <p:bgPr>
        <a:solidFill>
          <a:schemeClr val="tx2"/>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3B55B4CC-0221-F230-3980-88D8952F693A}"/>
              </a:ext>
            </a:extLst>
          </p:cNvPr>
          <p:cNvSpPr>
            <a:spLocks noGrp="1"/>
          </p:cNvSpPr>
          <p:nvPr>
            <p:ph type="pic" sz="quarter" idx="15" hasCustomPrompt="1"/>
          </p:nvPr>
        </p:nvSpPr>
        <p:spPr>
          <a:xfrm>
            <a:off x="3096000" y="0"/>
            <a:ext cx="6048000" cy="5143500"/>
          </a:xfrm>
          <a:prstGeom prst="rect">
            <a:avLst/>
          </a:prstGeom>
          <a:solidFill>
            <a:schemeClr val="tx1"/>
          </a:solidFill>
        </p:spPr>
        <p:txBody>
          <a:bodyPr/>
          <a:lstStyle>
            <a:lvl1pPr marL="0" indent="0">
              <a:buNone/>
              <a:defRPr sz="1000">
                <a:solidFill>
                  <a:schemeClr val="bg1"/>
                </a:solidFill>
              </a:defRPr>
            </a:lvl1pPr>
          </a:lstStyle>
          <a:p>
            <a:r>
              <a:rPr lang="en-US" dirty="0"/>
              <a:t>Click to add picture</a:t>
            </a:r>
          </a:p>
        </p:txBody>
      </p:sp>
      <p:sp>
        <p:nvSpPr>
          <p:cNvPr id="5" name="Text Placeholder 42">
            <a:extLst>
              <a:ext uri="{FF2B5EF4-FFF2-40B4-BE49-F238E27FC236}">
                <a16:creationId xmlns:a16="http://schemas.microsoft.com/office/drawing/2014/main" id="{E5C0F96B-575B-3032-1D03-A5D0D7313FCB}"/>
              </a:ext>
            </a:extLst>
          </p:cNvPr>
          <p:cNvSpPr>
            <a:spLocks noGrp="1"/>
          </p:cNvSpPr>
          <p:nvPr>
            <p:ph type="body" sz="quarter" idx="12"/>
          </p:nvPr>
        </p:nvSpPr>
        <p:spPr>
          <a:xfrm>
            <a:off x="417600" y="395946"/>
            <a:ext cx="2402061" cy="340654"/>
          </a:xfrm>
          <a:prstGeom prst="rect">
            <a:avLst/>
          </a:prstGeom>
        </p:spPr>
        <p:txBody>
          <a:bodyPr lIns="0" tIns="0" rIns="0" bIns="0"/>
          <a:lstStyle>
            <a:lvl1pPr marL="0" indent="0">
              <a:lnSpc>
                <a:spcPct val="100000"/>
              </a:lnSpc>
              <a:spcBef>
                <a:spcPts val="0"/>
              </a:spcBef>
              <a:buNone/>
              <a:defRPr sz="2400" baseline="0">
                <a:solidFill>
                  <a:schemeClr val="bg1"/>
                </a:solidFill>
                <a:latin typeface="Nokia Pure Headline Light" panose="020B0304020202020204" pitchFamily="34" charset="0"/>
              </a:defRPr>
            </a:lvl1pPr>
          </a:lstStyle>
          <a:p>
            <a:pPr lvl="0"/>
            <a:r>
              <a:rPr lang="en-US" noProof="0"/>
              <a:t>Click to edit Master text styles</a:t>
            </a:r>
          </a:p>
        </p:txBody>
      </p:sp>
      <p:sp>
        <p:nvSpPr>
          <p:cNvPr id="7" name="Text Placeholder 42">
            <a:extLst>
              <a:ext uri="{FF2B5EF4-FFF2-40B4-BE49-F238E27FC236}">
                <a16:creationId xmlns:a16="http://schemas.microsoft.com/office/drawing/2014/main" id="{171D37E4-D2E3-6D25-9C68-18D40EF22BCE}"/>
              </a:ext>
            </a:extLst>
          </p:cNvPr>
          <p:cNvSpPr>
            <a:spLocks noGrp="1"/>
          </p:cNvSpPr>
          <p:nvPr>
            <p:ph type="body" sz="quarter" idx="13" hasCustomPrompt="1"/>
          </p:nvPr>
        </p:nvSpPr>
        <p:spPr>
          <a:xfrm>
            <a:off x="417600" y="764520"/>
            <a:ext cx="2402061" cy="340654"/>
          </a:xfrm>
          <a:prstGeom prst="rect">
            <a:avLst/>
          </a:prstGeom>
        </p:spPr>
        <p:txBody>
          <a:bodyPr lIns="0" tIns="0" rIns="0" bIns="0"/>
          <a:lstStyle>
            <a:lvl1pPr marL="0" indent="0">
              <a:lnSpc>
                <a:spcPct val="100000"/>
              </a:lnSpc>
              <a:spcBef>
                <a:spcPts val="0"/>
              </a:spcBef>
              <a:buNone/>
              <a:defRPr sz="1800" baseline="0">
                <a:solidFill>
                  <a:schemeClr val="bg1"/>
                </a:solidFill>
                <a:latin typeface="Nokia Pure Headline Light" panose="020B0304020202020204" pitchFamily="34" charset="0"/>
              </a:defRPr>
            </a:lvl1pPr>
          </a:lstStyle>
          <a:p>
            <a:pPr lvl="0"/>
            <a:r>
              <a:rPr lang="en-US" noProof="0" dirty="0"/>
              <a:t>Click to edit headline</a:t>
            </a:r>
          </a:p>
        </p:txBody>
      </p:sp>
      <p:sp>
        <p:nvSpPr>
          <p:cNvPr id="10" name="Text Placeholder 12">
            <a:extLst>
              <a:ext uri="{FF2B5EF4-FFF2-40B4-BE49-F238E27FC236}">
                <a16:creationId xmlns:a16="http://schemas.microsoft.com/office/drawing/2014/main" id="{235DB99C-EDCB-D6C3-2083-649EBE85053E}"/>
              </a:ext>
            </a:extLst>
          </p:cNvPr>
          <p:cNvSpPr>
            <a:spLocks noGrp="1"/>
          </p:cNvSpPr>
          <p:nvPr>
            <p:ph type="body" sz="quarter" idx="14"/>
          </p:nvPr>
        </p:nvSpPr>
        <p:spPr>
          <a:xfrm>
            <a:off x="417339" y="1260000"/>
            <a:ext cx="2402061" cy="3291840"/>
          </a:xfrm>
          <a:prstGeom prst="rect">
            <a:avLst/>
          </a:prstGeom>
        </p:spPr>
        <p:txBody>
          <a:bodyPr lIns="0" tIns="0" rIns="0" bIns="0"/>
          <a:lstStyle>
            <a:lvl1pPr marL="180000" indent="-180000">
              <a:lnSpc>
                <a:spcPct val="100000"/>
              </a:lnSpc>
              <a:spcBef>
                <a:spcPts val="0"/>
              </a:spcBef>
              <a:spcAft>
                <a:spcPts val="600"/>
              </a:spcAft>
              <a:buSzPct val="70000"/>
              <a:defRPr sz="1200">
                <a:solidFill>
                  <a:schemeClr val="bg1"/>
                </a:solidFill>
              </a:defRPr>
            </a:lvl1pPr>
            <a:lvl2pPr marL="360000" indent="-180000">
              <a:lnSpc>
                <a:spcPct val="100000"/>
              </a:lnSpc>
              <a:spcBef>
                <a:spcPts val="0"/>
              </a:spcBef>
              <a:spcAft>
                <a:spcPts val="600"/>
              </a:spcAft>
              <a:buSzPct val="70000"/>
              <a:defRPr sz="1200">
                <a:solidFill>
                  <a:schemeClr val="bg1"/>
                </a:solidFill>
              </a:defRPr>
            </a:lvl2pPr>
            <a:lvl3pPr marL="540000" indent="-180000">
              <a:lnSpc>
                <a:spcPct val="100000"/>
              </a:lnSpc>
              <a:spcBef>
                <a:spcPts val="0"/>
              </a:spcBef>
              <a:spcAft>
                <a:spcPts val="600"/>
              </a:spcAft>
              <a:buSzPct val="70000"/>
              <a:defRPr sz="1200">
                <a:solidFill>
                  <a:schemeClr val="bg1"/>
                </a:solidFill>
              </a:defRPr>
            </a:lvl3pPr>
            <a:lvl4pPr marL="720000" indent="-180000">
              <a:lnSpc>
                <a:spcPct val="100000"/>
              </a:lnSpc>
              <a:spcBef>
                <a:spcPts val="0"/>
              </a:spcBef>
              <a:spcAft>
                <a:spcPts val="600"/>
              </a:spcAft>
              <a:buSzPct val="70000"/>
              <a:defRPr sz="1200">
                <a:solidFill>
                  <a:schemeClr val="bg1"/>
                </a:solidFill>
              </a:defRPr>
            </a:lvl4pPr>
            <a:lvl5pPr marL="900000" indent="-180000">
              <a:lnSpc>
                <a:spcPct val="100000"/>
              </a:lnSpc>
              <a:spcBef>
                <a:spcPts val="0"/>
              </a:spcBef>
              <a:spcAft>
                <a:spcPts val="600"/>
              </a:spcAft>
              <a:buSzPct val="70000"/>
              <a:defRPr sz="1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Box 3">
            <a:extLst>
              <a:ext uri="{FF2B5EF4-FFF2-40B4-BE49-F238E27FC236}">
                <a16:creationId xmlns:a16="http://schemas.microsoft.com/office/drawing/2014/main" id="{81B8F5FD-3C1E-ED2B-FEED-204E697F924A}"/>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6" name="Slide Number Placeholder 5">
            <a:extLst>
              <a:ext uri="{FF2B5EF4-FFF2-40B4-BE49-F238E27FC236}">
                <a16:creationId xmlns:a16="http://schemas.microsoft.com/office/drawing/2014/main" id="{DDFE05CD-640E-D8C4-CB9E-EDE52D29E486}"/>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cxnSp>
        <p:nvCxnSpPr>
          <p:cNvPr id="8" name="Straight Connector 7">
            <a:extLst>
              <a:ext uri="{FF2B5EF4-FFF2-40B4-BE49-F238E27FC236}">
                <a16:creationId xmlns:a16="http://schemas.microsoft.com/office/drawing/2014/main" id="{AD759BC8-C107-9B15-676E-AEADF18E71A9}"/>
              </a:ext>
            </a:extLst>
          </p:cNvPr>
          <p:cNvCxnSpPr>
            <a:cxnSpLocks/>
          </p:cNvCxnSpPr>
          <p:nvPr userDrawn="1"/>
        </p:nvCxnSpPr>
        <p:spPr>
          <a:xfrm>
            <a:off x="1400627" y="4830552"/>
            <a:ext cx="0" cy="144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Footer Placeholder 2">
            <a:extLst>
              <a:ext uri="{FF2B5EF4-FFF2-40B4-BE49-F238E27FC236}">
                <a16:creationId xmlns:a16="http://schemas.microsoft.com/office/drawing/2014/main" id="{F53CB0FD-5D02-760B-C180-7C3CC3C5DD9B}"/>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Apply appropriate data classification. Apply document ID (if applicable).</a:t>
            </a:r>
            <a:endParaRPr lang="en-US" dirty="0"/>
          </a:p>
        </p:txBody>
      </p:sp>
      <p:pic>
        <p:nvPicPr>
          <p:cNvPr id="9" name="Picture 8">
            <a:extLst>
              <a:ext uri="{FF2B5EF4-FFF2-40B4-BE49-F238E27FC236}">
                <a16:creationId xmlns:a16="http://schemas.microsoft.com/office/drawing/2014/main" id="{BF4D7777-963C-C1BC-7533-1F736BB5074E}"/>
              </a:ext>
            </a:extLst>
          </p:cNvPr>
          <p:cNvPicPr>
            <a:picLocks noChangeAspect="1"/>
          </p:cNvPicPr>
          <p:nvPr userDrawn="1"/>
        </p:nvPicPr>
        <p:blipFill>
          <a:blip r:embed="rId2"/>
          <a:stretch>
            <a:fillRect/>
          </a:stretch>
        </p:blipFill>
        <p:spPr>
          <a:xfrm>
            <a:off x="6788050" y="4683564"/>
            <a:ext cx="2167796" cy="349981"/>
          </a:xfrm>
          <a:prstGeom prst="rect">
            <a:avLst/>
          </a:prstGeom>
        </p:spPr>
      </p:pic>
    </p:spTree>
    <p:extLst>
      <p:ext uri="{BB962C8B-B14F-4D97-AF65-F5344CB8AC3E}">
        <p14:creationId xmlns:p14="http://schemas.microsoft.com/office/powerpoint/2010/main" val="75868986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3_1.7 Half Blue-black">
    <p:bg>
      <p:bgPr>
        <a:solidFill>
          <a:schemeClr val="tx2"/>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51B0A98-E900-A313-EA54-FE650CDD9251}"/>
              </a:ext>
            </a:extLst>
          </p:cNvPr>
          <p:cNvSpPr/>
          <p:nvPr userDrawn="1"/>
        </p:nvSpPr>
        <p:spPr>
          <a:xfrm>
            <a:off x="3096000" y="0"/>
            <a:ext cx="6048000" cy="51435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algn="l">
              <a:spcAft>
                <a:spcPts val="300"/>
              </a:spcAft>
              <a:buSzPct val="100000"/>
            </a:pPr>
            <a:endParaRPr lang="en-US" sz="1200" dirty="0">
              <a:solidFill>
                <a:schemeClr val="bg1"/>
              </a:solidFill>
            </a:endParaRPr>
          </a:p>
        </p:txBody>
      </p:sp>
      <p:sp>
        <p:nvSpPr>
          <p:cNvPr id="3" name="Text Placeholder 42">
            <a:extLst>
              <a:ext uri="{FF2B5EF4-FFF2-40B4-BE49-F238E27FC236}">
                <a16:creationId xmlns:a16="http://schemas.microsoft.com/office/drawing/2014/main" id="{D45B54C3-1D2D-9E4E-D404-A3087EA115CF}"/>
              </a:ext>
            </a:extLst>
          </p:cNvPr>
          <p:cNvSpPr>
            <a:spLocks noGrp="1"/>
          </p:cNvSpPr>
          <p:nvPr>
            <p:ph type="body" sz="quarter" idx="12"/>
          </p:nvPr>
        </p:nvSpPr>
        <p:spPr>
          <a:xfrm>
            <a:off x="417600" y="395946"/>
            <a:ext cx="2402061" cy="340654"/>
          </a:xfrm>
          <a:prstGeom prst="rect">
            <a:avLst/>
          </a:prstGeom>
        </p:spPr>
        <p:txBody>
          <a:bodyPr lIns="0" tIns="0" rIns="0" bIns="0"/>
          <a:lstStyle>
            <a:lvl1pPr marL="0" indent="0">
              <a:lnSpc>
                <a:spcPct val="100000"/>
              </a:lnSpc>
              <a:spcBef>
                <a:spcPts val="0"/>
              </a:spcBef>
              <a:buNone/>
              <a:defRPr sz="2400" baseline="0">
                <a:solidFill>
                  <a:schemeClr val="bg1"/>
                </a:solidFill>
                <a:latin typeface="Nokia Pure Headline Light" panose="020B0304020202020204" pitchFamily="34" charset="0"/>
              </a:defRPr>
            </a:lvl1pPr>
          </a:lstStyle>
          <a:p>
            <a:pPr lvl="0"/>
            <a:r>
              <a:rPr lang="en-US" noProof="0"/>
              <a:t>Click to edit Master text styles</a:t>
            </a:r>
          </a:p>
        </p:txBody>
      </p:sp>
      <p:sp>
        <p:nvSpPr>
          <p:cNvPr id="9" name="Text Placeholder 42">
            <a:extLst>
              <a:ext uri="{FF2B5EF4-FFF2-40B4-BE49-F238E27FC236}">
                <a16:creationId xmlns:a16="http://schemas.microsoft.com/office/drawing/2014/main" id="{8941B831-C2DE-2572-4B83-66D9963A38BB}"/>
              </a:ext>
            </a:extLst>
          </p:cNvPr>
          <p:cNvSpPr>
            <a:spLocks noGrp="1"/>
          </p:cNvSpPr>
          <p:nvPr>
            <p:ph type="body" sz="quarter" idx="13" hasCustomPrompt="1"/>
          </p:nvPr>
        </p:nvSpPr>
        <p:spPr>
          <a:xfrm>
            <a:off x="417600" y="764520"/>
            <a:ext cx="2402061" cy="340654"/>
          </a:xfrm>
          <a:prstGeom prst="rect">
            <a:avLst/>
          </a:prstGeom>
        </p:spPr>
        <p:txBody>
          <a:bodyPr lIns="0" tIns="0" rIns="0" bIns="0"/>
          <a:lstStyle>
            <a:lvl1pPr marL="0" indent="0">
              <a:lnSpc>
                <a:spcPct val="100000"/>
              </a:lnSpc>
              <a:spcBef>
                <a:spcPts val="0"/>
              </a:spcBef>
              <a:buNone/>
              <a:defRPr sz="1800" baseline="0">
                <a:solidFill>
                  <a:schemeClr val="bg1"/>
                </a:solidFill>
                <a:latin typeface="Nokia Pure Headline Light" panose="020B0304020202020204" pitchFamily="34" charset="0"/>
              </a:defRPr>
            </a:lvl1pPr>
          </a:lstStyle>
          <a:p>
            <a:pPr lvl="0"/>
            <a:r>
              <a:rPr lang="en-US" noProof="0" dirty="0"/>
              <a:t>Click to edit headline</a:t>
            </a:r>
          </a:p>
        </p:txBody>
      </p:sp>
      <p:sp>
        <p:nvSpPr>
          <p:cNvPr id="10" name="Text Placeholder 12">
            <a:extLst>
              <a:ext uri="{FF2B5EF4-FFF2-40B4-BE49-F238E27FC236}">
                <a16:creationId xmlns:a16="http://schemas.microsoft.com/office/drawing/2014/main" id="{FB285814-4F22-732A-01D4-3A2D98D8E435}"/>
              </a:ext>
            </a:extLst>
          </p:cNvPr>
          <p:cNvSpPr>
            <a:spLocks noGrp="1"/>
          </p:cNvSpPr>
          <p:nvPr>
            <p:ph type="body" sz="quarter" idx="14"/>
          </p:nvPr>
        </p:nvSpPr>
        <p:spPr>
          <a:xfrm>
            <a:off x="417339" y="1260000"/>
            <a:ext cx="2402061" cy="3291840"/>
          </a:xfrm>
          <a:prstGeom prst="rect">
            <a:avLst/>
          </a:prstGeom>
        </p:spPr>
        <p:txBody>
          <a:bodyPr lIns="0" tIns="0" rIns="0" bIns="0"/>
          <a:lstStyle>
            <a:lvl1pPr marL="180000" indent="-180000">
              <a:lnSpc>
                <a:spcPct val="100000"/>
              </a:lnSpc>
              <a:spcBef>
                <a:spcPts val="0"/>
              </a:spcBef>
              <a:spcAft>
                <a:spcPts val="600"/>
              </a:spcAft>
              <a:buSzPct val="70000"/>
              <a:defRPr sz="1200">
                <a:solidFill>
                  <a:schemeClr val="bg1"/>
                </a:solidFill>
              </a:defRPr>
            </a:lvl1pPr>
            <a:lvl2pPr marL="360000" indent="-180000">
              <a:lnSpc>
                <a:spcPct val="100000"/>
              </a:lnSpc>
              <a:spcBef>
                <a:spcPts val="0"/>
              </a:spcBef>
              <a:spcAft>
                <a:spcPts val="600"/>
              </a:spcAft>
              <a:buSzPct val="70000"/>
              <a:defRPr sz="1200">
                <a:solidFill>
                  <a:schemeClr val="bg1"/>
                </a:solidFill>
              </a:defRPr>
            </a:lvl2pPr>
            <a:lvl3pPr marL="540000" indent="-180000">
              <a:lnSpc>
                <a:spcPct val="100000"/>
              </a:lnSpc>
              <a:spcBef>
                <a:spcPts val="0"/>
              </a:spcBef>
              <a:spcAft>
                <a:spcPts val="600"/>
              </a:spcAft>
              <a:buSzPct val="70000"/>
              <a:defRPr sz="1200">
                <a:solidFill>
                  <a:schemeClr val="bg1"/>
                </a:solidFill>
              </a:defRPr>
            </a:lvl3pPr>
            <a:lvl4pPr marL="720000" indent="-180000">
              <a:lnSpc>
                <a:spcPct val="100000"/>
              </a:lnSpc>
              <a:spcBef>
                <a:spcPts val="0"/>
              </a:spcBef>
              <a:spcAft>
                <a:spcPts val="600"/>
              </a:spcAft>
              <a:buSzPct val="70000"/>
              <a:defRPr sz="1200">
                <a:solidFill>
                  <a:schemeClr val="bg1"/>
                </a:solidFill>
              </a:defRPr>
            </a:lvl4pPr>
            <a:lvl5pPr marL="900000" indent="-180000">
              <a:lnSpc>
                <a:spcPct val="100000"/>
              </a:lnSpc>
              <a:spcBef>
                <a:spcPts val="0"/>
              </a:spcBef>
              <a:spcAft>
                <a:spcPts val="600"/>
              </a:spcAft>
              <a:buSzPct val="70000"/>
              <a:defRPr sz="1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Box 10">
            <a:extLst>
              <a:ext uri="{FF2B5EF4-FFF2-40B4-BE49-F238E27FC236}">
                <a16:creationId xmlns:a16="http://schemas.microsoft.com/office/drawing/2014/main" id="{5884C8A4-6AD2-B11C-DB11-02D4D662D7E1}"/>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2" name="Slide Number Placeholder 5">
            <a:extLst>
              <a:ext uri="{FF2B5EF4-FFF2-40B4-BE49-F238E27FC236}">
                <a16:creationId xmlns:a16="http://schemas.microsoft.com/office/drawing/2014/main" id="{37487328-2697-279F-E20D-91C4C573F75F}"/>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cxnSp>
        <p:nvCxnSpPr>
          <p:cNvPr id="13" name="Straight Connector 12">
            <a:extLst>
              <a:ext uri="{FF2B5EF4-FFF2-40B4-BE49-F238E27FC236}">
                <a16:creationId xmlns:a16="http://schemas.microsoft.com/office/drawing/2014/main" id="{BFC15A2F-1CD7-4840-2A5F-B6E52DFFB1AB}"/>
              </a:ext>
            </a:extLst>
          </p:cNvPr>
          <p:cNvCxnSpPr>
            <a:cxnSpLocks/>
          </p:cNvCxnSpPr>
          <p:nvPr userDrawn="1"/>
        </p:nvCxnSpPr>
        <p:spPr>
          <a:xfrm>
            <a:off x="1400627" y="4830552"/>
            <a:ext cx="0" cy="144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Footer Placeholder 2">
            <a:extLst>
              <a:ext uri="{FF2B5EF4-FFF2-40B4-BE49-F238E27FC236}">
                <a16:creationId xmlns:a16="http://schemas.microsoft.com/office/drawing/2014/main" id="{4B3AB92F-F3C9-83A8-7063-25752C64EEFA}"/>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Apply appropriate data classification. Apply document ID (if applicable).</a:t>
            </a:r>
            <a:endParaRPr lang="en-US" dirty="0"/>
          </a:p>
        </p:txBody>
      </p:sp>
      <p:pic>
        <p:nvPicPr>
          <p:cNvPr id="2" name="Picture 1">
            <a:extLst>
              <a:ext uri="{FF2B5EF4-FFF2-40B4-BE49-F238E27FC236}">
                <a16:creationId xmlns:a16="http://schemas.microsoft.com/office/drawing/2014/main" id="{55762359-14D9-1F02-A471-410CFB83D7F8}"/>
              </a:ext>
            </a:extLst>
          </p:cNvPr>
          <p:cNvPicPr>
            <a:picLocks noChangeAspect="1"/>
          </p:cNvPicPr>
          <p:nvPr userDrawn="1"/>
        </p:nvPicPr>
        <p:blipFill>
          <a:blip r:embed="rId2"/>
          <a:stretch>
            <a:fillRect/>
          </a:stretch>
        </p:blipFill>
        <p:spPr>
          <a:xfrm>
            <a:off x="6788050" y="4683564"/>
            <a:ext cx="2167796" cy="349981"/>
          </a:xfrm>
          <a:prstGeom prst="rect">
            <a:avLst/>
          </a:prstGeom>
        </p:spPr>
      </p:pic>
    </p:spTree>
    <p:extLst>
      <p:ext uri="{BB962C8B-B14F-4D97-AF65-F5344CB8AC3E}">
        <p14:creationId xmlns:p14="http://schemas.microsoft.com/office/powerpoint/2010/main" val="329454807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3 N Blue green">
    <p:spTree>
      <p:nvGrpSpPr>
        <p:cNvPr id="1" name=""/>
        <p:cNvGrpSpPr/>
        <p:nvPr/>
      </p:nvGrpSpPr>
      <p:grpSpPr>
        <a:xfrm>
          <a:off x="0" y="0"/>
          <a:ext cx="0" cy="0"/>
          <a:chOff x="0" y="0"/>
          <a:chExt cx="0" cy="0"/>
        </a:xfrm>
      </p:grpSpPr>
      <p:pic>
        <p:nvPicPr>
          <p:cNvPr id="8" name="Picture 7" descr="Background pattern&#10;&#10;Description automatically generated">
            <a:extLst>
              <a:ext uri="{FF2B5EF4-FFF2-40B4-BE49-F238E27FC236}">
                <a16:creationId xmlns:a16="http://schemas.microsoft.com/office/drawing/2014/main" id="{A97BECFD-8EA7-0689-338E-FF79734814C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pic>
        <p:nvPicPr>
          <p:cNvPr id="6" name="Graphic 5">
            <a:extLst>
              <a:ext uri="{FF2B5EF4-FFF2-40B4-BE49-F238E27FC236}">
                <a16:creationId xmlns:a16="http://schemas.microsoft.com/office/drawing/2014/main" id="{B8976C7B-2688-70F3-77A4-4D1113FB54EC}"/>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0" y="0"/>
            <a:ext cx="5144400" cy="5144400"/>
          </a:xfrm>
          <a:prstGeom prst="rect">
            <a:avLst/>
          </a:prstGeom>
        </p:spPr>
      </p:pic>
      <p:sp>
        <p:nvSpPr>
          <p:cNvPr id="2" name="Title 4">
            <a:extLst>
              <a:ext uri="{FF2B5EF4-FFF2-40B4-BE49-F238E27FC236}">
                <a16:creationId xmlns:a16="http://schemas.microsoft.com/office/drawing/2014/main" id="{FCA7DC03-F552-0867-352F-D9703C6058FC}"/>
              </a:ext>
            </a:extLst>
          </p:cNvPr>
          <p:cNvSpPr>
            <a:spLocks noGrp="1"/>
          </p:cNvSpPr>
          <p:nvPr>
            <p:ph type="title" hasCustomPrompt="1"/>
          </p:nvPr>
        </p:nvSpPr>
        <p:spPr>
          <a:xfrm>
            <a:off x="5292671" y="701061"/>
            <a:ext cx="3433727" cy="1244465"/>
          </a:xfrm>
          <a:prstGeom prst="rect">
            <a:avLst/>
          </a:prstGeom>
        </p:spPr>
        <p:txBody>
          <a:bodyPr lIns="0" tIns="0" rIns="0" bIns="0">
            <a:noAutofit/>
          </a:bodyPr>
          <a:lstStyle>
            <a:lvl1pPr marL="0" indent="0" algn="l" defTabSz="914400" rtl="0" eaLnBrk="1" latinLnBrk="0" hangingPunct="1">
              <a:lnSpc>
                <a:spcPct val="100000"/>
              </a:lnSpc>
              <a:spcBef>
                <a:spcPts val="0"/>
              </a:spcBef>
              <a:buFont typeface="Arial" panose="020B0604020202020204" pitchFamily="34" charset="0"/>
              <a:buNone/>
              <a:defRPr lang="en-GB" sz="3600" kern="1200" baseline="0" dirty="0" smtClean="0">
                <a:solidFill>
                  <a:schemeClr val="bg1"/>
                </a:solidFill>
                <a:latin typeface="+mj-lt"/>
                <a:ea typeface="+mn-ea"/>
                <a:cs typeface="+mn-cs"/>
              </a:defRPr>
            </a:lvl1pPr>
          </a:lstStyle>
          <a:p>
            <a:r>
              <a:rPr lang="en-GB" dirty="0"/>
              <a:t>Presentation</a:t>
            </a:r>
            <a:br>
              <a:rPr lang="en-GB" dirty="0"/>
            </a:br>
            <a:r>
              <a:rPr lang="en-GB" dirty="0"/>
              <a:t>Title (2 lines)</a:t>
            </a:r>
          </a:p>
        </p:txBody>
      </p:sp>
      <p:sp>
        <p:nvSpPr>
          <p:cNvPr id="4" name="Text Placeholder 3">
            <a:extLst>
              <a:ext uri="{FF2B5EF4-FFF2-40B4-BE49-F238E27FC236}">
                <a16:creationId xmlns:a16="http://schemas.microsoft.com/office/drawing/2014/main" id="{095DCB03-B7A1-6B00-BC51-6A2712B64A79}"/>
              </a:ext>
            </a:extLst>
          </p:cNvPr>
          <p:cNvSpPr>
            <a:spLocks noGrp="1"/>
          </p:cNvSpPr>
          <p:nvPr>
            <p:ph type="body" sz="quarter" idx="12" hasCustomPrompt="1"/>
          </p:nvPr>
        </p:nvSpPr>
        <p:spPr>
          <a:xfrm>
            <a:off x="5292671" y="2126098"/>
            <a:ext cx="3433727" cy="590953"/>
          </a:xfrm>
          <a:prstGeom prst="rect">
            <a:avLst/>
          </a:prstGeo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800">
                <a:solidFill>
                  <a:schemeClr val="bg1"/>
                </a:solidFill>
                <a:latin typeface="+mn-lt"/>
                <a:ea typeface="Nokia Pure Text Light" panose="020B0403020202020204" pitchFamily="34" charset="0"/>
              </a:defRPr>
            </a:lvl1pPr>
            <a:lvl2pPr marL="230400" indent="0">
              <a:lnSpc>
                <a:spcPct val="100000"/>
              </a:lnSpc>
              <a:spcBef>
                <a:spcPts val="0"/>
              </a:spcBef>
              <a:spcAft>
                <a:spcPts val="600"/>
              </a:spcAft>
              <a:buNone/>
              <a:defRPr sz="1400">
                <a:solidFill>
                  <a:schemeClr val="bg1"/>
                </a:solidFill>
                <a:latin typeface="+mn-lt"/>
                <a:ea typeface="Nokia Pure Text Light" panose="020B0403020202020204" pitchFamily="34" charset="0"/>
              </a:defRPr>
            </a:lvl2pPr>
            <a:lvl3pPr marL="462600" indent="0">
              <a:lnSpc>
                <a:spcPct val="100000"/>
              </a:lnSpc>
              <a:spcBef>
                <a:spcPts val="0"/>
              </a:spcBef>
              <a:spcAft>
                <a:spcPts val="600"/>
              </a:spcAft>
              <a:buNone/>
              <a:defRPr sz="1200">
                <a:solidFill>
                  <a:schemeClr val="bg1"/>
                </a:solidFill>
                <a:latin typeface="+mn-lt"/>
                <a:ea typeface="Nokia Pure Text Light" panose="020B0403020202020204" pitchFamily="34" charset="0"/>
              </a:defRPr>
            </a:lvl3pPr>
            <a:lvl4pPr marL="693000" indent="0">
              <a:lnSpc>
                <a:spcPct val="100000"/>
              </a:lnSpc>
              <a:spcBef>
                <a:spcPts val="0"/>
              </a:spcBef>
              <a:spcAft>
                <a:spcPts val="600"/>
              </a:spcAft>
              <a:buNone/>
              <a:defRPr sz="1000">
                <a:solidFill>
                  <a:schemeClr val="bg1"/>
                </a:solidFill>
                <a:latin typeface="+mn-lt"/>
                <a:ea typeface="Nokia Pure Text Light" panose="020B0403020202020204" pitchFamily="34" charset="0"/>
              </a:defRPr>
            </a:lvl4pPr>
            <a:lvl5pPr marL="923400" indent="0">
              <a:lnSpc>
                <a:spcPct val="100000"/>
              </a:lnSpc>
              <a:spcBef>
                <a:spcPts val="0"/>
              </a:spcBef>
              <a:spcAft>
                <a:spcPts val="600"/>
              </a:spcAft>
              <a:buFont typeface="Arial" panose="020B0604020202020204" pitchFamily="34" charset="0"/>
              <a:buNone/>
              <a:defRPr sz="900">
                <a:solidFill>
                  <a:schemeClr val="bg1"/>
                </a:solidFill>
                <a:latin typeface="+mn-lt"/>
                <a:ea typeface="Nokia Pure Text Light" panose="020B0403020202020204" pitchFamily="34" charset="0"/>
              </a:defRPr>
            </a:lvl5pPr>
            <a:lvl6pPr marL="1153800" indent="0">
              <a:spcBef>
                <a:spcPts val="0"/>
              </a:spcBef>
              <a:spcAft>
                <a:spcPts val="600"/>
              </a:spcAft>
              <a:buFont typeface="Nokia Pure Text" panose="020B0503020202020204" pitchFamily="34" charset="0"/>
              <a:buNone/>
              <a:defRPr sz="800" baseline="0">
                <a:solidFill>
                  <a:schemeClr val="tx2"/>
                </a:solidFill>
                <a:latin typeface="Nokia Pure Text Light" panose="020B0403020202020204" pitchFamily="34" charset="0"/>
                <a:ea typeface="Nokia Pure Text Light" panose="020B0403020202020204" pitchFamily="34" charset="0"/>
              </a:defRPr>
            </a:lvl6pPr>
            <a:lvl7pPr marL="1384200" indent="0">
              <a:spcBef>
                <a:spcPts val="0"/>
              </a:spcBef>
              <a:spcAft>
                <a:spcPts val="600"/>
              </a:spcAft>
              <a:buNone/>
              <a:defRPr sz="700">
                <a:solidFill>
                  <a:schemeClr val="tx2"/>
                </a:solidFill>
                <a:latin typeface="Nokia Pure Text Light" panose="020B0403020202020204" pitchFamily="34" charset="0"/>
                <a:ea typeface="Nokia Pure Text Light" panose="020B0403020202020204" pitchFamily="34" charset="0"/>
              </a:defRPr>
            </a:lvl7pPr>
            <a:lvl8pPr marL="1614600" indent="0">
              <a:spcBef>
                <a:spcPts val="0"/>
              </a:spcBef>
              <a:spcAft>
                <a:spcPts val="600"/>
              </a:spcAft>
              <a:buNone/>
              <a:defRPr sz="600">
                <a:solidFill>
                  <a:schemeClr val="tx2"/>
                </a:solidFill>
                <a:latin typeface="Nokia Pure Text Light" panose="020B0403020202020204" pitchFamily="34" charset="0"/>
                <a:ea typeface="Nokia Pure Text Light" panose="020B0403020202020204" pitchFamily="34" charset="0"/>
              </a:defRPr>
            </a:lvl8pPr>
          </a:lstStyle>
          <a:p>
            <a:pPr lvl="0"/>
            <a:r>
              <a:rPr lang="en-US" dirty="0"/>
              <a:t>Subtitle/Author</a:t>
            </a:r>
          </a:p>
        </p:txBody>
      </p:sp>
      <p:sp>
        <p:nvSpPr>
          <p:cNvPr id="3" name="TextBox 2">
            <a:extLst>
              <a:ext uri="{FF2B5EF4-FFF2-40B4-BE49-F238E27FC236}">
                <a16:creationId xmlns:a16="http://schemas.microsoft.com/office/drawing/2014/main" id="{659763D9-588F-2473-91CB-B8C347B72189}"/>
              </a:ext>
            </a:extLst>
          </p:cNvPr>
          <p:cNvSpPr txBox="1"/>
          <p:nvPr userDrawn="1"/>
        </p:nvSpPr>
        <p:spPr>
          <a:xfrm>
            <a:off x="5553597" y="4858555"/>
            <a:ext cx="631583" cy="123111"/>
          </a:xfrm>
          <a:prstGeom prst="rect">
            <a:avLst/>
          </a:prstGeom>
          <a:noFill/>
        </p:spPr>
        <p:txBody>
          <a:bodyPr wrap="none" lIns="0" tIns="0" rIns="0" bIns="0" anchor="b" anchorCtr="0">
            <a:noAutofit/>
          </a:bodyPr>
          <a:lstStyle/>
          <a:p>
            <a:r>
              <a:rPr lang="en-US" sz="800"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6" name="Slide Number Placeholder 5">
            <a:extLst>
              <a:ext uri="{FF2B5EF4-FFF2-40B4-BE49-F238E27FC236}">
                <a16:creationId xmlns:a16="http://schemas.microsoft.com/office/drawing/2014/main" id="{23FCDC52-0E62-A2F4-0387-BFC107C7F663}"/>
              </a:ext>
            </a:extLst>
          </p:cNvPr>
          <p:cNvSpPr txBox="1">
            <a:spLocks/>
          </p:cNvSpPr>
          <p:nvPr userDrawn="1"/>
        </p:nvSpPr>
        <p:spPr>
          <a:xfrm>
            <a:off x="5292671"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cxnSp>
        <p:nvCxnSpPr>
          <p:cNvPr id="17" name="Straight Connector 16">
            <a:extLst>
              <a:ext uri="{FF2B5EF4-FFF2-40B4-BE49-F238E27FC236}">
                <a16:creationId xmlns:a16="http://schemas.microsoft.com/office/drawing/2014/main" id="{E9BC003D-0EF9-EF09-FA3B-B06705810FC8}"/>
              </a:ext>
            </a:extLst>
          </p:cNvPr>
          <p:cNvCxnSpPr>
            <a:cxnSpLocks/>
          </p:cNvCxnSpPr>
          <p:nvPr userDrawn="1"/>
        </p:nvCxnSpPr>
        <p:spPr>
          <a:xfrm>
            <a:off x="6274196" y="4830552"/>
            <a:ext cx="0" cy="144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8" name="Footer Placeholder 2">
            <a:extLst>
              <a:ext uri="{FF2B5EF4-FFF2-40B4-BE49-F238E27FC236}">
                <a16:creationId xmlns:a16="http://schemas.microsoft.com/office/drawing/2014/main" id="{753EC447-D430-EA30-E1F1-75D216432106}"/>
              </a:ext>
            </a:extLst>
          </p:cNvPr>
          <p:cNvSpPr>
            <a:spLocks noGrp="1"/>
          </p:cNvSpPr>
          <p:nvPr>
            <p:ph type="ftr" sz="quarter" idx="3"/>
          </p:nvPr>
        </p:nvSpPr>
        <p:spPr>
          <a:xfrm>
            <a:off x="6378179" y="4858555"/>
            <a:ext cx="2592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Apply appropriate data classification. Apply document ID (if applicable).</a:t>
            </a:r>
            <a:endParaRPr lang="en-US" dirty="0"/>
          </a:p>
        </p:txBody>
      </p:sp>
      <p:pic>
        <p:nvPicPr>
          <p:cNvPr id="5" name="Picture 4">
            <a:extLst>
              <a:ext uri="{FF2B5EF4-FFF2-40B4-BE49-F238E27FC236}">
                <a16:creationId xmlns:a16="http://schemas.microsoft.com/office/drawing/2014/main" id="{6EB98096-D79C-C63C-78AC-6E37852E1CF6}"/>
              </a:ext>
            </a:extLst>
          </p:cNvPr>
          <p:cNvPicPr>
            <a:picLocks noChangeAspect="1"/>
          </p:cNvPicPr>
          <p:nvPr userDrawn="1"/>
        </p:nvPicPr>
        <p:blipFill>
          <a:blip r:embed="rId5"/>
          <a:stretch>
            <a:fillRect/>
          </a:stretch>
        </p:blipFill>
        <p:spPr>
          <a:xfrm>
            <a:off x="1249953" y="4618979"/>
            <a:ext cx="2167796" cy="349981"/>
          </a:xfrm>
          <a:prstGeom prst="rect">
            <a:avLst/>
          </a:prstGeom>
        </p:spPr>
      </p:pic>
    </p:spTree>
    <p:extLst>
      <p:ext uri="{BB962C8B-B14F-4D97-AF65-F5344CB8AC3E}">
        <p14:creationId xmlns:p14="http://schemas.microsoft.com/office/powerpoint/2010/main" val="255096335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3 N Purple blue">
    <p:spTree>
      <p:nvGrpSpPr>
        <p:cNvPr id="1" name=""/>
        <p:cNvGrpSpPr/>
        <p:nvPr/>
      </p:nvGrpSpPr>
      <p:grpSpPr>
        <a:xfrm>
          <a:off x="0" y="0"/>
          <a:ext cx="0" cy="0"/>
          <a:chOff x="0" y="0"/>
          <a:chExt cx="0" cy="0"/>
        </a:xfrm>
      </p:grpSpPr>
      <p:pic>
        <p:nvPicPr>
          <p:cNvPr id="10" name="Picture 9" descr="Background pattern&#10;&#10;Description automatically generated">
            <a:extLst>
              <a:ext uri="{FF2B5EF4-FFF2-40B4-BE49-F238E27FC236}">
                <a16:creationId xmlns:a16="http://schemas.microsoft.com/office/drawing/2014/main" id="{81E104F6-2E1E-CFDD-A69D-C115384F159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pic>
        <p:nvPicPr>
          <p:cNvPr id="5" name="Graphic 4">
            <a:extLst>
              <a:ext uri="{FF2B5EF4-FFF2-40B4-BE49-F238E27FC236}">
                <a16:creationId xmlns:a16="http://schemas.microsoft.com/office/drawing/2014/main" id="{0E27FD93-255E-C585-12C2-E99681C9BE50}"/>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0" y="-901"/>
            <a:ext cx="5144400" cy="5144400"/>
          </a:xfrm>
          <a:prstGeom prst="rect">
            <a:avLst/>
          </a:prstGeom>
        </p:spPr>
      </p:pic>
      <p:sp>
        <p:nvSpPr>
          <p:cNvPr id="11" name="Title 4">
            <a:extLst>
              <a:ext uri="{FF2B5EF4-FFF2-40B4-BE49-F238E27FC236}">
                <a16:creationId xmlns:a16="http://schemas.microsoft.com/office/drawing/2014/main" id="{59E922F0-08F0-9919-8C26-CE716C3AE5B2}"/>
              </a:ext>
            </a:extLst>
          </p:cNvPr>
          <p:cNvSpPr>
            <a:spLocks noGrp="1"/>
          </p:cNvSpPr>
          <p:nvPr>
            <p:ph type="title" hasCustomPrompt="1"/>
          </p:nvPr>
        </p:nvSpPr>
        <p:spPr>
          <a:xfrm>
            <a:off x="5292671" y="701061"/>
            <a:ext cx="3433727" cy="1244465"/>
          </a:xfrm>
          <a:prstGeom prst="rect">
            <a:avLst/>
          </a:prstGeom>
        </p:spPr>
        <p:txBody>
          <a:bodyPr lIns="0" tIns="0" rIns="0" bIns="0">
            <a:noAutofit/>
          </a:bodyPr>
          <a:lstStyle>
            <a:lvl1pPr marL="0" indent="0" algn="l" defTabSz="914400" rtl="0" eaLnBrk="1" latinLnBrk="0" hangingPunct="1">
              <a:lnSpc>
                <a:spcPct val="100000"/>
              </a:lnSpc>
              <a:spcBef>
                <a:spcPts val="0"/>
              </a:spcBef>
              <a:buFont typeface="Arial" panose="020B0604020202020204" pitchFamily="34" charset="0"/>
              <a:buNone/>
              <a:defRPr lang="en-GB" sz="3600" kern="1200" baseline="0" dirty="0" smtClean="0">
                <a:solidFill>
                  <a:schemeClr val="bg1"/>
                </a:solidFill>
                <a:latin typeface="+mj-lt"/>
                <a:ea typeface="+mn-ea"/>
                <a:cs typeface="+mn-cs"/>
              </a:defRPr>
            </a:lvl1pPr>
          </a:lstStyle>
          <a:p>
            <a:r>
              <a:rPr lang="en-GB" dirty="0"/>
              <a:t>Presentation</a:t>
            </a:r>
            <a:br>
              <a:rPr lang="en-GB" dirty="0"/>
            </a:br>
            <a:r>
              <a:rPr lang="en-GB" dirty="0"/>
              <a:t>Title (2 lines)</a:t>
            </a:r>
          </a:p>
        </p:txBody>
      </p:sp>
      <p:sp>
        <p:nvSpPr>
          <p:cNvPr id="12" name="Text Placeholder 3">
            <a:extLst>
              <a:ext uri="{FF2B5EF4-FFF2-40B4-BE49-F238E27FC236}">
                <a16:creationId xmlns:a16="http://schemas.microsoft.com/office/drawing/2014/main" id="{FDF29A45-EE41-3151-6F22-1274BFD4DDDB}"/>
              </a:ext>
            </a:extLst>
          </p:cNvPr>
          <p:cNvSpPr>
            <a:spLocks noGrp="1"/>
          </p:cNvSpPr>
          <p:nvPr>
            <p:ph type="body" sz="quarter" idx="12" hasCustomPrompt="1"/>
          </p:nvPr>
        </p:nvSpPr>
        <p:spPr>
          <a:xfrm>
            <a:off x="5292671" y="2126098"/>
            <a:ext cx="3433727" cy="590953"/>
          </a:xfrm>
          <a:prstGeom prst="rect">
            <a:avLst/>
          </a:prstGeo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800">
                <a:solidFill>
                  <a:schemeClr val="bg1"/>
                </a:solidFill>
                <a:latin typeface="+mn-lt"/>
                <a:ea typeface="Nokia Pure Text Light" panose="020B0403020202020204" pitchFamily="34" charset="0"/>
              </a:defRPr>
            </a:lvl1pPr>
            <a:lvl2pPr marL="230400" indent="0">
              <a:lnSpc>
                <a:spcPct val="100000"/>
              </a:lnSpc>
              <a:spcBef>
                <a:spcPts val="0"/>
              </a:spcBef>
              <a:spcAft>
                <a:spcPts val="600"/>
              </a:spcAft>
              <a:buNone/>
              <a:defRPr sz="1400">
                <a:solidFill>
                  <a:schemeClr val="bg1"/>
                </a:solidFill>
                <a:latin typeface="+mn-lt"/>
                <a:ea typeface="Nokia Pure Text Light" panose="020B0403020202020204" pitchFamily="34" charset="0"/>
              </a:defRPr>
            </a:lvl2pPr>
            <a:lvl3pPr marL="462600" indent="0">
              <a:lnSpc>
                <a:spcPct val="100000"/>
              </a:lnSpc>
              <a:spcBef>
                <a:spcPts val="0"/>
              </a:spcBef>
              <a:spcAft>
                <a:spcPts val="600"/>
              </a:spcAft>
              <a:buNone/>
              <a:defRPr sz="1200">
                <a:solidFill>
                  <a:schemeClr val="bg1"/>
                </a:solidFill>
                <a:latin typeface="+mn-lt"/>
                <a:ea typeface="Nokia Pure Text Light" panose="020B0403020202020204" pitchFamily="34" charset="0"/>
              </a:defRPr>
            </a:lvl3pPr>
            <a:lvl4pPr marL="693000" indent="0">
              <a:lnSpc>
                <a:spcPct val="100000"/>
              </a:lnSpc>
              <a:spcBef>
                <a:spcPts val="0"/>
              </a:spcBef>
              <a:spcAft>
                <a:spcPts val="600"/>
              </a:spcAft>
              <a:buNone/>
              <a:defRPr sz="1000">
                <a:solidFill>
                  <a:schemeClr val="bg1"/>
                </a:solidFill>
                <a:latin typeface="+mn-lt"/>
                <a:ea typeface="Nokia Pure Text Light" panose="020B0403020202020204" pitchFamily="34" charset="0"/>
              </a:defRPr>
            </a:lvl4pPr>
            <a:lvl5pPr marL="923400" indent="0">
              <a:lnSpc>
                <a:spcPct val="100000"/>
              </a:lnSpc>
              <a:spcBef>
                <a:spcPts val="0"/>
              </a:spcBef>
              <a:spcAft>
                <a:spcPts val="600"/>
              </a:spcAft>
              <a:buFont typeface="Arial" panose="020B0604020202020204" pitchFamily="34" charset="0"/>
              <a:buNone/>
              <a:defRPr sz="900">
                <a:solidFill>
                  <a:schemeClr val="bg1"/>
                </a:solidFill>
                <a:latin typeface="+mn-lt"/>
                <a:ea typeface="Nokia Pure Text Light" panose="020B0403020202020204" pitchFamily="34" charset="0"/>
              </a:defRPr>
            </a:lvl5pPr>
            <a:lvl6pPr marL="1153800" indent="0">
              <a:spcBef>
                <a:spcPts val="0"/>
              </a:spcBef>
              <a:spcAft>
                <a:spcPts val="600"/>
              </a:spcAft>
              <a:buFont typeface="Nokia Pure Text" panose="020B0503020202020204" pitchFamily="34" charset="0"/>
              <a:buNone/>
              <a:defRPr sz="800" baseline="0">
                <a:solidFill>
                  <a:schemeClr val="tx2"/>
                </a:solidFill>
                <a:latin typeface="Nokia Pure Text Light" panose="020B0403020202020204" pitchFamily="34" charset="0"/>
                <a:ea typeface="Nokia Pure Text Light" panose="020B0403020202020204" pitchFamily="34" charset="0"/>
              </a:defRPr>
            </a:lvl6pPr>
            <a:lvl7pPr marL="1384200" indent="0">
              <a:spcBef>
                <a:spcPts val="0"/>
              </a:spcBef>
              <a:spcAft>
                <a:spcPts val="600"/>
              </a:spcAft>
              <a:buNone/>
              <a:defRPr sz="700">
                <a:solidFill>
                  <a:schemeClr val="tx2"/>
                </a:solidFill>
                <a:latin typeface="Nokia Pure Text Light" panose="020B0403020202020204" pitchFamily="34" charset="0"/>
                <a:ea typeface="Nokia Pure Text Light" panose="020B0403020202020204" pitchFamily="34" charset="0"/>
              </a:defRPr>
            </a:lvl7pPr>
            <a:lvl8pPr marL="1614600" indent="0">
              <a:spcBef>
                <a:spcPts val="0"/>
              </a:spcBef>
              <a:spcAft>
                <a:spcPts val="600"/>
              </a:spcAft>
              <a:buNone/>
              <a:defRPr sz="600">
                <a:solidFill>
                  <a:schemeClr val="tx2"/>
                </a:solidFill>
                <a:latin typeface="Nokia Pure Text Light" panose="020B0403020202020204" pitchFamily="34" charset="0"/>
                <a:ea typeface="Nokia Pure Text Light" panose="020B0403020202020204" pitchFamily="34" charset="0"/>
              </a:defRPr>
            </a:lvl8pPr>
          </a:lstStyle>
          <a:p>
            <a:pPr lvl="0"/>
            <a:r>
              <a:rPr lang="en-US" dirty="0"/>
              <a:t>Subtitle/Author</a:t>
            </a:r>
          </a:p>
        </p:txBody>
      </p:sp>
      <p:sp>
        <p:nvSpPr>
          <p:cNvPr id="2" name="TextBox 1">
            <a:extLst>
              <a:ext uri="{FF2B5EF4-FFF2-40B4-BE49-F238E27FC236}">
                <a16:creationId xmlns:a16="http://schemas.microsoft.com/office/drawing/2014/main" id="{853E137B-4AA1-0543-1336-DFC6E4FFB011}"/>
              </a:ext>
            </a:extLst>
          </p:cNvPr>
          <p:cNvSpPr txBox="1"/>
          <p:nvPr userDrawn="1"/>
        </p:nvSpPr>
        <p:spPr>
          <a:xfrm>
            <a:off x="5553597" y="4858555"/>
            <a:ext cx="631583" cy="123111"/>
          </a:xfrm>
          <a:prstGeom prst="rect">
            <a:avLst/>
          </a:prstGeom>
          <a:noFill/>
        </p:spPr>
        <p:txBody>
          <a:bodyPr wrap="none" lIns="0" tIns="0" rIns="0" bIns="0" anchor="b" anchorCtr="0">
            <a:noAutofit/>
          </a:bodyPr>
          <a:lstStyle/>
          <a:p>
            <a:r>
              <a:rPr lang="en-US" sz="800"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6" name="Slide Number Placeholder 5">
            <a:extLst>
              <a:ext uri="{FF2B5EF4-FFF2-40B4-BE49-F238E27FC236}">
                <a16:creationId xmlns:a16="http://schemas.microsoft.com/office/drawing/2014/main" id="{64A66DCC-053F-B59E-D123-FE02866DE14E}"/>
              </a:ext>
            </a:extLst>
          </p:cNvPr>
          <p:cNvSpPr txBox="1">
            <a:spLocks/>
          </p:cNvSpPr>
          <p:nvPr userDrawn="1"/>
        </p:nvSpPr>
        <p:spPr>
          <a:xfrm>
            <a:off x="5292671"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cxnSp>
        <p:nvCxnSpPr>
          <p:cNvPr id="17" name="Straight Connector 16">
            <a:extLst>
              <a:ext uri="{FF2B5EF4-FFF2-40B4-BE49-F238E27FC236}">
                <a16:creationId xmlns:a16="http://schemas.microsoft.com/office/drawing/2014/main" id="{D444D486-4F66-A858-1E27-52EA0097BAEE}"/>
              </a:ext>
            </a:extLst>
          </p:cNvPr>
          <p:cNvCxnSpPr>
            <a:cxnSpLocks/>
          </p:cNvCxnSpPr>
          <p:nvPr userDrawn="1"/>
        </p:nvCxnSpPr>
        <p:spPr>
          <a:xfrm>
            <a:off x="6274196" y="4830552"/>
            <a:ext cx="0" cy="144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8" name="Footer Placeholder 2">
            <a:extLst>
              <a:ext uri="{FF2B5EF4-FFF2-40B4-BE49-F238E27FC236}">
                <a16:creationId xmlns:a16="http://schemas.microsoft.com/office/drawing/2014/main" id="{FD4ACE8F-B23A-798D-9D92-BC5D1372B743}"/>
              </a:ext>
            </a:extLst>
          </p:cNvPr>
          <p:cNvSpPr>
            <a:spLocks noGrp="1"/>
          </p:cNvSpPr>
          <p:nvPr>
            <p:ph type="ftr" sz="quarter" idx="3"/>
          </p:nvPr>
        </p:nvSpPr>
        <p:spPr>
          <a:xfrm>
            <a:off x="6378179" y="4858555"/>
            <a:ext cx="2592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Apply appropriate data classification. Apply document ID (if applicable).</a:t>
            </a:r>
            <a:endParaRPr lang="en-US" dirty="0"/>
          </a:p>
        </p:txBody>
      </p:sp>
      <p:pic>
        <p:nvPicPr>
          <p:cNvPr id="3" name="Picture 2">
            <a:extLst>
              <a:ext uri="{FF2B5EF4-FFF2-40B4-BE49-F238E27FC236}">
                <a16:creationId xmlns:a16="http://schemas.microsoft.com/office/drawing/2014/main" id="{FA0EABB3-FB0A-A230-39B4-BC17279AB493}"/>
              </a:ext>
            </a:extLst>
          </p:cNvPr>
          <p:cNvPicPr>
            <a:picLocks noChangeAspect="1"/>
          </p:cNvPicPr>
          <p:nvPr userDrawn="1"/>
        </p:nvPicPr>
        <p:blipFill>
          <a:blip r:embed="rId5"/>
          <a:stretch>
            <a:fillRect/>
          </a:stretch>
        </p:blipFill>
        <p:spPr>
          <a:xfrm>
            <a:off x="1249953" y="4618979"/>
            <a:ext cx="2167796" cy="349981"/>
          </a:xfrm>
          <a:prstGeom prst="rect">
            <a:avLst/>
          </a:prstGeom>
        </p:spPr>
      </p:pic>
    </p:spTree>
    <p:extLst>
      <p:ext uri="{BB962C8B-B14F-4D97-AF65-F5344CB8AC3E}">
        <p14:creationId xmlns:p14="http://schemas.microsoft.com/office/powerpoint/2010/main" val="191097345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3 N Pink">
    <p:spTree>
      <p:nvGrpSpPr>
        <p:cNvPr id="1" name=""/>
        <p:cNvGrpSpPr/>
        <p:nvPr/>
      </p:nvGrpSpPr>
      <p:grpSpPr>
        <a:xfrm>
          <a:off x="0" y="0"/>
          <a:ext cx="0" cy="0"/>
          <a:chOff x="0" y="0"/>
          <a:chExt cx="0" cy="0"/>
        </a:xfrm>
      </p:grpSpPr>
      <p:pic>
        <p:nvPicPr>
          <p:cNvPr id="11" name="Picture 10" descr="Background pattern&#10;&#10;Description automatically generated">
            <a:extLst>
              <a:ext uri="{FF2B5EF4-FFF2-40B4-BE49-F238E27FC236}">
                <a16:creationId xmlns:a16="http://schemas.microsoft.com/office/drawing/2014/main" id="{1C7D16BB-9265-7D3A-E136-8F028A9F864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0" y="0"/>
            <a:ext cx="9144000" cy="5143500"/>
          </a:xfrm>
          <a:prstGeom prst="rect">
            <a:avLst/>
          </a:prstGeom>
        </p:spPr>
      </p:pic>
      <p:pic>
        <p:nvPicPr>
          <p:cNvPr id="20" name="Graphic 19">
            <a:extLst>
              <a:ext uri="{FF2B5EF4-FFF2-40B4-BE49-F238E27FC236}">
                <a16:creationId xmlns:a16="http://schemas.microsoft.com/office/drawing/2014/main" id="{A7536232-7B28-DCFA-37A3-EEBA7365A539}"/>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0" y="0"/>
            <a:ext cx="5144400" cy="5144400"/>
          </a:xfrm>
          <a:prstGeom prst="rect">
            <a:avLst/>
          </a:prstGeom>
        </p:spPr>
      </p:pic>
      <p:sp>
        <p:nvSpPr>
          <p:cNvPr id="9" name="Title 4">
            <a:extLst>
              <a:ext uri="{FF2B5EF4-FFF2-40B4-BE49-F238E27FC236}">
                <a16:creationId xmlns:a16="http://schemas.microsoft.com/office/drawing/2014/main" id="{44BBE444-2A25-873F-1D05-3ED543575B73}"/>
              </a:ext>
            </a:extLst>
          </p:cNvPr>
          <p:cNvSpPr>
            <a:spLocks noGrp="1"/>
          </p:cNvSpPr>
          <p:nvPr>
            <p:ph type="title" hasCustomPrompt="1"/>
          </p:nvPr>
        </p:nvSpPr>
        <p:spPr>
          <a:xfrm>
            <a:off x="5292671" y="701061"/>
            <a:ext cx="3433727" cy="1244465"/>
          </a:xfrm>
          <a:prstGeom prst="rect">
            <a:avLst/>
          </a:prstGeom>
        </p:spPr>
        <p:txBody>
          <a:bodyPr lIns="0" tIns="0" rIns="0" bIns="0">
            <a:noAutofit/>
          </a:bodyPr>
          <a:lstStyle>
            <a:lvl1pPr marL="0" indent="0" algn="l" defTabSz="914400" rtl="0" eaLnBrk="1" latinLnBrk="0" hangingPunct="1">
              <a:lnSpc>
                <a:spcPct val="100000"/>
              </a:lnSpc>
              <a:spcBef>
                <a:spcPts val="0"/>
              </a:spcBef>
              <a:buFont typeface="Arial" panose="020B0604020202020204" pitchFamily="34" charset="0"/>
              <a:buNone/>
              <a:defRPr lang="en-GB" sz="3600" kern="1200" baseline="0" dirty="0" smtClean="0">
                <a:solidFill>
                  <a:schemeClr val="bg1"/>
                </a:solidFill>
                <a:latin typeface="+mj-lt"/>
                <a:ea typeface="+mn-ea"/>
                <a:cs typeface="+mn-cs"/>
              </a:defRPr>
            </a:lvl1pPr>
          </a:lstStyle>
          <a:p>
            <a:r>
              <a:rPr lang="en-GB" dirty="0"/>
              <a:t>Presentation</a:t>
            </a:r>
            <a:br>
              <a:rPr lang="en-GB" dirty="0"/>
            </a:br>
            <a:r>
              <a:rPr lang="en-GB" dirty="0"/>
              <a:t>Title (2 lines)</a:t>
            </a:r>
          </a:p>
        </p:txBody>
      </p:sp>
      <p:sp>
        <p:nvSpPr>
          <p:cNvPr id="10" name="Text Placeholder 3">
            <a:extLst>
              <a:ext uri="{FF2B5EF4-FFF2-40B4-BE49-F238E27FC236}">
                <a16:creationId xmlns:a16="http://schemas.microsoft.com/office/drawing/2014/main" id="{1CE0441B-626C-B0BA-7F19-6E6E187E9F84}"/>
              </a:ext>
            </a:extLst>
          </p:cNvPr>
          <p:cNvSpPr>
            <a:spLocks noGrp="1"/>
          </p:cNvSpPr>
          <p:nvPr>
            <p:ph type="body" sz="quarter" idx="12" hasCustomPrompt="1"/>
          </p:nvPr>
        </p:nvSpPr>
        <p:spPr>
          <a:xfrm>
            <a:off x="5292671" y="2126098"/>
            <a:ext cx="3433727" cy="590953"/>
          </a:xfrm>
          <a:prstGeom prst="rect">
            <a:avLst/>
          </a:prstGeo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800">
                <a:solidFill>
                  <a:schemeClr val="bg1"/>
                </a:solidFill>
                <a:latin typeface="+mn-lt"/>
                <a:ea typeface="Nokia Pure Text Light" panose="020B0403020202020204" pitchFamily="34" charset="0"/>
              </a:defRPr>
            </a:lvl1pPr>
            <a:lvl2pPr marL="230400" indent="0">
              <a:lnSpc>
                <a:spcPct val="100000"/>
              </a:lnSpc>
              <a:spcBef>
                <a:spcPts val="0"/>
              </a:spcBef>
              <a:spcAft>
                <a:spcPts val="600"/>
              </a:spcAft>
              <a:buNone/>
              <a:defRPr sz="1400">
                <a:solidFill>
                  <a:schemeClr val="bg1"/>
                </a:solidFill>
                <a:latin typeface="+mn-lt"/>
                <a:ea typeface="Nokia Pure Text Light" panose="020B0403020202020204" pitchFamily="34" charset="0"/>
              </a:defRPr>
            </a:lvl2pPr>
            <a:lvl3pPr marL="462600" indent="0">
              <a:lnSpc>
                <a:spcPct val="100000"/>
              </a:lnSpc>
              <a:spcBef>
                <a:spcPts val="0"/>
              </a:spcBef>
              <a:spcAft>
                <a:spcPts val="600"/>
              </a:spcAft>
              <a:buNone/>
              <a:defRPr sz="1200">
                <a:solidFill>
                  <a:schemeClr val="bg1"/>
                </a:solidFill>
                <a:latin typeface="+mn-lt"/>
                <a:ea typeface="Nokia Pure Text Light" panose="020B0403020202020204" pitchFamily="34" charset="0"/>
              </a:defRPr>
            </a:lvl3pPr>
            <a:lvl4pPr marL="693000" indent="0">
              <a:lnSpc>
                <a:spcPct val="100000"/>
              </a:lnSpc>
              <a:spcBef>
                <a:spcPts val="0"/>
              </a:spcBef>
              <a:spcAft>
                <a:spcPts val="600"/>
              </a:spcAft>
              <a:buNone/>
              <a:defRPr sz="1000">
                <a:solidFill>
                  <a:schemeClr val="bg1"/>
                </a:solidFill>
                <a:latin typeface="+mn-lt"/>
                <a:ea typeface="Nokia Pure Text Light" panose="020B0403020202020204" pitchFamily="34" charset="0"/>
              </a:defRPr>
            </a:lvl4pPr>
            <a:lvl5pPr marL="923400" indent="0">
              <a:lnSpc>
                <a:spcPct val="100000"/>
              </a:lnSpc>
              <a:spcBef>
                <a:spcPts val="0"/>
              </a:spcBef>
              <a:spcAft>
                <a:spcPts val="600"/>
              </a:spcAft>
              <a:buFont typeface="Arial" panose="020B0604020202020204" pitchFamily="34" charset="0"/>
              <a:buNone/>
              <a:defRPr sz="900">
                <a:solidFill>
                  <a:schemeClr val="bg1"/>
                </a:solidFill>
                <a:latin typeface="+mn-lt"/>
                <a:ea typeface="Nokia Pure Text Light" panose="020B0403020202020204" pitchFamily="34" charset="0"/>
              </a:defRPr>
            </a:lvl5pPr>
            <a:lvl6pPr marL="1153800" indent="0">
              <a:spcBef>
                <a:spcPts val="0"/>
              </a:spcBef>
              <a:spcAft>
                <a:spcPts val="600"/>
              </a:spcAft>
              <a:buFont typeface="Nokia Pure Text" panose="020B0503020202020204" pitchFamily="34" charset="0"/>
              <a:buNone/>
              <a:defRPr sz="800" baseline="0">
                <a:solidFill>
                  <a:schemeClr val="tx2"/>
                </a:solidFill>
                <a:latin typeface="Nokia Pure Text Light" panose="020B0403020202020204" pitchFamily="34" charset="0"/>
                <a:ea typeface="Nokia Pure Text Light" panose="020B0403020202020204" pitchFamily="34" charset="0"/>
              </a:defRPr>
            </a:lvl6pPr>
            <a:lvl7pPr marL="1384200" indent="0">
              <a:spcBef>
                <a:spcPts val="0"/>
              </a:spcBef>
              <a:spcAft>
                <a:spcPts val="600"/>
              </a:spcAft>
              <a:buNone/>
              <a:defRPr sz="700">
                <a:solidFill>
                  <a:schemeClr val="tx2"/>
                </a:solidFill>
                <a:latin typeface="Nokia Pure Text Light" panose="020B0403020202020204" pitchFamily="34" charset="0"/>
                <a:ea typeface="Nokia Pure Text Light" panose="020B0403020202020204" pitchFamily="34" charset="0"/>
              </a:defRPr>
            </a:lvl7pPr>
            <a:lvl8pPr marL="1614600" indent="0">
              <a:spcBef>
                <a:spcPts val="0"/>
              </a:spcBef>
              <a:spcAft>
                <a:spcPts val="600"/>
              </a:spcAft>
              <a:buNone/>
              <a:defRPr sz="600">
                <a:solidFill>
                  <a:schemeClr val="tx2"/>
                </a:solidFill>
                <a:latin typeface="Nokia Pure Text Light" panose="020B0403020202020204" pitchFamily="34" charset="0"/>
                <a:ea typeface="Nokia Pure Text Light" panose="020B0403020202020204" pitchFamily="34" charset="0"/>
              </a:defRPr>
            </a:lvl8pPr>
          </a:lstStyle>
          <a:p>
            <a:pPr lvl="0"/>
            <a:r>
              <a:rPr lang="en-US" dirty="0"/>
              <a:t>Subtitle/Author</a:t>
            </a:r>
          </a:p>
        </p:txBody>
      </p:sp>
      <p:sp>
        <p:nvSpPr>
          <p:cNvPr id="2" name="TextBox 1">
            <a:extLst>
              <a:ext uri="{FF2B5EF4-FFF2-40B4-BE49-F238E27FC236}">
                <a16:creationId xmlns:a16="http://schemas.microsoft.com/office/drawing/2014/main" id="{D16C6526-B799-7D3B-3355-24FCAF3C0E0C}"/>
              </a:ext>
            </a:extLst>
          </p:cNvPr>
          <p:cNvSpPr txBox="1"/>
          <p:nvPr userDrawn="1"/>
        </p:nvSpPr>
        <p:spPr>
          <a:xfrm>
            <a:off x="5553597" y="4858555"/>
            <a:ext cx="631583" cy="123111"/>
          </a:xfrm>
          <a:prstGeom prst="rect">
            <a:avLst/>
          </a:prstGeom>
          <a:noFill/>
        </p:spPr>
        <p:txBody>
          <a:bodyPr wrap="none" lIns="0" tIns="0" rIns="0" bIns="0" anchor="b" anchorCtr="0">
            <a:noAutofit/>
          </a:bodyPr>
          <a:lstStyle/>
          <a:p>
            <a:r>
              <a:rPr lang="en-US" sz="800"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6" name="Slide Number Placeholder 5">
            <a:extLst>
              <a:ext uri="{FF2B5EF4-FFF2-40B4-BE49-F238E27FC236}">
                <a16:creationId xmlns:a16="http://schemas.microsoft.com/office/drawing/2014/main" id="{DF8A50C4-0B90-3430-16AC-9B9A65591143}"/>
              </a:ext>
            </a:extLst>
          </p:cNvPr>
          <p:cNvSpPr txBox="1">
            <a:spLocks/>
          </p:cNvSpPr>
          <p:nvPr userDrawn="1"/>
        </p:nvSpPr>
        <p:spPr>
          <a:xfrm>
            <a:off x="5292671"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cxnSp>
        <p:nvCxnSpPr>
          <p:cNvPr id="7" name="Straight Connector 6">
            <a:extLst>
              <a:ext uri="{FF2B5EF4-FFF2-40B4-BE49-F238E27FC236}">
                <a16:creationId xmlns:a16="http://schemas.microsoft.com/office/drawing/2014/main" id="{F2A9AEB3-FBA4-4EE3-A02B-9BF60D2824E6}"/>
              </a:ext>
            </a:extLst>
          </p:cNvPr>
          <p:cNvCxnSpPr>
            <a:cxnSpLocks/>
          </p:cNvCxnSpPr>
          <p:nvPr userDrawn="1"/>
        </p:nvCxnSpPr>
        <p:spPr>
          <a:xfrm>
            <a:off x="6274196" y="4830552"/>
            <a:ext cx="0" cy="144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Footer Placeholder 2">
            <a:extLst>
              <a:ext uri="{FF2B5EF4-FFF2-40B4-BE49-F238E27FC236}">
                <a16:creationId xmlns:a16="http://schemas.microsoft.com/office/drawing/2014/main" id="{DD3CEBA2-006C-A925-B52F-0D0CA4CB8195}"/>
              </a:ext>
            </a:extLst>
          </p:cNvPr>
          <p:cNvSpPr>
            <a:spLocks noGrp="1"/>
          </p:cNvSpPr>
          <p:nvPr>
            <p:ph type="ftr" sz="quarter" idx="3"/>
          </p:nvPr>
        </p:nvSpPr>
        <p:spPr>
          <a:xfrm>
            <a:off x="6378179" y="4858555"/>
            <a:ext cx="2592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Apply appropriate data classification. Apply document ID (if applicable).</a:t>
            </a:r>
            <a:endParaRPr lang="en-US" dirty="0"/>
          </a:p>
        </p:txBody>
      </p:sp>
      <p:pic>
        <p:nvPicPr>
          <p:cNvPr id="3" name="Picture 2">
            <a:extLst>
              <a:ext uri="{FF2B5EF4-FFF2-40B4-BE49-F238E27FC236}">
                <a16:creationId xmlns:a16="http://schemas.microsoft.com/office/drawing/2014/main" id="{4BCD1B2F-B74A-9F95-2092-3F080D728217}"/>
              </a:ext>
            </a:extLst>
          </p:cNvPr>
          <p:cNvPicPr>
            <a:picLocks noChangeAspect="1"/>
          </p:cNvPicPr>
          <p:nvPr userDrawn="1"/>
        </p:nvPicPr>
        <p:blipFill>
          <a:blip r:embed="rId5"/>
          <a:stretch>
            <a:fillRect/>
          </a:stretch>
        </p:blipFill>
        <p:spPr>
          <a:xfrm>
            <a:off x="1249953" y="4618979"/>
            <a:ext cx="2167796" cy="349981"/>
          </a:xfrm>
          <a:prstGeom prst="rect">
            <a:avLst/>
          </a:prstGeom>
        </p:spPr>
      </p:pic>
    </p:spTree>
    <p:extLst>
      <p:ext uri="{BB962C8B-B14F-4D97-AF65-F5344CB8AC3E}">
        <p14:creationId xmlns:p14="http://schemas.microsoft.com/office/powerpoint/2010/main" val="415481593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_3 N Pink">
    <p:spTree>
      <p:nvGrpSpPr>
        <p:cNvPr id="1" name=""/>
        <p:cNvGrpSpPr/>
        <p:nvPr/>
      </p:nvGrpSpPr>
      <p:grpSpPr>
        <a:xfrm>
          <a:off x="0" y="0"/>
          <a:ext cx="0" cy="0"/>
          <a:chOff x="0" y="0"/>
          <a:chExt cx="0" cy="0"/>
        </a:xfrm>
      </p:grpSpPr>
      <p:sp>
        <p:nvSpPr>
          <p:cNvPr id="4" name="Freeform: Shape 3">
            <a:extLst>
              <a:ext uri="{FF2B5EF4-FFF2-40B4-BE49-F238E27FC236}">
                <a16:creationId xmlns:a16="http://schemas.microsoft.com/office/drawing/2014/main" id="{674FB718-4590-313D-1532-FE817A22ACB4}"/>
              </a:ext>
            </a:extLst>
          </p:cNvPr>
          <p:cNvSpPr/>
          <p:nvPr/>
        </p:nvSpPr>
        <p:spPr>
          <a:xfrm>
            <a:off x="0" y="0"/>
            <a:ext cx="5144400" cy="5144400"/>
          </a:xfrm>
          <a:custGeom>
            <a:avLst/>
            <a:gdLst>
              <a:gd name="connsiteX0" fmla="*/ 0 w 5144400"/>
              <a:gd name="connsiteY0" fmla="*/ 0 h 5144400"/>
              <a:gd name="connsiteX1" fmla="*/ 5144400 w 5144400"/>
              <a:gd name="connsiteY1" fmla="*/ 0 h 5144400"/>
              <a:gd name="connsiteX2" fmla="*/ 5144400 w 5144400"/>
              <a:gd name="connsiteY2" fmla="*/ 5144400 h 5144400"/>
              <a:gd name="connsiteX3" fmla="*/ 0 w 5144400"/>
              <a:gd name="connsiteY3" fmla="*/ 5144400 h 5144400"/>
            </a:gdLst>
            <a:ahLst/>
            <a:cxnLst>
              <a:cxn ang="0">
                <a:pos x="connsiteX0" y="connsiteY0"/>
              </a:cxn>
              <a:cxn ang="0">
                <a:pos x="connsiteX1" y="connsiteY1"/>
              </a:cxn>
              <a:cxn ang="0">
                <a:pos x="connsiteX2" y="connsiteY2"/>
              </a:cxn>
              <a:cxn ang="0">
                <a:pos x="connsiteX3" y="connsiteY3"/>
              </a:cxn>
            </a:cxnLst>
            <a:rect l="l" t="t" r="r" b="b"/>
            <a:pathLst>
              <a:path w="5144400" h="5144400">
                <a:moveTo>
                  <a:pt x="0" y="0"/>
                </a:moveTo>
                <a:lnTo>
                  <a:pt x="5144400" y="0"/>
                </a:lnTo>
                <a:lnTo>
                  <a:pt x="5144400" y="5144400"/>
                </a:lnTo>
                <a:lnTo>
                  <a:pt x="0" y="5144400"/>
                </a:lnTo>
                <a:close/>
              </a:path>
            </a:pathLst>
          </a:custGeom>
          <a:noFill/>
          <a:ln w="26789" cap="flat">
            <a:noFill/>
            <a:prstDash val="solid"/>
            <a:miter/>
          </a:ln>
        </p:spPr>
        <p:txBody>
          <a:bodyPr rtlCol="0" anchor="ctr"/>
          <a:lstStyle/>
          <a:p>
            <a:endParaRPr lang="en-US"/>
          </a:p>
        </p:txBody>
      </p:sp>
      <p:sp>
        <p:nvSpPr>
          <p:cNvPr id="5" name="Freeform: Shape 4">
            <a:extLst>
              <a:ext uri="{FF2B5EF4-FFF2-40B4-BE49-F238E27FC236}">
                <a16:creationId xmlns:a16="http://schemas.microsoft.com/office/drawing/2014/main" id="{6585F427-7AA2-BA79-9FAB-3B20B348D66A}"/>
              </a:ext>
            </a:extLst>
          </p:cNvPr>
          <p:cNvSpPr/>
          <p:nvPr/>
        </p:nvSpPr>
        <p:spPr>
          <a:xfrm>
            <a:off x="0" y="0"/>
            <a:ext cx="5144400" cy="5144400"/>
          </a:xfrm>
          <a:custGeom>
            <a:avLst/>
            <a:gdLst>
              <a:gd name="connsiteX0" fmla="*/ 0 w 5144400"/>
              <a:gd name="connsiteY0" fmla="*/ 0 h 5144400"/>
              <a:gd name="connsiteX1" fmla="*/ 0 w 5144400"/>
              <a:gd name="connsiteY1" fmla="*/ 5144400 h 5144400"/>
              <a:gd name="connsiteX2" fmla="*/ 794971 w 5144400"/>
              <a:gd name="connsiteY2" fmla="*/ 5144400 h 5144400"/>
              <a:gd name="connsiteX3" fmla="*/ 794971 w 5144400"/>
              <a:gd name="connsiteY3" fmla="*/ 1741594 h 5144400"/>
              <a:gd name="connsiteX4" fmla="*/ 5144400 w 5144400"/>
              <a:gd name="connsiteY4" fmla="*/ 5144400 h 5144400"/>
              <a:gd name="connsiteX5" fmla="*/ 5144400 w 5144400"/>
              <a:gd name="connsiteY5" fmla="*/ 4142850 h 5144400"/>
              <a:gd name="connsiteX6" fmla="*/ 0 w 5144400"/>
              <a:gd name="connsiteY6" fmla="*/ 0 h 514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144400" h="5144400">
                <a:moveTo>
                  <a:pt x="0" y="0"/>
                </a:moveTo>
                <a:lnTo>
                  <a:pt x="0" y="5144400"/>
                </a:lnTo>
                <a:cubicBezTo>
                  <a:pt x="0" y="5144400"/>
                  <a:pt x="794971" y="5144400"/>
                  <a:pt x="794971" y="5144400"/>
                </a:cubicBezTo>
                <a:lnTo>
                  <a:pt x="794971" y="1741594"/>
                </a:lnTo>
                <a:cubicBezTo>
                  <a:pt x="794971" y="1741594"/>
                  <a:pt x="5144400" y="5144400"/>
                  <a:pt x="5144400" y="5144400"/>
                </a:cubicBezTo>
                <a:lnTo>
                  <a:pt x="5144400" y="4142850"/>
                </a:lnTo>
                <a:lnTo>
                  <a:pt x="0" y="0"/>
                </a:lnTo>
                <a:close/>
              </a:path>
            </a:pathLst>
          </a:custGeom>
          <a:solidFill>
            <a:schemeClr val="accent1"/>
          </a:solidFill>
          <a:ln w="26789" cap="flat">
            <a:noFill/>
            <a:prstDash val="solid"/>
            <a:miter/>
          </a:ln>
        </p:spPr>
        <p:txBody>
          <a:bodyPr rtlCol="0" anchor="ctr"/>
          <a:lstStyle/>
          <a:p>
            <a:endParaRPr lang="en-US"/>
          </a:p>
        </p:txBody>
      </p:sp>
      <p:sp>
        <p:nvSpPr>
          <p:cNvPr id="9" name="Title 4">
            <a:extLst>
              <a:ext uri="{FF2B5EF4-FFF2-40B4-BE49-F238E27FC236}">
                <a16:creationId xmlns:a16="http://schemas.microsoft.com/office/drawing/2014/main" id="{44BBE444-2A25-873F-1D05-3ED543575B73}"/>
              </a:ext>
            </a:extLst>
          </p:cNvPr>
          <p:cNvSpPr>
            <a:spLocks noGrp="1"/>
          </p:cNvSpPr>
          <p:nvPr>
            <p:ph type="title" hasCustomPrompt="1"/>
          </p:nvPr>
        </p:nvSpPr>
        <p:spPr>
          <a:xfrm>
            <a:off x="5292671" y="701061"/>
            <a:ext cx="3433727" cy="1244465"/>
          </a:xfrm>
          <a:prstGeom prst="rect">
            <a:avLst/>
          </a:prstGeom>
        </p:spPr>
        <p:txBody>
          <a:bodyPr lIns="0" tIns="0" rIns="0" bIns="0">
            <a:noAutofit/>
          </a:bodyPr>
          <a:lstStyle>
            <a:lvl1pPr marL="0" indent="0" algn="l" defTabSz="914400" rtl="0" eaLnBrk="1" latinLnBrk="0" hangingPunct="1">
              <a:lnSpc>
                <a:spcPct val="100000"/>
              </a:lnSpc>
              <a:spcBef>
                <a:spcPts val="0"/>
              </a:spcBef>
              <a:buFont typeface="Arial" panose="020B0604020202020204" pitchFamily="34" charset="0"/>
              <a:buNone/>
              <a:defRPr lang="en-GB" sz="3600" kern="1200" baseline="0" dirty="0" smtClean="0">
                <a:solidFill>
                  <a:schemeClr val="accent1"/>
                </a:solidFill>
                <a:latin typeface="+mj-lt"/>
                <a:ea typeface="+mn-ea"/>
                <a:cs typeface="+mn-cs"/>
              </a:defRPr>
            </a:lvl1pPr>
          </a:lstStyle>
          <a:p>
            <a:r>
              <a:rPr lang="en-GB" dirty="0"/>
              <a:t>Presentation</a:t>
            </a:r>
            <a:br>
              <a:rPr lang="en-GB" dirty="0"/>
            </a:br>
            <a:r>
              <a:rPr lang="en-GB" dirty="0"/>
              <a:t>Title (2 lines)</a:t>
            </a:r>
          </a:p>
        </p:txBody>
      </p:sp>
      <p:sp>
        <p:nvSpPr>
          <p:cNvPr id="10" name="Text Placeholder 3">
            <a:extLst>
              <a:ext uri="{FF2B5EF4-FFF2-40B4-BE49-F238E27FC236}">
                <a16:creationId xmlns:a16="http://schemas.microsoft.com/office/drawing/2014/main" id="{1CE0441B-626C-B0BA-7F19-6E6E187E9F84}"/>
              </a:ext>
            </a:extLst>
          </p:cNvPr>
          <p:cNvSpPr>
            <a:spLocks noGrp="1"/>
          </p:cNvSpPr>
          <p:nvPr>
            <p:ph type="body" sz="quarter" idx="12" hasCustomPrompt="1"/>
          </p:nvPr>
        </p:nvSpPr>
        <p:spPr>
          <a:xfrm>
            <a:off x="5292671" y="2126098"/>
            <a:ext cx="3433727" cy="590953"/>
          </a:xfrm>
          <a:prstGeom prst="rect">
            <a:avLst/>
          </a:prstGeo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800">
                <a:solidFill>
                  <a:schemeClr val="accent1"/>
                </a:solidFill>
                <a:latin typeface="+mn-lt"/>
                <a:ea typeface="Nokia Pure Text Light" panose="020B0403020202020204" pitchFamily="34" charset="0"/>
              </a:defRPr>
            </a:lvl1pPr>
            <a:lvl2pPr marL="230400" indent="0">
              <a:lnSpc>
                <a:spcPct val="100000"/>
              </a:lnSpc>
              <a:spcBef>
                <a:spcPts val="0"/>
              </a:spcBef>
              <a:spcAft>
                <a:spcPts val="600"/>
              </a:spcAft>
              <a:buNone/>
              <a:defRPr sz="1400">
                <a:solidFill>
                  <a:schemeClr val="bg1"/>
                </a:solidFill>
                <a:latin typeface="+mn-lt"/>
                <a:ea typeface="Nokia Pure Text Light" panose="020B0403020202020204" pitchFamily="34" charset="0"/>
              </a:defRPr>
            </a:lvl2pPr>
            <a:lvl3pPr marL="462600" indent="0">
              <a:lnSpc>
                <a:spcPct val="100000"/>
              </a:lnSpc>
              <a:spcBef>
                <a:spcPts val="0"/>
              </a:spcBef>
              <a:spcAft>
                <a:spcPts val="600"/>
              </a:spcAft>
              <a:buNone/>
              <a:defRPr sz="1200">
                <a:solidFill>
                  <a:schemeClr val="bg1"/>
                </a:solidFill>
                <a:latin typeface="+mn-lt"/>
                <a:ea typeface="Nokia Pure Text Light" panose="020B0403020202020204" pitchFamily="34" charset="0"/>
              </a:defRPr>
            </a:lvl3pPr>
            <a:lvl4pPr marL="693000" indent="0">
              <a:lnSpc>
                <a:spcPct val="100000"/>
              </a:lnSpc>
              <a:spcBef>
                <a:spcPts val="0"/>
              </a:spcBef>
              <a:spcAft>
                <a:spcPts val="600"/>
              </a:spcAft>
              <a:buNone/>
              <a:defRPr sz="1000">
                <a:solidFill>
                  <a:schemeClr val="bg1"/>
                </a:solidFill>
                <a:latin typeface="+mn-lt"/>
                <a:ea typeface="Nokia Pure Text Light" panose="020B0403020202020204" pitchFamily="34" charset="0"/>
              </a:defRPr>
            </a:lvl4pPr>
            <a:lvl5pPr marL="923400" indent="0">
              <a:lnSpc>
                <a:spcPct val="100000"/>
              </a:lnSpc>
              <a:spcBef>
                <a:spcPts val="0"/>
              </a:spcBef>
              <a:spcAft>
                <a:spcPts val="600"/>
              </a:spcAft>
              <a:buFont typeface="Arial" panose="020B0604020202020204" pitchFamily="34" charset="0"/>
              <a:buNone/>
              <a:defRPr sz="900">
                <a:solidFill>
                  <a:schemeClr val="bg1"/>
                </a:solidFill>
                <a:latin typeface="+mn-lt"/>
                <a:ea typeface="Nokia Pure Text Light" panose="020B0403020202020204" pitchFamily="34" charset="0"/>
              </a:defRPr>
            </a:lvl5pPr>
            <a:lvl6pPr marL="1153800" indent="0">
              <a:spcBef>
                <a:spcPts val="0"/>
              </a:spcBef>
              <a:spcAft>
                <a:spcPts val="600"/>
              </a:spcAft>
              <a:buFont typeface="Nokia Pure Text" panose="020B0503020202020204" pitchFamily="34" charset="0"/>
              <a:buNone/>
              <a:defRPr sz="800" baseline="0">
                <a:solidFill>
                  <a:schemeClr val="tx2"/>
                </a:solidFill>
                <a:latin typeface="Nokia Pure Text Light" panose="020B0403020202020204" pitchFamily="34" charset="0"/>
                <a:ea typeface="Nokia Pure Text Light" panose="020B0403020202020204" pitchFamily="34" charset="0"/>
              </a:defRPr>
            </a:lvl6pPr>
            <a:lvl7pPr marL="1384200" indent="0">
              <a:spcBef>
                <a:spcPts val="0"/>
              </a:spcBef>
              <a:spcAft>
                <a:spcPts val="600"/>
              </a:spcAft>
              <a:buNone/>
              <a:defRPr sz="700">
                <a:solidFill>
                  <a:schemeClr val="tx2"/>
                </a:solidFill>
                <a:latin typeface="Nokia Pure Text Light" panose="020B0403020202020204" pitchFamily="34" charset="0"/>
                <a:ea typeface="Nokia Pure Text Light" panose="020B0403020202020204" pitchFamily="34" charset="0"/>
              </a:defRPr>
            </a:lvl7pPr>
            <a:lvl8pPr marL="1614600" indent="0">
              <a:spcBef>
                <a:spcPts val="0"/>
              </a:spcBef>
              <a:spcAft>
                <a:spcPts val="600"/>
              </a:spcAft>
              <a:buNone/>
              <a:defRPr sz="600">
                <a:solidFill>
                  <a:schemeClr val="tx2"/>
                </a:solidFill>
                <a:latin typeface="Nokia Pure Text Light" panose="020B0403020202020204" pitchFamily="34" charset="0"/>
                <a:ea typeface="Nokia Pure Text Light" panose="020B0403020202020204" pitchFamily="34" charset="0"/>
              </a:defRPr>
            </a:lvl8pPr>
          </a:lstStyle>
          <a:p>
            <a:pPr lvl="0"/>
            <a:r>
              <a:rPr lang="en-US" dirty="0"/>
              <a:t>Subtitle/Author</a:t>
            </a:r>
          </a:p>
        </p:txBody>
      </p:sp>
      <p:sp>
        <p:nvSpPr>
          <p:cNvPr id="2" name="TextBox 1">
            <a:extLst>
              <a:ext uri="{FF2B5EF4-FFF2-40B4-BE49-F238E27FC236}">
                <a16:creationId xmlns:a16="http://schemas.microsoft.com/office/drawing/2014/main" id="{D16C6526-B799-7D3B-3355-24FCAF3C0E0C}"/>
              </a:ext>
            </a:extLst>
          </p:cNvPr>
          <p:cNvSpPr txBox="1"/>
          <p:nvPr userDrawn="1"/>
        </p:nvSpPr>
        <p:spPr>
          <a:xfrm>
            <a:off x="5553597" y="4858555"/>
            <a:ext cx="631583" cy="123111"/>
          </a:xfrm>
          <a:prstGeom prst="rect">
            <a:avLst/>
          </a:prstGeom>
          <a:noFill/>
        </p:spPr>
        <p:txBody>
          <a:bodyPr wrap="none" lIns="0" tIns="0" rIns="0" bIns="0" anchor="b" anchorCtr="0">
            <a:noAutofit/>
          </a:bodyPr>
          <a:lstStyle/>
          <a:p>
            <a:r>
              <a:rPr lang="en-US" sz="800"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6" name="Slide Number Placeholder 5">
            <a:extLst>
              <a:ext uri="{FF2B5EF4-FFF2-40B4-BE49-F238E27FC236}">
                <a16:creationId xmlns:a16="http://schemas.microsoft.com/office/drawing/2014/main" id="{DF8A50C4-0B90-3430-16AC-9B9A65591143}"/>
              </a:ext>
            </a:extLst>
          </p:cNvPr>
          <p:cNvSpPr txBox="1">
            <a:spLocks/>
          </p:cNvSpPr>
          <p:nvPr userDrawn="1"/>
        </p:nvSpPr>
        <p:spPr>
          <a:xfrm>
            <a:off x="5292671"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cxnSp>
        <p:nvCxnSpPr>
          <p:cNvPr id="7" name="Straight Connector 6">
            <a:extLst>
              <a:ext uri="{FF2B5EF4-FFF2-40B4-BE49-F238E27FC236}">
                <a16:creationId xmlns:a16="http://schemas.microsoft.com/office/drawing/2014/main" id="{F2A9AEB3-FBA4-4EE3-A02B-9BF60D2824E6}"/>
              </a:ext>
            </a:extLst>
          </p:cNvPr>
          <p:cNvCxnSpPr>
            <a:cxnSpLocks/>
          </p:cNvCxnSpPr>
          <p:nvPr userDrawn="1"/>
        </p:nvCxnSpPr>
        <p:spPr>
          <a:xfrm>
            <a:off x="6274196" y="4830552"/>
            <a:ext cx="0" cy="144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Footer Placeholder 2">
            <a:extLst>
              <a:ext uri="{FF2B5EF4-FFF2-40B4-BE49-F238E27FC236}">
                <a16:creationId xmlns:a16="http://schemas.microsoft.com/office/drawing/2014/main" id="{DD3CEBA2-006C-A925-B52F-0D0CA4CB8195}"/>
              </a:ext>
            </a:extLst>
          </p:cNvPr>
          <p:cNvSpPr>
            <a:spLocks noGrp="1"/>
          </p:cNvSpPr>
          <p:nvPr>
            <p:ph type="ftr" sz="quarter" idx="3"/>
          </p:nvPr>
        </p:nvSpPr>
        <p:spPr>
          <a:xfrm>
            <a:off x="6378179" y="4858555"/>
            <a:ext cx="2592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dirty="0"/>
              <a:t>Apply appropriate data classification. Apply document ID (if applicable).</a:t>
            </a:r>
          </a:p>
        </p:txBody>
      </p:sp>
      <p:pic>
        <p:nvPicPr>
          <p:cNvPr id="11" name="Picture 10">
            <a:extLst>
              <a:ext uri="{FF2B5EF4-FFF2-40B4-BE49-F238E27FC236}">
                <a16:creationId xmlns:a16="http://schemas.microsoft.com/office/drawing/2014/main" id="{64415E81-DD17-FB3E-08EC-7FFBA966ED58}"/>
              </a:ext>
            </a:extLst>
          </p:cNvPr>
          <p:cNvPicPr>
            <a:picLocks noChangeAspect="1"/>
          </p:cNvPicPr>
          <p:nvPr userDrawn="1"/>
        </p:nvPicPr>
        <p:blipFill>
          <a:blip r:embed="rId2"/>
          <a:stretch>
            <a:fillRect/>
          </a:stretch>
        </p:blipFill>
        <p:spPr>
          <a:xfrm>
            <a:off x="1132963" y="4633854"/>
            <a:ext cx="2149955" cy="347101"/>
          </a:xfrm>
          <a:prstGeom prst="rect">
            <a:avLst/>
          </a:prstGeom>
        </p:spPr>
      </p:pic>
    </p:spTree>
    <p:extLst>
      <p:ext uri="{BB962C8B-B14F-4D97-AF65-F5344CB8AC3E}">
        <p14:creationId xmlns:p14="http://schemas.microsoft.com/office/powerpoint/2010/main" val="167432026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3 O Blue green">
    <p:spTree>
      <p:nvGrpSpPr>
        <p:cNvPr id="1" name=""/>
        <p:cNvGrpSpPr/>
        <p:nvPr/>
      </p:nvGrpSpPr>
      <p:grpSpPr>
        <a:xfrm>
          <a:off x="0" y="0"/>
          <a:ext cx="0" cy="0"/>
          <a:chOff x="0" y="0"/>
          <a:chExt cx="0" cy="0"/>
        </a:xfrm>
      </p:grpSpPr>
      <p:pic>
        <p:nvPicPr>
          <p:cNvPr id="11" name="Picture 10" descr="Background pattern&#10;&#10;Description automatically generated">
            <a:extLst>
              <a:ext uri="{FF2B5EF4-FFF2-40B4-BE49-F238E27FC236}">
                <a16:creationId xmlns:a16="http://schemas.microsoft.com/office/drawing/2014/main" id="{18A7CBB0-A767-7247-8638-81BC366967BA}"/>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0" y="0"/>
            <a:ext cx="9144000" cy="5143500"/>
          </a:xfrm>
          <a:prstGeom prst="rect">
            <a:avLst/>
          </a:prstGeom>
        </p:spPr>
      </p:pic>
      <p:pic>
        <p:nvPicPr>
          <p:cNvPr id="13" name="Graphic 12">
            <a:extLst>
              <a:ext uri="{FF2B5EF4-FFF2-40B4-BE49-F238E27FC236}">
                <a16:creationId xmlns:a16="http://schemas.microsoft.com/office/drawing/2014/main" id="{8CEF710E-39E1-082B-B52C-E37B4EEF550E}"/>
              </a:ext>
            </a:extLst>
          </p:cNvPr>
          <p:cNvPicPr>
            <a:picLocks noChangeAspect="1"/>
          </p:cNvPicPr>
          <p:nvPr userDrawn="1"/>
        </p:nvPicPr>
        <p:blipFill rotWithShape="1">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r="25034"/>
          <a:stretch/>
        </p:blipFill>
        <p:spPr>
          <a:xfrm>
            <a:off x="5126775" y="-4796"/>
            <a:ext cx="4017225" cy="5144400"/>
          </a:xfrm>
          <a:prstGeom prst="rect">
            <a:avLst/>
          </a:prstGeom>
        </p:spPr>
      </p:pic>
      <p:sp>
        <p:nvSpPr>
          <p:cNvPr id="14" name="Title 4">
            <a:extLst>
              <a:ext uri="{FF2B5EF4-FFF2-40B4-BE49-F238E27FC236}">
                <a16:creationId xmlns:a16="http://schemas.microsoft.com/office/drawing/2014/main" id="{2C6BDD68-E8AC-9D13-ED1D-D43FFC8357C6}"/>
              </a:ext>
            </a:extLst>
          </p:cNvPr>
          <p:cNvSpPr>
            <a:spLocks noGrp="1"/>
          </p:cNvSpPr>
          <p:nvPr>
            <p:ph type="title" hasCustomPrompt="1"/>
          </p:nvPr>
        </p:nvSpPr>
        <p:spPr>
          <a:xfrm>
            <a:off x="417531" y="1634673"/>
            <a:ext cx="3909884" cy="1244465"/>
          </a:xfrm>
          <a:prstGeom prst="rect">
            <a:avLst/>
          </a:prstGeom>
        </p:spPr>
        <p:txBody>
          <a:bodyPr lIns="0" tIns="0" rIns="0" bIns="0">
            <a:noAutofit/>
          </a:bodyPr>
          <a:lstStyle>
            <a:lvl1pPr marL="0" indent="0" algn="l" defTabSz="914400" rtl="0" eaLnBrk="1" latinLnBrk="0" hangingPunct="1">
              <a:lnSpc>
                <a:spcPct val="100000"/>
              </a:lnSpc>
              <a:spcBef>
                <a:spcPts val="0"/>
              </a:spcBef>
              <a:buFont typeface="Arial" panose="020B0604020202020204" pitchFamily="34" charset="0"/>
              <a:buNone/>
              <a:defRPr lang="en-GB" sz="3600" kern="1200" baseline="0" dirty="0" smtClean="0">
                <a:solidFill>
                  <a:schemeClr val="bg1"/>
                </a:solidFill>
                <a:latin typeface="+mj-lt"/>
                <a:ea typeface="+mn-ea"/>
                <a:cs typeface="+mn-cs"/>
              </a:defRPr>
            </a:lvl1pPr>
          </a:lstStyle>
          <a:p>
            <a:r>
              <a:rPr lang="en-GB" dirty="0"/>
              <a:t>Presentation</a:t>
            </a:r>
            <a:br>
              <a:rPr lang="en-GB" dirty="0"/>
            </a:br>
            <a:r>
              <a:rPr lang="en-GB" dirty="0"/>
              <a:t>Title (2 lines)</a:t>
            </a:r>
          </a:p>
        </p:txBody>
      </p:sp>
      <p:sp>
        <p:nvSpPr>
          <p:cNvPr id="15" name="Text Placeholder 3">
            <a:extLst>
              <a:ext uri="{FF2B5EF4-FFF2-40B4-BE49-F238E27FC236}">
                <a16:creationId xmlns:a16="http://schemas.microsoft.com/office/drawing/2014/main" id="{76BF5CE8-2417-2D5D-75FE-27E0BE07F509}"/>
              </a:ext>
            </a:extLst>
          </p:cNvPr>
          <p:cNvSpPr>
            <a:spLocks noGrp="1"/>
          </p:cNvSpPr>
          <p:nvPr>
            <p:ph type="body" sz="quarter" idx="12" hasCustomPrompt="1"/>
          </p:nvPr>
        </p:nvSpPr>
        <p:spPr>
          <a:xfrm>
            <a:off x="417531" y="3059710"/>
            <a:ext cx="3909884" cy="590953"/>
          </a:xfrm>
          <a:prstGeom prst="rect">
            <a:avLst/>
          </a:prstGeo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800">
                <a:solidFill>
                  <a:schemeClr val="bg1"/>
                </a:solidFill>
                <a:latin typeface="+mn-lt"/>
                <a:ea typeface="Nokia Pure Text Light" panose="020B0403020202020204" pitchFamily="34" charset="0"/>
              </a:defRPr>
            </a:lvl1pPr>
            <a:lvl2pPr marL="230400" indent="0">
              <a:lnSpc>
                <a:spcPct val="100000"/>
              </a:lnSpc>
              <a:spcBef>
                <a:spcPts val="0"/>
              </a:spcBef>
              <a:spcAft>
                <a:spcPts val="600"/>
              </a:spcAft>
              <a:buNone/>
              <a:defRPr sz="1400">
                <a:solidFill>
                  <a:schemeClr val="bg1"/>
                </a:solidFill>
                <a:latin typeface="+mn-lt"/>
                <a:ea typeface="Nokia Pure Text Light" panose="020B0403020202020204" pitchFamily="34" charset="0"/>
              </a:defRPr>
            </a:lvl2pPr>
            <a:lvl3pPr marL="462600" indent="0">
              <a:lnSpc>
                <a:spcPct val="100000"/>
              </a:lnSpc>
              <a:spcBef>
                <a:spcPts val="0"/>
              </a:spcBef>
              <a:spcAft>
                <a:spcPts val="600"/>
              </a:spcAft>
              <a:buNone/>
              <a:defRPr sz="1200">
                <a:solidFill>
                  <a:schemeClr val="bg1"/>
                </a:solidFill>
                <a:latin typeface="+mn-lt"/>
                <a:ea typeface="Nokia Pure Text Light" panose="020B0403020202020204" pitchFamily="34" charset="0"/>
              </a:defRPr>
            </a:lvl3pPr>
            <a:lvl4pPr marL="693000" indent="0">
              <a:lnSpc>
                <a:spcPct val="100000"/>
              </a:lnSpc>
              <a:spcBef>
                <a:spcPts val="0"/>
              </a:spcBef>
              <a:spcAft>
                <a:spcPts val="600"/>
              </a:spcAft>
              <a:buNone/>
              <a:defRPr sz="1000">
                <a:solidFill>
                  <a:schemeClr val="bg1"/>
                </a:solidFill>
                <a:latin typeface="+mn-lt"/>
                <a:ea typeface="Nokia Pure Text Light" panose="020B0403020202020204" pitchFamily="34" charset="0"/>
              </a:defRPr>
            </a:lvl4pPr>
            <a:lvl5pPr marL="923400" indent="0">
              <a:lnSpc>
                <a:spcPct val="100000"/>
              </a:lnSpc>
              <a:spcBef>
                <a:spcPts val="0"/>
              </a:spcBef>
              <a:spcAft>
                <a:spcPts val="600"/>
              </a:spcAft>
              <a:buFont typeface="Arial" panose="020B0604020202020204" pitchFamily="34" charset="0"/>
              <a:buNone/>
              <a:defRPr sz="900">
                <a:solidFill>
                  <a:schemeClr val="bg1"/>
                </a:solidFill>
                <a:latin typeface="+mn-lt"/>
                <a:ea typeface="Nokia Pure Text Light" panose="020B0403020202020204" pitchFamily="34" charset="0"/>
              </a:defRPr>
            </a:lvl5pPr>
            <a:lvl6pPr marL="1153800" indent="0">
              <a:spcBef>
                <a:spcPts val="0"/>
              </a:spcBef>
              <a:spcAft>
                <a:spcPts val="600"/>
              </a:spcAft>
              <a:buFont typeface="Nokia Pure Text" panose="020B0503020202020204" pitchFamily="34" charset="0"/>
              <a:buNone/>
              <a:defRPr sz="800" baseline="0">
                <a:solidFill>
                  <a:schemeClr val="tx2"/>
                </a:solidFill>
                <a:latin typeface="Nokia Pure Text Light" panose="020B0403020202020204" pitchFamily="34" charset="0"/>
                <a:ea typeface="Nokia Pure Text Light" panose="020B0403020202020204" pitchFamily="34" charset="0"/>
              </a:defRPr>
            </a:lvl6pPr>
            <a:lvl7pPr marL="1384200" indent="0">
              <a:spcBef>
                <a:spcPts val="0"/>
              </a:spcBef>
              <a:spcAft>
                <a:spcPts val="600"/>
              </a:spcAft>
              <a:buNone/>
              <a:defRPr sz="700">
                <a:solidFill>
                  <a:schemeClr val="tx2"/>
                </a:solidFill>
                <a:latin typeface="Nokia Pure Text Light" panose="020B0403020202020204" pitchFamily="34" charset="0"/>
                <a:ea typeface="Nokia Pure Text Light" panose="020B0403020202020204" pitchFamily="34" charset="0"/>
              </a:defRPr>
            </a:lvl7pPr>
            <a:lvl8pPr marL="1614600" indent="0">
              <a:spcBef>
                <a:spcPts val="0"/>
              </a:spcBef>
              <a:spcAft>
                <a:spcPts val="600"/>
              </a:spcAft>
              <a:buNone/>
              <a:defRPr sz="600">
                <a:solidFill>
                  <a:schemeClr val="tx2"/>
                </a:solidFill>
                <a:latin typeface="Nokia Pure Text Light" panose="020B0403020202020204" pitchFamily="34" charset="0"/>
                <a:ea typeface="Nokia Pure Text Light" panose="020B0403020202020204" pitchFamily="34" charset="0"/>
              </a:defRPr>
            </a:lvl8pPr>
          </a:lstStyle>
          <a:p>
            <a:pPr lvl="0"/>
            <a:r>
              <a:rPr lang="en-US" dirty="0"/>
              <a:t>Subtitle/Author</a:t>
            </a:r>
          </a:p>
        </p:txBody>
      </p:sp>
      <p:sp>
        <p:nvSpPr>
          <p:cNvPr id="2" name="TextBox 1">
            <a:extLst>
              <a:ext uri="{FF2B5EF4-FFF2-40B4-BE49-F238E27FC236}">
                <a16:creationId xmlns:a16="http://schemas.microsoft.com/office/drawing/2014/main" id="{87C7B85A-D75A-1A9C-EB9E-1F10BCD7B186}"/>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7" name="Slide Number Placeholder 5">
            <a:extLst>
              <a:ext uri="{FF2B5EF4-FFF2-40B4-BE49-F238E27FC236}">
                <a16:creationId xmlns:a16="http://schemas.microsoft.com/office/drawing/2014/main" id="{24452E9D-9590-537A-1306-6AC3186A676C}"/>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cxnSp>
        <p:nvCxnSpPr>
          <p:cNvPr id="9" name="Straight Connector 8">
            <a:extLst>
              <a:ext uri="{FF2B5EF4-FFF2-40B4-BE49-F238E27FC236}">
                <a16:creationId xmlns:a16="http://schemas.microsoft.com/office/drawing/2014/main" id="{A933135B-E6E0-A180-C59B-EA4745CE657B}"/>
              </a:ext>
            </a:extLst>
          </p:cNvPr>
          <p:cNvCxnSpPr>
            <a:cxnSpLocks/>
          </p:cNvCxnSpPr>
          <p:nvPr userDrawn="1"/>
        </p:nvCxnSpPr>
        <p:spPr>
          <a:xfrm>
            <a:off x="1400627" y="4830552"/>
            <a:ext cx="0" cy="144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Footer Placeholder 2">
            <a:extLst>
              <a:ext uri="{FF2B5EF4-FFF2-40B4-BE49-F238E27FC236}">
                <a16:creationId xmlns:a16="http://schemas.microsoft.com/office/drawing/2014/main" id="{1E1E5813-C891-EC55-3C61-8BA65C529DFC}"/>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Apply appropriate data classification. Apply document ID (if applicable).</a:t>
            </a:r>
            <a:endParaRPr lang="en-US" dirty="0"/>
          </a:p>
        </p:txBody>
      </p:sp>
      <p:pic>
        <p:nvPicPr>
          <p:cNvPr id="18" name="Picture 17">
            <a:extLst>
              <a:ext uri="{FF2B5EF4-FFF2-40B4-BE49-F238E27FC236}">
                <a16:creationId xmlns:a16="http://schemas.microsoft.com/office/drawing/2014/main" id="{698458B9-3ACA-BE02-0F71-16223C463F6C}"/>
              </a:ext>
            </a:extLst>
          </p:cNvPr>
          <p:cNvPicPr>
            <a:picLocks noChangeAspect="1"/>
          </p:cNvPicPr>
          <p:nvPr userDrawn="1"/>
        </p:nvPicPr>
        <p:blipFill>
          <a:blip r:embed="rId5"/>
          <a:stretch>
            <a:fillRect/>
          </a:stretch>
        </p:blipFill>
        <p:spPr>
          <a:xfrm>
            <a:off x="6355626" y="2256905"/>
            <a:ext cx="2650098" cy="427847"/>
          </a:xfrm>
          <a:prstGeom prst="rect">
            <a:avLst/>
          </a:prstGeom>
        </p:spPr>
      </p:pic>
    </p:spTree>
    <p:extLst>
      <p:ext uri="{BB962C8B-B14F-4D97-AF65-F5344CB8AC3E}">
        <p14:creationId xmlns:p14="http://schemas.microsoft.com/office/powerpoint/2010/main" val="195699756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3 O Blue pink">
    <p:spTree>
      <p:nvGrpSpPr>
        <p:cNvPr id="1" name=""/>
        <p:cNvGrpSpPr/>
        <p:nvPr/>
      </p:nvGrpSpPr>
      <p:grpSpPr>
        <a:xfrm>
          <a:off x="0" y="0"/>
          <a:ext cx="0" cy="0"/>
          <a:chOff x="0" y="0"/>
          <a:chExt cx="0" cy="0"/>
        </a:xfrm>
      </p:grpSpPr>
      <p:pic>
        <p:nvPicPr>
          <p:cNvPr id="10" name="Picture 9" descr="Background pattern&#10;&#10;Description automatically generated">
            <a:extLst>
              <a:ext uri="{FF2B5EF4-FFF2-40B4-BE49-F238E27FC236}">
                <a16:creationId xmlns:a16="http://schemas.microsoft.com/office/drawing/2014/main" id="{B7370059-157B-625C-8521-D3FCF8A22DA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0" y="0"/>
            <a:ext cx="9144000" cy="5143500"/>
          </a:xfrm>
          <a:prstGeom prst="rect">
            <a:avLst/>
          </a:prstGeom>
        </p:spPr>
      </p:pic>
      <p:pic>
        <p:nvPicPr>
          <p:cNvPr id="14" name="Graphic 13">
            <a:extLst>
              <a:ext uri="{FF2B5EF4-FFF2-40B4-BE49-F238E27FC236}">
                <a16:creationId xmlns:a16="http://schemas.microsoft.com/office/drawing/2014/main" id="{F41E3DBD-A4E2-6EF5-8073-EED87395D745}"/>
              </a:ext>
            </a:extLst>
          </p:cNvPr>
          <p:cNvPicPr>
            <a:picLocks noChangeAspect="1"/>
          </p:cNvPicPr>
          <p:nvPr userDrawn="1"/>
        </p:nvPicPr>
        <p:blipFill rotWithShape="1">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r="25034"/>
          <a:stretch/>
        </p:blipFill>
        <p:spPr>
          <a:xfrm>
            <a:off x="5126775" y="-4796"/>
            <a:ext cx="4017225" cy="5144400"/>
          </a:xfrm>
          <a:prstGeom prst="rect">
            <a:avLst/>
          </a:prstGeom>
        </p:spPr>
      </p:pic>
      <p:sp>
        <p:nvSpPr>
          <p:cNvPr id="15" name="Title 4">
            <a:extLst>
              <a:ext uri="{FF2B5EF4-FFF2-40B4-BE49-F238E27FC236}">
                <a16:creationId xmlns:a16="http://schemas.microsoft.com/office/drawing/2014/main" id="{60E8CE17-B2D0-B92F-1A9F-C72280B6E9A3}"/>
              </a:ext>
            </a:extLst>
          </p:cNvPr>
          <p:cNvSpPr>
            <a:spLocks noGrp="1"/>
          </p:cNvSpPr>
          <p:nvPr>
            <p:ph type="title" hasCustomPrompt="1"/>
          </p:nvPr>
        </p:nvSpPr>
        <p:spPr>
          <a:xfrm>
            <a:off x="417531" y="1634673"/>
            <a:ext cx="3909884" cy="1244465"/>
          </a:xfrm>
          <a:prstGeom prst="rect">
            <a:avLst/>
          </a:prstGeom>
        </p:spPr>
        <p:txBody>
          <a:bodyPr lIns="0" tIns="0" rIns="0" bIns="0">
            <a:noAutofit/>
          </a:bodyPr>
          <a:lstStyle>
            <a:lvl1pPr marL="0" indent="0" algn="l" defTabSz="914400" rtl="0" eaLnBrk="1" latinLnBrk="0" hangingPunct="1">
              <a:lnSpc>
                <a:spcPct val="100000"/>
              </a:lnSpc>
              <a:spcBef>
                <a:spcPts val="0"/>
              </a:spcBef>
              <a:buFont typeface="Arial" panose="020B0604020202020204" pitchFamily="34" charset="0"/>
              <a:buNone/>
              <a:defRPr lang="en-GB" sz="3600" kern="1200" baseline="0" dirty="0" smtClean="0">
                <a:solidFill>
                  <a:schemeClr val="bg1"/>
                </a:solidFill>
                <a:latin typeface="+mj-lt"/>
                <a:ea typeface="+mn-ea"/>
                <a:cs typeface="+mn-cs"/>
              </a:defRPr>
            </a:lvl1pPr>
          </a:lstStyle>
          <a:p>
            <a:r>
              <a:rPr lang="en-GB" dirty="0"/>
              <a:t>Presentation</a:t>
            </a:r>
            <a:br>
              <a:rPr lang="en-GB" dirty="0"/>
            </a:br>
            <a:r>
              <a:rPr lang="en-GB" dirty="0"/>
              <a:t>Title (2 lines)</a:t>
            </a:r>
          </a:p>
        </p:txBody>
      </p:sp>
      <p:sp>
        <p:nvSpPr>
          <p:cNvPr id="16" name="Text Placeholder 3">
            <a:extLst>
              <a:ext uri="{FF2B5EF4-FFF2-40B4-BE49-F238E27FC236}">
                <a16:creationId xmlns:a16="http://schemas.microsoft.com/office/drawing/2014/main" id="{6BEF90E0-A2AA-9B05-58FB-3D4109E95C42}"/>
              </a:ext>
            </a:extLst>
          </p:cNvPr>
          <p:cNvSpPr>
            <a:spLocks noGrp="1"/>
          </p:cNvSpPr>
          <p:nvPr>
            <p:ph type="body" sz="quarter" idx="12" hasCustomPrompt="1"/>
          </p:nvPr>
        </p:nvSpPr>
        <p:spPr>
          <a:xfrm>
            <a:off x="417531" y="3059710"/>
            <a:ext cx="3909884" cy="590953"/>
          </a:xfrm>
          <a:prstGeom prst="rect">
            <a:avLst/>
          </a:prstGeo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800">
                <a:solidFill>
                  <a:schemeClr val="bg1"/>
                </a:solidFill>
                <a:latin typeface="+mn-lt"/>
                <a:ea typeface="Nokia Pure Text Light" panose="020B0403020202020204" pitchFamily="34" charset="0"/>
              </a:defRPr>
            </a:lvl1pPr>
            <a:lvl2pPr marL="230400" indent="0">
              <a:lnSpc>
                <a:spcPct val="100000"/>
              </a:lnSpc>
              <a:spcBef>
                <a:spcPts val="0"/>
              </a:spcBef>
              <a:spcAft>
                <a:spcPts val="600"/>
              </a:spcAft>
              <a:buNone/>
              <a:defRPr sz="1400">
                <a:solidFill>
                  <a:schemeClr val="bg1"/>
                </a:solidFill>
                <a:latin typeface="+mn-lt"/>
                <a:ea typeface="Nokia Pure Text Light" panose="020B0403020202020204" pitchFamily="34" charset="0"/>
              </a:defRPr>
            </a:lvl2pPr>
            <a:lvl3pPr marL="462600" indent="0">
              <a:lnSpc>
                <a:spcPct val="100000"/>
              </a:lnSpc>
              <a:spcBef>
                <a:spcPts val="0"/>
              </a:spcBef>
              <a:spcAft>
                <a:spcPts val="600"/>
              </a:spcAft>
              <a:buNone/>
              <a:defRPr sz="1200">
                <a:solidFill>
                  <a:schemeClr val="bg1"/>
                </a:solidFill>
                <a:latin typeface="+mn-lt"/>
                <a:ea typeface="Nokia Pure Text Light" panose="020B0403020202020204" pitchFamily="34" charset="0"/>
              </a:defRPr>
            </a:lvl3pPr>
            <a:lvl4pPr marL="693000" indent="0">
              <a:lnSpc>
                <a:spcPct val="100000"/>
              </a:lnSpc>
              <a:spcBef>
                <a:spcPts val="0"/>
              </a:spcBef>
              <a:spcAft>
                <a:spcPts val="600"/>
              </a:spcAft>
              <a:buNone/>
              <a:defRPr sz="1000">
                <a:solidFill>
                  <a:schemeClr val="bg1"/>
                </a:solidFill>
                <a:latin typeface="+mn-lt"/>
                <a:ea typeface="Nokia Pure Text Light" panose="020B0403020202020204" pitchFamily="34" charset="0"/>
              </a:defRPr>
            </a:lvl4pPr>
            <a:lvl5pPr marL="923400" indent="0">
              <a:lnSpc>
                <a:spcPct val="100000"/>
              </a:lnSpc>
              <a:spcBef>
                <a:spcPts val="0"/>
              </a:spcBef>
              <a:spcAft>
                <a:spcPts val="600"/>
              </a:spcAft>
              <a:buFont typeface="Arial" panose="020B0604020202020204" pitchFamily="34" charset="0"/>
              <a:buNone/>
              <a:defRPr sz="900">
                <a:solidFill>
                  <a:schemeClr val="bg1"/>
                </a:solidFill>
                <a:latin typeface="+mn-lt"/>
                <a:ea typeface="Nokia Pure Text Light" panose="020B0403020202020204" pitchFamily="34" charset="0"/>
              </a:defRPr>
            </a:lvl5pPr>
            <a:lvl6pPr marL="1153800" indent="0">
              <a:spcBef>
                <a:spcPts val="0"/>
              </a:spcBef>
              <a:spcAft>
                <a:spcPts val="600"/>
              </a:spcAft>
              <a:buFont typeface="Nokia Pure Text" panose="020B0503020202020204" pitchFamily="34" charset="0"/>
              <a:buNone/>
              <a:defRPr sz="800" baseline="0">
                <a:solidFill>
                  <a:schemeClr val="tx2"/>
                </a:solidFill>
                <a:latin typeface="Nokia Pure Text Light" panose="020B0403020202020204" pitchFamily="34" charset="0"/>
                <a:ea typeface="Nokia Pure Text Light" panose="020B0403020202020204" pitchFamily="34" charset="0"/>
              </a:defRPr>
            </a:lvl6pPr>
            <a:lvl7pPr marL="1384200" indent="0">
              <a:spcBef>
                <a:spcPts val="0"/>
              </a:spcBef>
              <a:spcAft>
                <a:spcPts val="600"/>
              </a:spcAft>
              <a:buNone/>
              <a:defRPr sz="700">
                <a:solidFill>
                  <a:schemeClr val="tx2"/>
                </a:solidFill>
                <a:latin typeface="Nokia Pure Text Light" panose="020B0403020202020204" pitchFamily="34" charset="0"/>
                <a:ea typeface="Nokia Pure Text Light" panose="020B0403020202020204" pitchFamily="34" charset="0"/>
              </a:defRPr>
            </a:lvl7pPr>
            <a:lvl8pPr marL="1614600" indent="0">
              <a:spcBef>
                <a:spcPts val="0"/>
              </a:spcBef>
              <a:spcAft>
                <a:spcPts val="600"/>
              </a:spcAft>
              <a:buNone/>
              <a:defRPr sz="600">
                <a:solidFill>
                  <a:schemeClr val="tx2"/>
                </a:solidFill>
                <a:latin typeface="Nokia Pure Text Light" panose="020B0403020202020204" pitchFamily="34" charset="0"/>
                <a:ea typeface="Nokia Pure Text Light" panose="020B0403020202020204" pitchFamily="34" charset="0"/>
              </a:defRPr>
            </a:lvl8pPr>
          </a:lstStyle>
          <a:p>
            <a:pPr lvl="0"/>
            <a:r>
              <a:rPr lang="en-US" dirty="0"/>
              <a:t>Subtitle/Author</a:t>
            </a:r>
          </a:p>
        </p:txBody>
      </p:sp>
      <p:sp>
        <p:nvSpPr>
          <p:cNvPr id="2" name="TextBox 1">
            <a:extLst>
              <a:ext uri="{FF2B5EF4-FFF2-40B4-BE49-F238E27FC236}">
                <a16:creationId xmlns:a16="http://schemas.microsoft.com/office/drawing/2014/main" id="{9DC94188-095E-2B15-B1C9-BFEA9CD8AD50}"/>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3" name="Slide Number Placeholder 5">
            <a:extLst>
              <a:ext uri="{FF2B5EF4-FFF2-40B4-BE49-F238E27FC236}">
                <a16:creationId xmlns:a16="http://schemas.microsoft.com/office/drawing/2014/main" id="{40B3BB8B-340F-1B2C-CFDB-82FD55A3DEA0}"/>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cxnSp>
        <p:nvCxnSpPr>
          <p:cNvPr id="4" name="Straight Connector 3">
            <a:extLst>
              <a:ext uri="{FF2B5EF4-FFF2-40B4-BE49-F238E27FC236}">
                <a16:creationId xmlns:a16="http://schemas.microsoft.com/office/drawing/2014/main" id="{43C0A07D-57CA-BFF4-F4D9-3C2FC68A3915}"/>
              </a:ext>
            </a:extLst>
          </p:cNvPr>
          <p:cNvCxnSpPr>
            <a:cxnSpLocks/>
          </p:cNvCxnSpPr>
          <p:nvPr userDrawn="1"/>
        </p:nvCxnSpPr>
        <p:spPr>
          <a:xfrm>
            <a:off x="1400627" y="4830552"/>
            <a:ext cx="0" cy="144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Footer Placeholder 2">
            <a:extLst>
              <a:ext uri="{FF2B5EF4-FFF2-40B4-BE49-F238E27FC236}">
                <a16:creationId xmlns:a16="http://schemas.microsoft.com/office/drawing/2014/main" id="{8C2925E9-CEC5-C2C9-18E8-E9BC48F8A75A}"/>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Apply appropriate data classification. Apply document ID (if applicable).</a:t>
            </a:r>
            <a:endParaRPr lang="en-US" dirty="0"/>
          </a:p>
        </p:txBody>
      </p:sp>
      <p:pic>
        <p:nvPicPr>
          <p:cNvPr id="11" name="Picture 10">
            <a:extLst>
              <a:ext uri="{FF2B5EF4-FFF2-40B4-BE49-F238E27FC236}">
                <a16:creationId xmlns:a16="http://schemas.microsoft.com/office/drawing/2014/main" id="{0B71F845-F4E0-2DE9-F3F0-650EB63E1A61}"/>
              </a:ext>
            </a:extLst>
          </p:cNvPr>
          <p:cNvPicPr>
            <a:picLocks noChangeAspect="1"/>
          </p:cNvPicPr>
          <p:nvPr userDrawn="1"/>
        </p:nvPicPr>
        <p:blipFill>
          <a:blip r:embed="rId5"/>
          <a:stretch>
            <a:fillRect/>
          </a:stretch>
        </p:blipFill>
        <p:spPr>
          <a:xfrm>
            <a:off x="6355626" y="2256905"/>
            <a:ext cx="2650098" cy="427847"/>
          </a:xfrm>
          <a:prstGeom prst="rect">
            <a:avLst/>
          </a:prstGeom>
        </p:spPr>
      </p:pic>
    </p:spTree>
    <p:extLst>
      <p:ext uri="{BB962C8B-B14F-4D97-AF65-F5344CB8AC3E}">
        <p14:creationId xmlns:p14="http://schemas.microsoft.com/office/powerpoint/2010/main" val="335331133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3 O Blue green 2">
    <p:spTree>
      <p:nvGrpSpPr>
        <p:cNvPr id="1" name=""/>
        <p:cNvGrpSpPr/>
        <p:nvPr/>
      </p:nvGrpSpPr>
      <p:grpSpPr>
        <a:xfrm>
          <a:off x="0" y="0"/>
          <a:ext cx="0" cy="0"/>
          <a:chOff x="0" y="0"/>
          <a:chExt cx="0" cy="0"/>
        </a:xfrm>
      </p:grpSpPr>
      <p:pic>
        <p:nvPicPr>
          <p:cNvPr id="9" name="Picture 8" descr="Background pattern&#10;&#10;Description automatically generated">
            <a:extLst>
              <a:ext uri="{FF2B5EF4-FFF2-40B4-BE49-F238E27FC236}">
                <a16:creationId xmlns:a16="http://schemas.microsoft.com/office/drawing/2014/main" id="{7A20ED13-DCC3-ED6C-4FB2-2B64E7F0411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0" y="0"/>
            <a:ext cx="9144000" cy="5143500"/>
          </a:xfrm>
          <a:prstGeom prst="rect">
            <a:avLst/>
          </a:prstGeom>
        </p:spPr>
      </p:pic>
      <p:pic>
        <p:nvPicPr>
          <p:cNvPr id="16" name="Graphic 15">
            <a:extLst>
              <a:ext uri="{FF2B5EF4-FFF2-40B4-BE49-F238E27FC236}">
                <a16:creationId xmlns:a16="http://schemas.microsoft.com/office/drawing/2014/main" id="{B9438AB4-120A-6B68-C6A3-6BD51CF52D24}"/>
              </a:ext>
            </a:extLst>
          </p:cNvPr>
          <p:cNvPicPr>
            <a:picLocks noChangeAspect="1"/>
          </p:cNvPicPr>
          <p:nvPr userDrawn="1"/>
        </p:nvPicPr>
        <p:blipFill rotWithShape="1">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r="25034"/>
          <a:stretch/>
        </p:blipFill>
        <p:spPr>
          <a:xfrm>
            <a:off x="5126775" y="-4796"/>
            <a:ext cx="4017225" cy="5144400"/>
          </a:xfrm>
          <a:prstGeom prst="rect">
            <a:avLst/>
          </a:prstGeom>
        </p:spPr>
      </p:pic>
      <p:sp>
        <p:nvSpPr>
          <p:cNvPr id="17" name="Title 4">
            <a:extLst>
              <a:ext uri="{FF2B5EF4-FFF2-40B4-BE49-F238E27FC236}">
                <a16:creationId xmlns:a16="http://schemas.microsoft.com/office/drawing/2014/main" id="{184C4A7B-1AC5-72AD-EB05-210AB3D4C140}"/>
              </a:ext>
            </a:extLst>
          </p:cNvPr>
          <p:cNvSpPr>
            <a:spLocks noGrp="1"/>
          </p:cNvSpPr>
          <p:nvPr>
            <p:ph type="title" hasCustomPrompt="1"/>
          </p:nvPr>
        </p:nvSpPr>
        <p:spPr>
          <a:xfrm>
            <a:off x="417531" y="1634673"/>
            <a:ext cx="3909884" cy="1244465"/>
          </a:xfrm>
          <a:prstGeom prst="rect">
            <a:avLst/>
          </a:prstGeom>
        </p:spPr>
        <p:txBody>
          <a:bodyPr lIns="0" tIns="0" rIns="0" bIns="0">
            <a:noAutofit/>
          </a:bodyPr>
          <a:lstStyle>
            <a:lvl1pPr marL="0" indent="0" algn="l" defTabSz="914400" rtl="0" eaLnBrk="1" latinLnBrk="0" hangingPunct="1">
              <a:lnSpc>
                <a:spcPct val="100000"/>
              </a:lnSpc>
              <a:spcBef>
                <a:spcPts val="0"/>
              </a:spcBef>
              <a:buFont typeface="Arial" panose="020B0604020202020204" pitchFamily="34" charset="0"/>
              <a:buNone/>
              <a:defRPr lang="en-GB" sz="3600" kern="1200" baseline="0" dirty="0" smtClean="0">
                <a:solidFill>
                  <a:schemeClr val="bg1"/>
                </a:solidFill>
                <a:latin typeface="+mj-lt"/>
                <a:ea typeface="+mn-ea"/>
                <a:cs typeface="+mn-cs"/>
              </a:defRPr>
            </a:lvl1pPr>
          </a:lstStyle>
          <a:p>
            <a:r>
              <a:rPr lang="en-GB" dirty="0"/>
              <a:t>Presentation</a:t>
            </a:r>
            <a:br>
              <a:rPr lang="en-GB" dirty="0"/>
            </a:br>
            <a:r>
              <a:rPr lang="en-GB" dirty="0"/>
              <a:t>Title (2 lines)</a:t>
            </a:r>
          </a:p>
        </p:txBody>
      </p:sp>
      <p:sp>
        <p:nvSpPr>
          <p:cNvPr id="18" name="Text Placeholder 3">
            <a:extLst>
              <a:ext uri="{FF2B5EF4-FFF2-40B4-BE49-F238E27FC236}">
                <a16:creationId xmlns:a16="http://schemas.microsoft.com/office/drawing/2014/main" id="{A5F506F4-DF34-76FB-83D6-A513173F8EFA}"/>
              </a:ext>
            </a:extLst>
          </p:cNvPr>
          <p:cNvSpPr>
            <a:spLocks noGrp="1"/>
          </p:cNvSpPr>
          <p:nvPr>
            <p:ph type="body" sz="quarter" idx="12" hasCustomPrompt="1"/>
          </p:nvPr>
        </p:nvSpPr>
        <p:spPr>
          <a:xfrm>
            <a:off x="417531" y="3059710"/>
            <a:ext cx="3909884" cy="590953"/>
          </a:xfrm>
          <a:prstGeom prst="rect">
            <a:avLst/>
          </a:prstGeo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800">
                <a:solidFill>
                  <a:schemeClr val="bg1"/>
                </a:solidFill>
                <a:latin typeface="+mn-lt"/>
                <a:ea typeface="Nokia Pure Text Light" panose="020B0403020202020204" pitchFamily="34" charset="0"/>
              </a:defRPr>
            </a:lvl1pPr>
            <a:lvl2pPr marL="230400" indent="0">
              <a:lnSpc>
                <a:spcPct val="100000"/>
              </a:lnSpc>
              <a:spcBef>
                <a:spcPts val="0"/>
              </a:spcBef>
              <a:spcAft>
                <a:spcPts val="600"/>
              </a:spcAft>
              <a:buNone/>
              <a:defRPr sz="1400">
                <a:solidFill>
                  <a:schemeClr val="bg1"/>
                </a:solidFill>
                <a:latin typeface="+mn-lt"/>
                <a:ea typeface="Nokia Pure Text Light" panose="020B0403020202020204" pitchFamily="34" charset="0"/>
              </a:defRPr>
            </a:lvl2pPr>
            <a:lvl3pPr marL="462600" indent="0">
              <a:lnSpc>
                <a:spcPct val="100000"/>
              </a:lnSpc>
              <a:spcBef>
                <a:spcPts val="0"/>
              </a:spcBef>
              <a:spcAft>
                <a:spcPts val="600"/>
              </a:spcAft>
              <a:buNone/>
              <a:defRPr sz="1200">
                <a:solidFill>
                  <a:schemeClr val="bg1"/>
                </a:solidFill>
                <a:latin typeface="+mn-lt"/>
                <a:ea typeface="Nokia Pure Text Light" panose="020B0403020202020204" pitchFamily="34" charset="0"/>
              </a:defRPr>
            </a:lvl3pPr>
            <a:lvl4pPr marL="693000" indent="0">
              <a:lnSpc>
                <a:spcPct val="100000"/>
              </a:lnSpc>
              <a:spcBef>
                <a:spcPts val="0"/>
              </a:spcBef>
              <a:spcAft>
                <a:spcPts val="600"/>
              </a:spcAft>
              <a:buNone/>
              <a:defRPr sz="1000">
                <a:solidFill>
                  <a:schemeClr val="bg1"/>
                </a:solidFill>
                <a:latin typeface="+mn-lt"/>
                <a:ea typeface="Nokia Pure Text Light" panose="020B0403020202020204" pitchFamily="34" charset="0"/>
              </a:defRPr>
            </a:lvl4pPr>
            <a:lvl5pPr marL="923400" indent="0">
              <a:lnSpc>
                <a:spcPct val="100000"/>
              </a:lnSpc>
              <a:spcBef>
                <a:spcPts val="0"/>
              </a:spcBef>
              <a:spcAft>
                <a:spcPts val="600"/>
              </a:spcAft>
              <a:buFont typeface="Arial" panose="020B0604020202020204" pitchFamily="34" charset="0"/>
              <a:buNone/>
              <a:defRPr sz="900">
                <a:solidFill>
                  <a:schemeClr val="bg1"/>
                </a:solidFill>
                <a:latin typeface="+mn-lt"/>
                <a:ea typeface="Nokia Pure Text Light" panose="020B0403020202020204" pitchFamily="34" charset="0"/>
              </a:defRPr>
            </a:lvl5pPr>
            <a:lvl6pPr marL="1153800" indent="0">
              <a:spcBef>
                <a:spcPts val="0"/>
              </a:spcBef>
              <a:spcAft>
                <a:spcPts val="600"/>
              </a:spcAft>
              <a:buFont typeface="Nokia Pure Text" panose="020B0503020202020204" pitchFamily="34" charset="0"/>
              <a:buNone/>
              <a:defRPr sz="800" baseline="0">
                <a:solidFill>
                  <a:schemeClr val="tx2"/>
                </a:solidFill>
                <a:latin typeface="Nokia Pure Text Light" panose="020B0403020202020204" pitchFamily="34" charset="0"/>
                <a:ea typeface="Nokia Pure Text Light" panose="020B0403020202020204" pitchFamily="34" charset="0"/>
              </a:defRPr>
            </a:lvl6pPr>
            <a:lvl7pPr marL="1384200" indent="0">
              <a:spcBef>
                <a:spcPts val="0"/>
              </a:spcBef>
              <a:spcAft>
                <a:spcPts val="600"/>
              </a:spcAft>
              <a:buNone/>
              <a:defRPr sz="700">
                <a:solidFill>
                  <a:schemeClr val="tx2"/>
                </a:solidFill>
                <a:latin typeface="Nokia Pure Text Light" panose="020B0403020202020204" pitchFamily="34" charset="0"/>
                <a:ea typeface="Nokia Pure Text Light" panose="020B0403020202020204" pitchFamily="34" charset="0"/>
              </a:defRPr>
            </a:lvl7pPr>
            <a:lvl8pPr marL="1614600" indent="0">
              <a:spcBef>
                <a:spcPts val="0"/>
              </a:spcBef>
              <a:spcAft>
                <a:spcPts val="600"/>
              </a:spcAft>
              <a:buNone/>
              <a:defRPr sz="600">
                <a:solidFill>
                  <a:schemeClr val="tx2"/>
                </a:solidFill>
                <a:latin typeface="Nokia Pure Text Light" panose="020B0403020202020204" pitchFamily="34" charset="0"/>
                <a:ea typeface="Nokia Pure Text Light" panose="020B0403020202020204" pitchFamily="34" charset="0"/>
              </a:defRPr>
            </a:lvl8pPr>
          </a:lstStyle>
          <a:p>
            <a:pPr lvl="0"/>
            <a:r>
              <a:rPr lang="en-US" dirty="0"/>
              <a:t>Subtitle/Author</a:t>
            </a:r>
          </a:p>
        </p:txBody>
      </p:sp>
      <p:sp>
        <p:nvSpPr>
          <p:cNvPr id="2" name="TextBox 1">
            <a:extLst>
              <a:ext uri="{FF2B5EF4-FFF2-40B4-BE49-F238E27FC236}">
                <a16:creationId xmlns:a16="http://schemas.microsoft.com/office/drawing/2014/main" id="{3A992705-E3A1-420B-69C5-44919D450577}"/>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2024 </a:t>
            </a:r>
          </a:p>
        </p:txBody>
      </p:sp>
      <p:sp>
        <p:nvSpPr>
          <p:cNvPr id="3" name="Slide Number Placeholder 5">
            <a:extLst>
              <a:ext uri="{FF2B5EF4-FFF2-40B4-BE49-F238E27FC236}">
                <a16:creationId xmlns:a16="http://schemas.microsoft.com/office/drawing/2014/main" id="{73489F46-0E66-3662-9807-C4103C37498F}"/>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cxnSp>
        <p:nvCxnSpPr>
          <p:cNvPr id="4" name="Straight Connector 3">
            <a:extLst>
              <a:ext uri="{FF2B5EF4-FFF2-40B4-BE49-F238E27FC236}">
                <a16:creationId xmlns:a16="http://schemas.microsoft.com/office/drawing/2014/main" id="{124CC0F3-7292-1366-D942-BE5A3E145A42}"/>
              </a:ext>
            </a:extLst>
          </p:cNvPr>
          <p:cNvCxnSpPr>
            <a:cxnSpLocks/>
          </p:cNvCxnSpPr>
          <p:nvPr userDrawn="1"/>
        </p:nvCxnSpPr>
        <p:spPr>
          <a:xfrm>
            <a:off x="1400627" y="4830552"/>
            <a:ext cx="0" cy="144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Footer Placeholder 2">
            <a:extLst>
              <a:ext uri="{FF2B5EF4-FFF2-40B4-BE49-F238E27FC236}">
                <a16:creationId xmlns:a16="http://schemas.microsoft.com/office/drawing/2014/main" id="{BB3465A8-86A3-4978-6D3F-E97750AC1CDF}"/>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Apply appropriate data classification. Apply document ID (if applicable).</a:t>
            </a:r>
            <a:endParaRPr lang="en-US" dirty="0"/>
          </a:p>
        </p:txBody>
      </p:sp>
      <p:pic>
        <p:nvPicPr>
          <p:cNvPr id="19" name="Picture 18">
            <a:extLst>
              <a:ext uri="{FF2B5EF4-FFF2-40B4-BE49-F238E27FC236}">
                <a16:creationId xmlns:a16="http://schemas.microsoft.com/office/drawing/2014/main" id="{84223893-9961-664F-1926-45CDCA3F1F88}"/>
              </a:ext>
            </a:extLst>
          </p:cNvPr>
          <p:cNvPicPr>
            <a:picLocks noChangeAspect="1"/>
          </p:cNvPicPr>
          <p:nvPr userDrawn="1"/>
        </p:nvPicPr>
        <p:blipFill>
          <a:blip r:embed="rId5"/>
          <a:stretch>
            <a:fillRect/>
          </a:stretch>
        </p:blipFill>
        <p:spPr>
          <a:xfrm>
            <a:off x="6355626" y="2256905"/>
            <a:ext cx="2650098" cy="427847"/>
          </a:xfrm>
          <a:prstGeom prst="rect">
            <a:avLst/>
          </a:prstGeom>
        </p:spPr>
      </p:pic>
    </p:spTree>
    <p:extLst>
      <p:ext uri="{BB962C8B-B14F-4D97-AF65-F5344CB8AC3E}">
        <p14:creationId xmlns:p14="http://schemas.microsoft.com/office/powerpoint/2010/main" val="43903471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_3 O Blue green 2">
    <p:spTree>
      <p:nvGrpSpPr>
        <p:cNvPr id="1" name=""/>
        <p:cNvGrpSpPr/>
        <p:nvPr/>
      </p:nvGrpSpPr>
      <p:grpSpPr>
        <a:xfrm>
          <a:off x="0" y="0"/>
          <a:ext cx="0" cy="0"/>
          <a:chOff x="0" y="0"/>
          <a:chExt cx="0" cy="0"/>
        </a:xfrm>
      </p:grpSpPr>
      <p:pic>
        <p:nvPicPr>
          <p:cNvPr id="9" name="Picture 8" descr="Background pattern&#10;&#10;Description automatically generated">
            <a:extLst>
              <a:ext uri="{FF2B5EF4-FFF2-40B4-BE49-F238E27FC236}">
                <a16:creationId xmlns:a16="http://schemas.microsoft.com/office/drawing/2014/main" id="{7A20ED13-DCC3-ED6C-4FB2-2B64E7F0411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0" y="0"/>
            <a:ext cx="9144000" cy="5143500"/>
          </a:xfrm>
          <a:prstGeom prst="rect">
            <a:avLst/>
          </a:prstGeom>
        </p:spPr>
      </p:pic>
      <p:pic>
        <p:nvPicPr>
          <p:cNvPr id="16" name="Graphic 15">
            <a:extLst>
              <a:ext uri="{FF2B5EF4-FFF2-40B4-BE49-F238E27FC236}">
                <a16:creationId xmlns:a16="http://schemas.microsoft.com/office/drawing/2014/main" id="{B9438AB4-120A-6B68-C6A3-6BD51CF52D24}"/>
              </a:ext>
            </a:extLst>
          </p:cNvPr>
          <p:cNvPicPr>
            <a:picLocks noChangeAspect="1"/>
          </p:cNvPicPr>
          <p:nvPr userDrawn="1"/>
        </p:nvPicPr>
        <p:blipFill rotWithShape="1">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r="25034"/>
          <a:stretch/>
        </p:blipFill>
        <p:spPr>
          <a:xfrm>
            <a:off x="5126775" y="-4796"/>
            <a:ext cx="4017225" cy="5144400"/>
          </a:xfrm>
          <a:prstGeom prst="rect">
            <a:avLst/>
          </a:prstGeom>
        </p:spPr>
      </p:pic>
      <p:sp>
        <p:nvSpPr>
          <p:cNvPr id="17" name="Title 4">
            <a:extLst>
              <a:ext uri="{FF2B5EF4-FFF2-40B4-BE49-F238E27FC236}">
                <a16:creationId xmlns:a16="http://schemas.microsoft.com/office/drawing/2014/main" id="{184C4A7B-1AC5-72AD-EB05-210AB3D4C140}"/>
              </a:ext>
            </a:extLst>
          </p:cNvPr>
          <p:cNvSpPr>
            <a:spLocks noGrp="1"/>
          </p:cNvSpPr>
          <p:nvPr>
            <p:ph type="title" hasCustomPrompt="1"/>
          </p:nvPr>
        </p:nvSpPr>
        <p:spPr>
          <a:xfrm>
            <a:off x="417531" y="1634673"/>
            <a:ext cx="3909884" cy="1244465"/>
          </a:xfrm>
          <a:prstGeom prst="rect">
            <a:avLst/>
          </a:prstGeom>
        </p:spPr>
        <p:txBody>
          <a:bodyPr lIns="0" tIns="0" rIns="0" bIns="0">
            <a:noAutofit/>
          </a:bodyPr>
          <a:lstStyle>
            <a:lvl1pPr marL="0" indent="0" algn="l" defTabSz="914400" rtl="0" eaLnBrk="1" latinLnBrk="0" hangingPunct="1">
              <a:lnSpc>
                <a:spcPct val="100000"/>
              </a:lnSpc>
              <a:spcBef>
                <a:spcPts val="0"/>
              </a:spcBef>
              <a:buFont typeface="Arial" panose="020B0604020202020204" pitchFamily="34" charset="0"/>
              <a:buNone/>
              <a:defRPr lang="en-GB" sz="3600" kern="1200" baseline="0" dirty="0" smtClean="0">
                <a:solidFill>
                  <a:schemeClr val="bg1"/>
                </a:solidFill>
                <a:latin typeface="+mj-lt"/>
                <a:ea typeface="+mn-ea"/>
                <a:cs typeface="+mn-cs"/>
              </a:defRPr>
            </a:lvl1pPr>
          </a:lstStyle>
          <a:p>
            <a:r>
              <a:rPr lang="en-GB" dirty="0"/>
              <a:t>Presentation</a:t>
            </a:r>
            <a:br>
              <a:rPr lang="en-GB" dirty="0"/>
            </a:br>
            <a:r>
              <a:rPr lang="en-GB" dirty="0"/>
              <a:t>Title (2 lines)</a:t>
            </a:r>
          </a:p>
        </p:txBody>
      </p:sp>
      <p:sp>
        <p:nvSpPr>
          <p:cNvPr id="18" name="Text Placeholder 3">
            <a:extLst>
              <a:ext uri="{FF2B5EF4-FFF2-40B4-BE49-F238E27FC236}">
                <a16:creationId xmlns:a16="http://schemas.microsoft.com/office/drawing/2014/main" id="{A5F506F4-DF34-76FB-83D6-A513173F8EFA}"/>
              </a:ext>
            </a:extLst>
          </p:cNvPr>
          <p:cNvSpPr>
            <a:spLocks noGrp="1"/>
          </p:cNvSpPr>
          <p:nvPr>
            <p:ph type="body" sz="quarter" idx="12" hasCustomPrompt="1"/>
          </p:nvPr>
        </p:nvSpPr>
        <p:spPr>
          <a:xfrm>
            <a:off x="417531" y="3059710"/>
            <a:ext cx="3909884" cy="590953"/>
          </a:xfrm>
          <a:prstGeom prst="rect">
            <a:avLst/>
          </a:prstGeo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800">
                <a:solidFill>
                  <a:schemeClr val="bg1"/>
                </a:solidFill>
                <a:latin typeface="+mn-lt"/>
                <a:ea typeface="Nokia Pure Text Light" panose="020B0403020202020204" pitchFamily="34" charset="0"/>
              </a:defRPr>
            </a:lvl1pPr>
            <a:lvl2pPr marL="230400" indent="0">
              <a:lnSpc>
                <a:spcPct val="100000"/>
              </a:lnSpc>
              <a:spcBef>
                <a:spcPts val="0"/>
              </a:spcBef>
              <a:spcAft>
                <a:spcPts val="600"/>
              </a:spcAft>
              <a:buNone/>
              <a:defRPr sz="1400">
                <a:solidFill>
                  <a:schemeClr val="bg1"/>
                </a:solidFill>
                <a:latin typeface="+mn-lt"/>
                <a:ea typeface="Nokia Pure Text Light" panose="020B0403020202020204" pitchFamily="34" charset="0"/>
              </a:defRPr>
            </a:lvl2pPr>
            <a:lvl3pPr marL="462600" indent="0">
              <a:lnSpc>
                <a:spcPct val="100000"/>
              </a:lnSpc>
              <a:spcBef>
                <a:spcPts val="0"/>
              </a:spcBef>
              <a:spcAft>
                <a:spcPts val="600"/>
              </a:spcAft>
              <a:buNone/>
              <a:defRPr sz="1200">
                <a:solidFill>
                  <a:schemeClr val="bg1"/>
                </a:solidFill>
                <a:latin typeface="+mn-lt"/>
                <a:ea typeface="Nokia Pure Text Light" panose="020B0403020202020204" pitchFamily="34" charset="0"/>
              </a:defRPr>
            </a:lvl3pPr>
            <a:lvl4pPr marL="693000" indent="0">
              <a:lnSpc>
                <a:spcPct val="100000"/>
              </a:lnSpc>
              <a:spcBef>
                <a:spcPts val="0"/>
              </a:spcBef>
              <a:spcAft>
                <a:spcPts val="600"/>
              </a:spcAft>
              <a:buNone/>
              <a:defRPr sz="1000">
                <a:solidFill>
                  <a:schemeClr val="bg1"/>
                </a:solidFill>
                <a:latin typeface="+mn-lt"/>
                <a:ea typeface="Nokia Pure Text Light" panose="020B0403020202020204" pitchFamily="34" charset="0"/>
              </a:defRPr>
            </a:lvl4pPr>
            <a:lvl5pPr marL="923400" indent="0">
              <a:lnSpc>
                <a:spcPct val="100000"/>
              </a:lnSpc>
              <a:spcBef>
                <a:spcPts val="0"/>
              </a:spcBef>
              <a:spcAft>
                <a:spcPts val="600"/>
              </a:spcAft>
              <a:buFont typeface="Arial" panose="020B0604020202020204" pitchFamily="34" charset="0"/>
              <a:buNone/>
              <a:defRPr sz="900">
                <a:solidFill>
                  <a:schemeClr val="bg1"/>
                </a:solidFill>
                <a:latin typeface="+mn-lt"/>
                <a:ea typeface="Nokia Pure Text Light" panose="020B0403020202020204" pitchFamily="34" charset="0"/>
              </a:defRPr>
            </a:lvl5pPr>
            <a:lvl6pPr marL="1153800" indent="0">
              <a:spcBef>
                <a:spcPts val="0"/>
              </a:spcBef>
              <a:spcAft>
                <a:spcPts val="600"/>
              </a:spcAft>
              <a:buFont typeface="Nokia Pure Text" panose="020B0503020202020204" pitchFamily="34" charset="0"/>
              <a:buNone/>
              <a:defRPr sz="800" baseline="0">
                <a:solidFill>
                  <a:schemeClr val="tx2"/>
                </a:solidFill>
                <a:latin typeface="Nokia Pure Text Light" panose="020B0403020202020204" pitchFamily="34" charset="0"/>
                <a:ea typeface="Nokia Pure Text Light" panose="020B0403020202020204" pitchFamily="34" charset="0"/>
              </a:defRPr>
            </a:lvl6pPr>
            <a:lvl7pPr marL="1384200" indent="0">
              <a:spcBef>
                <a:spcPts val="0"/>
              </a:spcBef>
              <a:spcAft>
                <a:spcPts val="600"/>
              </a:spcAft>
              <a:buNone/>
              <a:defRPr sz="700">
                <a:solidFill>
                  <a:schemeClr val="tx2"/>
                </a:solidFill>
                <a:latin typeface="Nokia Pure Text Light" panose="020B0403020202020204" pitchFamily="34" charset="0"/>
                <a:ea typeface="Nokia Pure Text Light" panose="020B0403020202020204" pitchFamily="34" charset="0"/>
              </a:defRPr>
            </a:lvl7pPr>
            <a:lvl8pPr marL="1614600" indent="0">
              <a:spcBef>
                <a:spcPts val="0"/>
              </a:spcBef>
              <a:spcAft>
                <a:spcPts val="600"/>
              </a:spcAft>
              <a:buNone/>
              <a:defRPr sz="600">
                <a:solidFill>
                  <a:schemeClr val="tx2"/>
                </a:solidFill>
                <a:latin typeface="Nokia Pure Text Light" panose="020B0403020202020204" pitchFamily="34" charset="0"/>
                <a:ea typeface="Nokia Pure Text Light" panose="020B0403020202020204" pitchFamily="34" charset="0"/>
              </a:defRPr>
            </a:lvl8pPr>
          </a:lstStyle>
          <a:p>
            <a:pPr lvl="0"/>
            <a:r>
              <a:rPr lang="en-US" dirty="0"/>
              <a:t>Subtitle/Author</a:t>
            </a:r>
          </a:p>
        </p:txBody>
      </p:sp>
      <p:sp>
        <p:nvSpPr>
          <p:cNvPr id="2" name="TextBox 1">
            <a:extLst>
              <a:ext uri="{FF2B5EF4-FFF2-40B4-BE49-F238E27FC236}">
                <a16:creationId xmlns:a16="http://schemas.microsoft.com/office/drawing/2014/main" id="{3A992705-E3A1-420B-69C5-44919D450577}"/>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3" name="Slide Number Placeholder 5">
            <a:extLst>
              <a:ext uri="{FF2B5EF4-FFF2-40B4-BE49-F238E27FC236}">
                <a16:creationId xmlns:a16="http://schemas.microsoft.com/office/drawing/2014/main" id="{73489F46-0E66-3662-9807-C4103C37498F}"/>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cxnSp>
        <p:nvCxnSpPr>
          <p:cNvPr id="4" name="Straight Connector 3">
            <a:extLst>
              <a:ext uri="{FF2B5EF4-FFF2-40B4-BE49-F238E27FC236}">
                <a16:creationId xmlns:a16="http://schemas.microsoft.com/office/drawing/2014/main" id="{124CC0F3-7292-1366-D942-BE5A3E145A42}"/>
              </a:ext>
            </a:extLst>
          </p:cNvPr>
          <p:cNvCxnSpPr>
            <a:cxnSpLocks/>
          </p:cNvCxnSpPr>
          <p:nvPr userDrawn="1"/>
        </p:nvCxnSpPr>
        <p:spPr>
          <a:xfrm>
            <a:off x="1400627" y="4830552"/>
            <a:ext cx="0" cy="144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Footer Placeholder 2">
            <a:extLst>
              <a:ext uri="{FF2B5EF4-FFF2-40B4-BE49-F238E27FC236}">
                <a16:creationId xmlns:a16="http://schemas.microsoft.com/office/drawing/2014/main" id="{BB3465A8-86A3-4978-6D3F-E97750AC1CDF}"/>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Apply appropriate data classification. Apply document ID (if applicable).</a:t>
            </a:r>
            <a:endParaRPr lang="en-US" dirty="0"/>
          </a:p>
        </p:txBody>
      </p:sp>
      <p:pic>
        <p:nvPicPr>
          <p:cNvPr id="6" name="Picture 5">
            <a:extLst>
              <a:ext uri="{FF2B5EF4-FFF2-40B4-BE49-F238E27FC236}">
                <a16:creationId xmlns:a16="http://schemas.microsoft.com/office/drawing/2014/main" id="{2696AB1C-2CF7-3F40-7C1B-6F36D8AB0CEC}"/>
              </a:ext>
            </a:extLst>
          </p:cNvPr>
          <p:cNvPicPr>
            <a:picLocks noChangeAspect="1"/>
          </p:cNvPicPr>
          <p:nvPr userDrawn="1"/>
        </p:nvPicPr>
        <p:blipFill>
          <a:blip r:embed="rId5"/>
          <a:stretch>
            <a:fillRect/>
          </a:stretch>
        </p:blipFill>
        <p:spPr>
          <a:xfrm>
            <a:off x="6355626" y="2256905"/>
            <a:ext cx="2650098" cy="427847"/>
          </a:xfrm>
          <a:prstGeom prst="rect">
            <a:avLst/>
          </a:prstGeom>
        </p:spPr>
      </p:pic>
    </p:spTree>
    <p:extLst>
      <p:ext uri="{BB962C8B-B14F-4D97-AF65-F5344CB8AC3E}">
        <p14:creationId xmlns:p14="http://schemas.microsoft.com/office/powerpoint/2010/main" val="300143623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3 White title">
    <p:spTree>
      <p:nvGrpSpPr>
        <p:cNvPr id="1" name=""/>
        <p:cNvGrpSpPr/>
        <p:nvPr/>
      </p:nvGrpSpPr>
      <p:grpSpPr>
        <a:xfrm>
          <a:off x="0" y="0"/>
          <a:ext cx="0" cy="0"/>
          <a:chOff x="0" y="0"/>
          <a:chExt cx="0" cy="0"/>
        </a:xfrm>
      </p:grpSpPr>
      <p:sp>
        <p:nvSpPr>
          <p:cNvPr id="17" name="Title 4">
            <a:extLst>
              <a:ext uri="{FF2B5EF4-FFF2-40B4-BE49-F238E27FC236}">
                <a16:creationId xmlns:a16="http://schemas.microsoft.com/office/drawing/2014/main" id="{EB5A7CA1-8E09-1FEE-5143-08105708AE59}"/>
              </a:ext>
            </a:extLst>
          </p:cNvPr>
          <p:cNvSpPr>
            <a:spLocks noGrp="1"/>
          </p:cNvSpPr>
          <p:nvPr>
            <p:ph type="title" hasCustomPrompt="1"/>
          </p:nvPr>
        </p:nvSpPr>
        <p:spPr>
          <a:xfrm>
            <a:off x="417531" y="1634673"/>
            <a:ext cx="3909884" cy="1244465"/>
          </a:xfrm>
          <a:prstGeom prst="rect">
            <a:avLst/>
          </a:prstGeom>
        </p:spPr>
        <p:txBody>
          <a:bodyPr lIns="0" tIns="0" rIns="0" bIns="0">
            <a:noAutofit/>
          </a:bodyPr>
          <a:lstStyle>
            <a:lvl1pPr marL="0" indent="0" algn="l" defTabSz="914400" rtl="0" eaLnBrk="1" latinLnBrk="0" hangingPunct="1">
              <a:lnSpc>
                <a:spcPct val="100000"/>
              </a:lnSpc>
              <a:spcBef>
                <a:spcPts val="0"/>
              </a:spcBef>
              <a:buFont typeface="Arial" panose="020B0604020202020204" pitchFamily="34" charset="0"/>
              <a:buNone/>
              <a:defRPr lang="en-GB" sz="3600" kern="1200" baseline="0" dirty="0" smtClean="0">
                <a:solidFill>
                  <a:schemeClr val="accent1"/>
                </a:solidFill>
                <a:latin typeface="+mj-lt"/>
                <a:ea typeface="+mn-ea"/>
                <a:cs typeface="+mn-cs"/>
              </a:defRPr>
            </a:lvl1pPr>
          </a:lstStyle>
          <a:p>
            <a:r>
              <a:rPr lang="en-GB" dirty="0"/>
              <a:t>Presentation</a:t>
            </a:r>
            <a:br>
              <a:rPr lang="en-GB" dirty="0"/>
            </a:br>
            <a:r>
              <a:rPr lang="en-GB" dirty="0"/>
              <a:t>Title (2 lines)</a:t>
            </a:r>
          </a:p>
        </p:txBody>
      </p:sp>
      <p:sp>
        <p:nvSpPr>
          <p:cNvPr id="18" name="Text Placeholder 3">
            <a:extLst>
              <a:ext uri="{FF2B5EF4-FFF2-40B4-BE49-F238E27FC236}">
                <a16:creationId xmlns:a16="http://schemas.microsoft.com/office/drawing/2014/main" id="{AF6FE26B-E8FF-4ACF-48A7-542E2FB4B861}"/>
              </a:ext>
            </a:extLst>
          </p:cNvPr>
          <p:cNvSpPr>
            <a:spLocks noGrp="1"/>
          </p:cNvSpPr>
          <p:nvPr>
            <p:ph type="body" sz="quarter" idx="12" hasCustomPrompt="1"/>
          </p:nvPr>
        </p:nvSpPr>
        <p:spPr>
          <a:xfrm>
            <a:off x="417531" y="3059710"/>
            <a:ext cx="3909884" cy="590953"/>
          </a:xfrm>
          <a:prstGeom prst="rect">
            <a:avLst/>
          </a:prstGeo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800">
                <a:solidFill>
                  <a:schemeClr val="accent1"/>
                </a:solidFill>
                <a:latin typeface="+mn-lt"/>
                <a:ea typeface="Nokia Pure Text Light" panose="020B0403020202020204" pitchFamily="34" charset="0"/>
              </a:defRPr>
            </a:lvl1pPr>
            <a:lvl2pPr marL="230400" indent="0">
              <a:lnSpc>
                <a:spcPct val="100000"/>
              </a:lnSpc>
              <a:spcBef>
                <a:spcPts val="0"/>
              </a:spcBef>
              <a:spcAft>
                <a:spcPts val="600"/>
              </a:spcAft>
              <a:buNone/>
              <a:defRPr sz="1400">
                <a:solidFill>
                  <a:schemeClr val="bg1"/>
                </a:solidFill>
                <a:latin typeface="+mn-lt"/>
                <a:ea typeface="Nokia Pure Text Light" panose="020B0403020202020204" pitchFamily="34" charset="0"/>
              </a:defRPr>
            </a:lvl2pPr>
            <a:lvl3pPr marL="462600" indent="0">
              <a:lnSpc>
                <a:spcPct val="100000"/>
              </a:lnSpc>
              <a:spcBef>
                <a:spcPts val="0"/>
              </a:spcBef>
              <a:spcAft>
                <a:spcPts val="600"/>
              </a:spcAft>
              <a:buNone/>
              <a:defRPr sz="1200">
                <a:solidFill>
                  <a:schemeClr val="bg1"/>
                </a:solidFill>
                <a:latin typeface="+mn-lt"/>
                <a:ea typeface="Nokia Pure Text Light" panose="020B0403020202020204" pitchFamily="34" charset="0"/>
              </a:defRPr>
            </a:lvl3pPr>
            <a:lvl4pPr marL="693000" indent="0">
              <a:lnSpc>
                <a:spcPct val="100000"/>
              </a:lnSpc>
              <a:spcBef>
                <a:spcPts val="0"/>
              </a:spcBef>
              <a:spcAft>
                <a:spcPts val="600"/>
              </a:spcAft>
              <a:buNone/>
              <a:defRPr sz="1000">
                <a:solidFill>
                  <a:schemeClr val="bg1"/>
                </a:solidFill>
                <a:latin typeface="+mn-lt"/>
                <a:ea typeface="Nokia Pure Text Light" panose="020B0403020202020204" pitchFamily="34" charset="0"/>
              </a:defRPr>
            </a:lvl4pPr>
            <a:lvl5pPr marL="923400" indent="0">
              <a:lnSpc>
                <a:spcPct val="100000"/>
              </a:lnSpc>
              <a:spcBef>
                <a:spcPts val="0"/>
              </a:spcBef>
              <a:spcAft>
                <a:spcPts val="600"/>
              </a:spcAft>
              <a:buFont typeface="Arial" panose="020B0604020202020204" pitchFamily="34" charset="0"/>
              <a:buNone/>
              <a:defRPr sz="900">
                <a:solidFill>
                  <a:schemeClr val="bg1"/>
                </a:solidFill>
                <a:latin typeface="+mn-lt"/>
                <a:ea typeface="Nokia Pure Text Light" panose="020B0403020202020204" pitchFamily="34" charset="0"/>
              </a:defRPr>
            </a:lvl5pPr>
            <a:lvl6pPr marL="1153800" indent="0">
              <a:spcBef>
                <a:spcPts val="0"/>
              </a:spcBef>
              <a:spcAft>
                <a:spcPts val="600"/>
              </a:spcAft>
              <a:buFont typeface="Nokia Pure Text" panose="020B0503020202020204" pitchFamily="34" charset="0"/>
              <a:buNone/>
              <a:defRPr sz="800" baseline="0">
                <a:solidFill>
                  <a:schemeClr val="tx2"/>
                </a:solidFill>
                <a:latin typeface="Nokia Pure Text Light" panose="020B0403020202020204" pitchFamily="34" charset="0"/>
                <a:ea typeface="Nokia Pure Text Light" panose="020B0403020202020204" pitchFamily="34" charset="0"/>
              </a:defRPr>
            </a:lvl6pPr>
            <a:lvl7pPr marL="1384200" indent="0">
              <a:spcBef>
                <a:spcPts val="0"/>
              </a:spcBef>
              <a:spcAft>
                <a:spcPts val="600"/>
              </a:spcAft>
              <a:buNone/>
              <a:defRPr sz="700">
                <a:solidFill>
                  <a:schemeClr val="tx2"/>
                </a:solidFill>
                <a:latin typeface="Nokia Pure Text Light" panose="020B0403020202020204" pitchFamily="34" charset="0"/>
                <a:ea typeface="Nokia Pure Text Light" panose="020B0403020202020204" pitchFamily="34" charset="0"/>
              </a:defRPr>
            </a:lvl7pPr>
            <a:lvl8pPr marL="1614600" indent="0">
              <a:spcBef>
                <a:spcPts val="0"/>
              </a:spcBef>
              <a:spcAft>
                <a:spcPts val="600"/>
              </a:spcAft>
              <a:buNone/>
              <a:defRPr sz="600">
                <a:solidFill>
                  <a:schemeClr val="tx2"/>
                </a:solidFill>
                <a:latin typeface="Nokia Pure Text Light" panose="020B0403020202020204" pitchFamily="34" charset="0"/>
                <a:ea typeface="Nokia Pure Text Light" panose="020B0403020202020204" pitchFamily="34" charset="0"/>
              </a:defRPr>
            </a:lvl8pPr>
          </a:lstStyle>
          <a:p>
            <a:pPr lvl="0"/>
            <a:r>
              <a:rPr lang="en-US" dirty="0"/>
              <a:t>Subtitle/Author</a:t>
            </a:r>
          </a:p>
        </p:txBody>
      </p:sp>
      <p:sp>
        <p:nvSpPr>
          <p:cNvPr id="4" name="TextBox 3">
            <a:extLst>
              <a:ext uri="{FF2B5EF4-FFF2-40B4-BE49-F238E27FC236}">
                <a16:creationId xmlns:a16="http://schemas.microsoft.com/office/drawing/2014/main" id="{31A83BF5-F4EA-B655-23E1-5D8014AFB881}"/>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3" name="Slide Number Placeholder 5">
            <a:extLst>
              <a:ext uri="{FF2B5EF4-FFF2-40B4-BE49-F238E27FC236}">
                <a16:creationId xmlns:a16="http://schemas.microsoft.com/office/drawing/2014/main" id="{426EB7B3-F0BC-333D-8ADE-5B1C73FF8F1F}"/>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cxnSp>
        <p:nvCxnSpPr>
          <p:cNvPr id="14" name="Straight Connector 13">
            <a:extLst>
              <a:ext uri="{FF2B5EF4-FFF2-40B4-BE49-F238E27FC236}">
                <a16:creationId xmlns:a16="http://schemas.microsoft.com/office/drawing/2014/main" id="{249E1713-7A0D-1820-B43D-AE57F0715166}"/>
              </a:ext>
            </a:extLst>
          </p:cNvPr>
          <p:cNvCxnSpPr>
            <a:cxnSpLocks/>
          </p:cNvCxnSpPr>
          <p:nvPr userDrawn="1"/>
        </p:nvCxnSpPr>
        <p:spPr>
          <a:xfrm>
            <a:off x="1400627" y="4830552"/>
            <a:ext cx="0" cy="14400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
        <p:nvSpPr>
          <p:cNvPr id="15" name="Footer Placeholder 2">
            <a:extLst>
              <a:ext uri="{FF2B5EF4-FFF2-40B4-BE49-F238E27FC236}">
                <a16:creationId xmlns:a16="http://schemas.microsoft.com/office/drawing/2014/main" id="{7D7036CC-670D-3957-0E8D-C8CBF2AE9A42}"/>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Apply appropriate data classification. Apply document ID (if applicable).</a:t>
            </a:r>
            <a:endParaRPr lang="en-US" dirty="0"/>
          </a:p>
        </p:txBody>
      </p:sp>
      <p:pic>
        <p:nvPicPr>
          <p:cNvPr id="20" name="Picture 19" descr="Circle&#10;&#10;Description automatically generated with medium confidence">
            <a:extLst>
              <a:ext uri="{FF2B5EF4-FFF2-40B4-BE49-F238E27FC236}">
                <a16:creationId xmlns:a16="http://schemas.microsoft.com/office/drawing/2014/main" id="{87D5AF06-6AF8-9002-BEDC-176CB57496A1}"/>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25084"/>
          <a:stretch/>
        </p:blipFill>
        <p:spPr>
          <a:xfrm>
            <a:off x="5008844" y="-69699"/>
            <a:ext cx="4017225" cy="5143500"/>
          </a:xfrm>
          <a:prstGeom prst="rect">
            <a:avLst/>
          </a:prstGeom>
        </p:spPr>
      </p:pic>
      <p:pic>
        <p:nvPicPr>
          <p:cNvPr id="2" name="Picture 1">
            <a:extLst>
              <a:ext uri="{FF2B5EF4-FFF2-40B4-BE49-F238E27FC236}">
                <a16:creationId xmlns:a16="http://schemas.microsoft.com/office/drawing/2014/main" id="{AA635B91-CFDA-7898-D3B5-6377F97AFA41}"/>
              </a:ext>
            </a:extLst>
          </p:cNvPr>
          <p:cNvPicPr>
            <a:picLocks noChangeAspect="1"/>
          </p:cNvPicPr>
          <p:nvPr userDrawn="1"/>
        </p:nvPicPr>
        <p:blipFill>
          <a:blip r:embed="rId3"/>
          <a:stretch>
            <a:fillRect/>
          </a:stretch>
        </p:blipFill>
        <p:spPr>
          <a:xfrm>
            <a:off x="6333323" y="2288128"/>
            <a:ext cx="2650098" cy="427847"/>
          </a:xfrm>
          <a:prstGeom prst="rect">
            <a:avLst/>
          </a:prstGeom>
        </p:spPr>
      </p:pic>
    </p:spTree>
    <p:extLst>
      <p:ext uri="{BB962C8B-B14F-4D97-AF65-F5344CB8AC3E}">
        <p14:creationId xmlns:p14="http://schemas.microsoft.com/office/powerpoint/2010/main" val="326616006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3 K Red orange">
    <p:spTree>
      <p:nvGrpSpPr>
        <p:cNvPr id="1" name=""/>
        <p:cNvGrpSpPr/>
        <p:nvPr/>
      </p:nvGrpSpPr>
      <p:grpSpPr>
        <a:xfrm>
          <a:off x="0" y="0"/>
          <a:ext cx="0" cy="0"/>
          <a:chOff x="0" y="0"/>
          <a:chExt cx="0" cy="0"/>
        </a:xfrm>
      </p:grpSpPr>
      <p:pic>
        <p:nvPicPr>
          <p:cNvPr id="16" name="Picture 15" descr="Background pattern&#10;&#10;Description automatically generated">
            <a:extLst>
              <a:ext uri="{FF2B5EF4-FFF2-40B4-BE49-F238E27FC236}">
                <a16:creationId xmlns:a16="http://schemas.microsoft.com/office/drawing/2014/main" id="{38FCEB48-BE41-308F-33AB-94163C02BF56}"/>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0" y="0"/>
            <a:ext cx="9144000" cy="5143500"/>
          </a:xfrm>
          <a:prstGeom prst="rect">
            <a:avLst/>
          </a:prstGeom>
        </p:spPr>
      </p:pic>
      <p:pic>
        <p:nvPicPr>
          <p:cNvPr id="10" name="Graphic 9">
            <a:extLst>
              <a:ext uri="{FF2B5EF4-FFF2-40B4-BE49-F238E27FC236}">
                <a16:creationId xmlns:a16="http://schemas.microsoft.com/office/drawing/2014/main" id="{193793F7-1073-3781-E44D-DD541B786672}"/>
              </a:ext>
            </a:extLst>
          </p:cNvPr>
          <p:cNvPicPr>
            <a:picLocks noChangeAspect="1"/>
          </p:cNvPicPr>
          <p:nvPr userDrawn="1"/>
        </p:nvPicPr>
        <p:blipFill rotWithShape="1">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4967656" y="0"/>
            <a:ext cx="4176344" cy="5144400"/>
          </a:xfrm>
          <a:prstGeom prst="rect">
            <a:avLst/>
          </a:prstGeom>
        </p:spPr>
      </p:pic>
      <p:sp>
        <p:nvSpPr>
          <p:cNvPr id="17" name="Title 4">
            <a:extLst>
              <a:ext uri="{FF2B5EF4-FFF2-40B4-BE49-F238E27FC236}">
                <a16:creationId xmlns:a16="http://schemas.microsoft.com/office/drawing/2014/main" id="{4A761E77-5CBD-451F-FA38-EA3EF19CE9E8}"/>
              </a:ext>
            </a:extLst>
          </p:cNvPr>
          <p:cNvSpPr>
            <a:spLocks noGrp="1"/>
          </p:cNvSpPr>
          <p:nvPr>
            <p:ph type="title" hasCustomPrompt="1"/>
          </p:nvPr>
        </p:nvSpPr>
        <p:spPr>
          <a:xfrm>
            <a:off x="417531" y="1634673"/>
            <a:ext cx="3909884" cy="1244465"/>
          </a:xfrm>
          <a:prstGeom prst="rect">
            <a:avLst/>
          </a:prstGeom>
        </p:spPr>
        <p:txBody>
          <a:bodyPr lIns="0" tIns="0" rIns="0" bIns="0">
            <a:noAutofit/>
          </a:bodyPr>
          <a:lstStyle>
            <a:lvl1pPr marL="0" indent="0" algn="l" defTabSz="914400" rtl="0" eaLnBrk="1" latinLnBrk="0" hangingPunct="1">
              <a:lnSpc>
                <a:spcPct val="100000"/>
              </a:lnSpc>
              <a:spcBef>
                <a:spcPts val="0"/>
              </a:spcBef>
              <a:buFont typeface="Arial" panose="020B0604020202020204" pitchFamily="34" charset="0"/>
              <a:buNone/>
              <a:defRPr lang="en-GB" sz="3600" kern="1200" baseline="0" dirty="0" smtClean="0">
                <a:solidFill>
                  <a:schemeClr val="bg1"/>
                </a:solidFill>
                <a:latin typeface="+mj-lt"/>
                <a:ea typeface="+mn-ea"/>
                <a:cs typeface="+mn-cs"/>
              </a:defRPr>
            </a:lvl1pPr>
          </a:lstStyle>
          <a:p>
            <a:r>
              <a:rPr lang="en-GB" dirty="0"/>
              <a:t>Presentation</a:t>
            </a:r>
            <a:br>
              <a:rPr lang="en-GB" dirty="0"/>
            </a:br>
            <a:r>
              <a:rPr lang="en-GB" dirty="0"/>
              <a:t>Title (2 lines)</a:t>
            </a:r>
          </a:p>
        </p:txBody>
      </p:sp>
      <p:sp>
        <p:nvSpPr>
          <p:cNvPr id="18" name="Text Placeholder 3">
            <a:extLst>
              <a:ext uri="{FF2B5EF4-FFF2-40B4-BE49-F238E27FC236}">
                <a16:creationId xmlns:a16="http://schemas.microsoft.com/office/drawing/2014/main" id="{1349CF4D-C3F5-69B9-4227-EC331C16F094}"/>
              </a:ext>
            </a:extLst>
          </p:cNvPr>
          <p:cNvSpPr>
            <a:spLocks noGrp="1"/>
          </p:cNvSpPr>
          <p:nvPr>
            <p:ph type="body" sz="quarter" idx="12" hasCustomPrompt="1"/>
          </p:nvPr>
        </p:nvSpPr>
        <p:spPr>
          <a:xfrm>
            <a:off x="417531" y="3059710"/>
            <a:ext cx="3909884" cy="590953"/>
          </a:xfrm>
          <a:prstGeom prst="rect">
            <a:avLst/>
          </a:prstGeo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800">
                <a:solidFill>
                  <a:schemeClr val="bg1"/>
                </a:solidFill>
                <a:latin typeface="+mn-lt"/>
                <a:ea typeface="Nokia Pure Text Light" panose="020B0403020202020204" pitchFamily="34" charset="0"/>
              </a:defRPr>
            </a:lvl1pPr>
            <a:lvl2pPr marL="230400" indent="0">
              <a:lnSpc>
                <a:spcPct val="100000"/>
              </a:lnSpc>
              <a:spcBef>
                <a:spcPts val="0"/>
              </a:spcBef>
              <a:spcAft>
                <a:spcPts val="600"/>
              </a:spcAft>
              <a:buNone/>
              <a:defRPr sz="1400">
                <a:solidFill>
                  <a:schemeClr val="bg1"/>
                </a:solidFill>
                <a:latin typeface="+mn-lt"/>
                <a:ea typeface="Nokia Pure Text Light" panose="020B0403020202020204" pitchFamily="34" charset="0"/>
              </a:defRPr>
            </a:lvl2pPr>
            <a:lvl3pPr marL="462600" indent="0">
              <a:lnSpc>
                <a:spcPct val="100000"/>
              </a:lnSpc>
              <a:spcBef>
                <a:spcPts val="0"/>
              </a:spcBef>
              <a:spcAft>
                <a:spcPts val="600"/>
              </a:spcAft>
              <a:buNone/>
              <a:defRPr sz="1200">
                <a:solidFill>
                  <a:schemeClr val="bg1"/>
                </a:solidFill>
                <a:latin typeface="+mn-lt"/>
                <a:ea typeface="Nokia Pure Text Light" panose="020B0403020202020204" pitchFamily="34" charset="0"/>
              </a:defRPr>
            </a:lvl3pPr>
            <a:lvl4pPr marL="693000" indent="0">
              <a:lnSpc>
                <a:spcPct val="100000"/>
              </a:lnSpc>
              <a:spcBef>
                <a:spcPts val="0"/>
              </a:spcBef>
              <a:spcAft>
                <a:spcPts val="600"/>
              </a:spcAft>
              <a:buNone/>
              <a:defRPr sz="1000">
                <a:solidFill>
                  <a:schemeClr val="bg1"/>
                </a:solidFill>
                <a:latin typeface="+mn-lt"/>
                <a:ea typeface="Nokia Pure Text Light" panose="020B0403020202020204" pitchFamily="34" charset="0"/>
              </a:defRPr>
            </a:lvl4pPr>
            <a:lvl5pPr marL="923400" indent="0">
              <a:lnSpc>
                <a:spcPct val="100000"/>
              </a:lnSpc>
              <a:spcBef>
                <a:spcPts val="0"/>
              </a:spcBef>
              <a:spcAft>
                <a:spcPts val="600"/>
              </a:spcAft>
              <a:buFont typeface="Arial" panose="020B0604020202020204" pitchFamily="34" charset="0"/>
              <a:buNone/>
              <a:defRPr sz="900">
                <a:solidFill>
                  <a:schemeClr val="bg1"/>
                </a:solidFill>
                <a:latin typeface="+mn-lt"/>
                <a:ea typeface="Nokia Pure Text Light" panose="020B0403020202020204" pitchFamily="34" charset="0"/>
              </a:defRPr>
            </a:lvl5pPr>
            <a:lvl6pPr marL="1153800" indent="0">
              <a:spcBef>
                <a:spcPts val="0"/>
              </a:spcBef>
              <a:spcAft>
                <a:spcPts val="600"/>
              </a:spcAft>
              <a:buFont typeface="Nokia Pure Text" panose="020B0503020202020204" pitchFamily="34" charset="0"/>
              <a:buNone/>
              <a:defRPr sz="800" baseline="0">
                <a:solidFill>
                  <a:schemeClr val="tx2"/>
                </a:solidFill>
                <a:latin typeface="Nokia Pure Text Light" panose="020B0403020202020204" pitchFamily="34" charset="0"/>
                <a:ea typeface="Nokia Pure Text Light" panose="020B0403020202020204" pitchFamily="34" charset="0"/>
              </a:defRPr>
            </a:lvl6pPr>
            <a:lvl7pPr marL="1384200" indent="0">
              <a:spcBef>
                <a:spcPts val="0"/>
              </a:spcBef>
              <a:spcAft>
                <a:spcPts val="600"/>
              </a:spcAft>
              <a:buNone/>
              <a:defRPr sz="700">
                <a:solidFill>
                  <a:schemeClr val="tx2"/>
                </a:solidFill>
                <a:latin typeface="Nokia Pure Text Light" panose="020B0403020202020204" pitchFamily="34" charset="0"/>
                <a:ea typeface="Nokia Pure Text Light" panose="020B0403020202020204" pitchFamily="34" charset="0"/>
              </a:defRPr>
            </a:lvl7pPr>
            <a:lvl8pPr marL="1614600" indent="0">
              <a:spcBef>
                <a:spcPts val="0"/>
              </a:spcBef>
              <a:spcAft>
                <a:spcPts val="600"/>
              </a:spcAft>
              <a:buNone/>
              <a:defRPr sz="600">
                <a:solidFill>
                  <a:schemeClr val="tx2"/>
                </a:solidFill>
                <a:latin typeface="Nokia Pure Text Light" panose="020B0403020202020204" pitchFamily="34" charset="0"/>
                <a:ea typeface="Nokia Pure Text Light" panose="020B0403020202020204" pitchFamily="34" charset="0"/>
              </a:defRPr>
            </a:lvl8pPr>
          </a:lstStyle>
          <a:p>
            <a:pPr lvl="0"/>
            <a:r>
              <a:rPr lang="en-US" dirty="0"/>
              <a:t>Subtitle/Author</a:t>
            </a:r>
          </a:p>
        </p:txBody>
      </p:sp>
      <p:sp>
        <p:nvSpPr>
          <p:cNvPr id="2" name="TextBox 1">
            <a:extLst>
              <a:ext uri="{FF2B5EF4-FFF2-40B4-BE49-F238E27FC236}">
                <a16:creationId xmlns:a16="http://schemas.microsoft.com/office/drawing/2014/main" id="{DF372165-1480-FF4B-FD8E-0169E8CD1957}"/>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3" name="Slide Number Placeholder 5">
            <a:extLst>
              <a:ext uri="{FF2B5EF4-FFF2-40B4-BE49-F238E27FC236}">
                <a16:creationId xmlns:a16="http://schemas.microsoft.com/office/drawing/2014/main" id="{4885AEDB-ED41-584E-391C-1747DAD5043C}"/>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cxnSp>
        <p:nvCxnSpPr>
          <p:cNvPr id="14" name="Straight Connector 13">
            <a:extLst>
              <a:ext uri="{FF2B5EF4-FFF2-40B4-BE49-F238E27FC236}">
                <a16:creationId xmlns:a16="http://schemas.microsoft.com/office/drawing/2014/main" id="{104E2F18-4E2A-EDFF-55AE-85920A343F20}"/>
              </a:ext>
            </a:extLst>
          </p:cNvPr>
          <p:cNvCxnSpPr>
            <a:cxnSpLocks/>
          </p:cNvCxnSpPr>
          <p:nvPr userDrawn="1"/>
        </p:nvCxnSpPr>
        <p:spPr>
          <a:xfrm>
            <a:off x="1400627" y="4830552"/>
            <a:ext cx="0" cy="144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5" name="Footer Placeholder 2">
            <a:extLst>
              <a:ext uri="{FF2B5EF4-FFF2-40B4-BE49-F238E27FC236}">
                <a16:creationId xmlns:a16="http://schemas.microsoft.com/office/drawing/2014/main" id="{B7433D11-0578-F766-1515-93267A24999B}"/>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Apply appropriate data classification. Apply document ID (if applicable).</a:t>
            </a:r>
            <a:endParaRPr lang="en-US" dirty="0"/>
          </a:p>
        </p:txBody>
      </p:sp>
      <p:pic>
        <p:nvPicPr>
          <p:cNvPr id="3" name="Picture 2">
            <a:extLst>
              <a:ext uri="{FF2B5EF4-FFF2-40B4-BE49-F238E27FC236}">
                <a16:creationId xmlns:a16="http://schemas.microsoft.com/office/drawing/2014/main" id="{A42A3AAF-4A52-2A2E-0DBC-715E9694E684}"/>
              </a:ext>
            </a:extLst>
          </p:cNvPr>
          <p:cNvPicPr>
            <a:picLocks noChangeAspect="1"/>
          </p:cNvPicPr>
          <p:nvPr userDrawn="1"/>
        </p:nvPicPr>
        <p:blipFill>
          <a:blip r:embed="rId5"/>
          <a:stretch>
            <a:fillRect/>
          </a:stretch>
        </p:blipFill>
        <p:spPr>
          <a:xfrm>
            <a:off x="6946397" y="2404320"/>
            <a:ext cx="2074126" cy="334859"/>
          </a:xfrm>
          <a:prstGeom prst="rect">
            <a:avLst/>
          </a:prstGeom>
        </p:spPr>
      </p:pic>
    </p:spTree>
    <p:extLst>
      <p:ext uri="{BB962C8B-B14F-4D97-AF65-F5344CB8AC3E}">
        <p14:creationId xmlns:p14="http://schemas.microsoft.com/office/powerpoint/2010/main" val="246558167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3 K Blue">
    <p:spTree>
      <p:nvGrpSpPr>
        <p:cNvPr id="1" name=""/>
        <p:cNvGrpSpPr/>
        <p:nvPr/>
      </p:nvGrpSpPr>
      <p:grpSpPr>
        <a:xfrm>
          <a:off x="0" y="0"/>
          <a:ext cx="0" cy="0"/>
          <a:chOff x="0" y="0"/>
          <a:chExt cx="0" cy="0"/>
        </a:xfrm>
      </p:grpSpPr>
      <p:pic>
        <p:nvPicPr>
          <p:cNvPr id="26" name="Picture 25" descr="Background pattern&#10;&#10;Description automatically generated">
            <a:extLst>
              <a:ext uri="{FF2B5EF4-FFF2-40B4-BE49-F238E27FC236}">
                <a16:creationId xmlns:a16="http://schemas.microsoft.com/office/drawing/2014/main" id="{8FF1A58D-53A4-65F6-8F2B-645D65C5331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pic>
        <p:nvPicPr>
          <p:cNvPr id="4" name="Graphic 3">
            <a:extLst>
              <a:ext uri="{FF2B5EF4-FFF2-40B4-BE49-F238E27FC236}">
                <a16:creationId xmlns:a16="http://schemas.microsoft.com/office/drawing/2014/main" id="{5166BBE5-C86E-3E87-A7C5-F29BE64D716D}"/>
              </a:ext>
            </a:extLst>
          </p:cNvPr>
          <p:cNvPicPr>
            <a:picLocks noChangeAspect="1"/>
          </p:cNvPicPr>
          <p:nvPr userDrawn="1"/>
        </p:nvPicPr>
        <p:blipFill rotWithShape="1">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4967656" y="0"/>
            <a:ext cx="4176344" cy="5144400"/>
          </a:xfrm>
          <a:prstGeom prst="rect">
            <a:avLst/>
          </a:prstGeom>
        </p:spPr>
      </p:pic>
      <p:sp>
        <p:nvSpPr>
          <p:cNvPr id="23" name="Title 4">
            <a:extLst>
              <a:ext uri="{FF2B5EF4-FFF2-40B4-BE49-F238E27FC236}">
                <a16:creationId xmlns:a16="http://schemas.microsoft.com/office/drawing/2014/main" id="{5C4391E8-E519-220E-82C7-E7E85659A4E4}"/>
              </a:ext>
            </a:extLst>
          </p:cNvPr>
          <p:cNvSpPr>
            <a:spLocks noGrp="1"/>
          </p:cNvSpPr>
          <p:nvPr>
            <p:ph type="title" hasCustomPrompt="1"/>
          </p:nvPr>
        </p:nvSpPr>
        <p:spPr>
          <a:xfrm>
            <a:off x="417531" y="1634673"/>
            <a:ext cx="3909884" cy="1244465"/>
          </a:xfrm>
          <a:prstGeom prst="rect">
            <a:avLst/>
          </a:prstGeom>
        </p:spPr>
        <p:txBody>
          <a:bodyPr lIns="0" tIns="0" rIns="0" bIns="0">
            <a:noAutofit/>
          </a:bodyPr>
          <a:lstStyle>
            <a:lvl1pPr marL="0" indent="0" algn="l" defTabSz="914400" rtl="0" eaLnBrk="1" latinLnBrk="0" hangingPunct="1">
              <a:lnSpc>
                <a:spcPct val="100000"/>
              </a:lnSpc>
              <a:spcBef>
                <a:spcPts val="0"/>
              </a:spcBef>
              <a:buFont typeface="Arial" panose="020B0604020202020204" pitchFamily="34" charset="0"/>
              <a:buNone/>
              <a:defRPr lang="en-GB" sz="3600" kern="1200" baseline="0" dirty="0" smtClean="0">
                <a:solidFill>
                  <a:schemeClr val="bg1"/>
                </a:solidFill>
                <a:latin typeface="+mj-lt"/>
                <a:ea typeface="+mn-ea"/>
                <a:cs typeface="+mn-cs"/>
              </a:defRPr>
            </a:lvl1pPr>
          </a:lstStyle>
          <a:p>
            <a:r>
              <a:rPr lang="en-GB" dirty="0"/>
              <a:t>Presentation</a:t>
            </a:r>
            <a:br>
              <a:rPr lang="en-GB" dirty="0"/>
            </a:br>
            <a:r>
              <a:rPr lang="en-GB" dirty="0"/>
              <a:t>Title (2 lines)</a:t>
            </a:r>
          </a:p>
        </p:txBody>
      </p:sp>
      <p:sp>
        <p:nvSpPr>
          <p:cNvPr id="24" name="Text Placeholder 3">
            <a:extLst>
              <a:ext uri="{FF2B5EF4-FFF2-40B4-BE49-F238E27FC236}">
                <a16:creationId xmlns:a16="http://schemas.microsoft.com/office/drawing/2014/main" id="{F3E219A7-8ADF-6CBF-872C-AEF07B645E6D}"/>
              </a:ext>
            </a:extLst>
          </p:cNvPr>
          <p:cNvSpPr>
            <a:spLocks noGrp="1"/>
          </p:cNvSpPr>
          <p:nvPr>
            <p:ph type="body" sz="quarter" idx="12" hasCustomPrompt="1"/>
          </p:nvPr>
        </p:nvSpPr>
        <p:spPr>
          <a:xfrm>
            <a:off x="417531" y="3059710"/>
            <a:ext cx="3909884" cy="590953"/>
          </a:xfrm>
          <a:prstGeom prst="rect">
            <a:avLst/>
          </a:prstGeo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800">
                <a:solidFill>
                  <a:schemeClr val="bg1"/>
                </a:solidFill>
                <a:latin typeface="+mn-lt"/>
                <a:ea typeface="Nokia Pure Text Light" panose="020B0403020202020204" pitchFamily="34" charset="0"/>
              </a:defRPr>
            </a:lvl1pPr>
            <a:lvl2pPr marL="230400" indent="0">
              <a:lnSpc>
                <a:spcPct val="100000"/>
              </a:lnSpc>
              <a:spcBef>
                <a:spcPts val="0"/>
              </a:spcBef>
              <a:spcAft>
                <a:spcPts val="600"/>
              </a:spcAft>
              <a:buNone/>
              <a:defRPr sz="1400">
                <a:solidFill>
                  <a:schemeClr val="bg1"/>
                </a:solidFill>
                <a:latin typeface="+mn-lt"/>
                <a:ea typeface="Nokia Pure Text Light" panose="020B0403020202020204" pitchFamily="34" charset="0"/>
              </a:defRPr>
            </a:lvl2pPr>
            <a:lvl3pPr marL="462600" indent="0">
              <a:lnSpc>
                <a:spcPct val="100000"/>
              </a:lnSpc>
              <a:spcBef>
                <a:spcPts val="0"/>
              </a:spcBef>
              <a:spcAft>
                <a:spcPts val="600"/>
              </a:spcAft>
              <a:buNone/>
              <a:defRPr sz="1200">
                <a:solidFill>
                  <a:schemeClr val="bg1"/>
                </a:solidFill>
                <a:latin typeface="+mn-lt"/>
                <a:ea typeface="Nokia Pure Text Light" panose="020B0403020202020204" pitchFamily="34" charset="0"/>
              </a:defRPr>
            </a:lvl3pPr>
            <a:lvl4pPr marL="693000" indent="0">
              <a:lnSpc>
                <a:spcPct val="100000"/>
              </a:lnSpc>
              <a:spcBef>
                <a:spcPts val="0"/>
              </a:spcBef>
              <a:spcAft>
                <a:spcPts val="600"/>
              </a:spcAft>
              <a:buNone/>
              <a:defRPr sz="1000">
                <a:solidFill>
                  <a:schemeClr val="bg1"/>
                </a:solidFill>
                <a:latin typeface="+mn-lt"/>
                <a:ea typeface="Nokia Pure Text Light" panose="020B0403020202020204" pitchFamily="34" charset="0"/>
              </a:defRPr>
            </a:lvl4pPr>
            <a:lvl5pPr marL="923400" indent="0">
              <a:lnSpc>
                <a:spcPct val="100000"/>
              </a:lnSpc>
              <a:spcBef>
                <a:spcPts val="0"/>
              </a:spcBef>
              <a:spcAft>
                <a:spcPts val="600"/>
              </a:spcAft>
              <a:buFont typeface="Arial" panose="020B0604020202020204" pitchFamily="34" charset="0"/>
              <a:buNone/>
              <a:defRPr sz="900">
                <a:solidFill>
                  <a:schemeClr val="bg1"/>
                </a:solidFill>
                <a:latin typeface="+mn-lt"/>
                <a:ea typeface="Nokia Pure Text Light" panose="020B0403020202020204" pitchFamily="34" charset="0"/>
              </a:defRPr>
            </a:lvl5pPr>
            <a:lvl6pPr marL="1153800" indent="0">
              <a:spcBef>
                <a:spcPts val="0"/>
              </a:spcBef>
              <a:spcAft>
                <a:spcPts val="600"/>
              </a:spcAft>
              <a:buFont typeface="Nokia Pure Text" panose="020B0503020202020204" pitchFamily="34" charset="0"/>
              <a:buNone/>
              <a:defRPr sz="800" baseline="0">
                <a:solidFill>
                  <a:schemeClr val="tx2"/>
                </a:solidFill>
                <a:latin typeface="Nokia Pure Text Light" panose="020B0403020202020204" pitchFamily="34" charset="0"/>
                <a:ea typeface="Nokia Pure Text Light" panose="020B0403020202020204" pitchFamily="34" charset="0"/>
              </a:defRPr>
            </a:lvl6pPr>
            <a:lvl7pPr marL="1384200" indent="0">
              <a:spcBef>
                <a:spcPts val="0"/>
              </a:spcBef>
              <a:spcAft>
                <a:spcPts val="600"/>
              </a:spcAft>
              <a:buNone/>
              <a:defRPr sz="700">
                <a:solidFill>
                  <a:schemeClr val="tx2"/>
                </a:solidFill>
                <a:latin typeface="Nokia Pure Text Light" panose="020B0403020202020204" pitchFamily="34" charset="0"/>
                <a:ea typeface="Nokia Pure Text Light" panose="020B0403020202020204" pitchFamily="34" charset="0"/>
              </a:defRPr>
            </a:lvl7pPr>
            <a:lvl8pPr marL="1614600" indent="0">
              <a:spcBef>
                <a:spcPts val="0"/>
              </a:spcBef>
              <a:spcAft>
                <a:spcPts val="600"/>
              </a:spcAft>
              <a:buNone/>
              <a:defRPr sz="600">
                <a:solidFill>
                  <a:schemeClr val="tx2"/>
                </a:solidFill>
                <a:latin typeface="Nokia Pure Text Light" panose="020B0403020202020204" pitchFamily="34" charset="0"/>
                <a:ea typeface="Nokia Pure Text Light" panose="020B0403020202020204" pitchFamily="34" charset="0"/>
              </a:defRPr>
            </a:lvl8pPr>
          </a:lstStyle>
          <a:p>
            <a:pPr lvl="0"/>
            <a:r>
              <a:rPr lang="en-US" dirty="0"/>
              <a:t>Subtitle/Author</a:t>
            </a:r>
          </a:p>
        </p:txBody>
      </p:sp>
      <p:sp>
        <p:nvSpPr>
          <p:cNvPr id="2" name="TextBox 1">
            <a:extLst>
              <a:ext uri="{FF2B5EF4-FFF2-40B4-BE49-F238E27FC236}">
                <a16:creationId xmlns:a16="http://schemas.microsoft.com/office/drawing/2014/main" id="{4D6C7722-3695-701D-3996-534F9F47B225}"/>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3" name="Slide Number Placeholder 5">
            <a:extLst>
              <a:ext uri="{FF2B5EF4-FFF2-40B4-BE49-F238E27FC236}">
                <a16:creationId xmlns:a16="http://schemas.microsoft.com/office/drawing/2014/main" id="{30DB2ED8-2C9E-748A-A0E7-A8309F6712BF}"/>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cxnSp>
        <p:nvCxnSpPr>
          <p:cNvPr id="14" name="Straight Connector 13">
            <a:extLst>
              <a:ext uri="{FF2B5EF4-FFF2-40B4-BE49-F238E27FC236}">
                <a16:creationId xmlns:a16="http://schemas.microsoft.com/office/drawing/2014/main" id="{DB0495AE-317E-AAA2-14BB-57D5B40C0681}"/>
              </a:ext>
            </a:extLst>
          </p:cNvPr>
          <p:cNvCxnSpPr>
            <a:cxnSpLocks/>
          </p:cNvCxnSpPr>
          <p:nvPr userDrawn="1"/>
        </p:nvCxnSpPr>
        <p:spPr>
          <a:xfrm>
            <a:off x="1400627" y="4830552"/>
            <a:ext cx="0" cy="144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5" name="Footer Placeholder 2">
            <a:extLst>
              <a:ext uri="{FF2B5EF4-FFF2-40B4-BE49-F238E27FC236}">
                <a16:creationId xmlns:a16="http://schemas.microsoft.com/office/drawing/2014/main" id="{484948EE-688C-80CC-A7ED-A56091E7B561}"/>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Apply appropriate data classification. Apply document ID (if applicable).</a:t>
            </a:r>
            <a:endParaRPr lang="en-US" dirty="0"/>
          </a:p>
        </p:txBody>
      </p:sp>
      <p:pic>
        <p:nvPicPr>
          <p:cNvPr id="3" name="Picture 2">
            <a:extLst>
              <a:ext uri="{FF2B5EF4-FFF2-40B4-BE49-F238E27FC236}">
                <a16:creationId xmlns:a16="http://schemas.microsoft.com/office/drawing/2014/main" id="{5AC51F55-90A4-66CE-6C43-97884EE9301D}"/>
              </a:ext>
            </a:extLst>
          </p:cNvPr>
          <p:cNvPicPr>
            <a:picLocks noChangeAspect="1"/>
          </p:cNvPicPr>
          <p:nvPr userDrawn="1"/>
        </p:nvPicPr>
        <p:blipFill>
          <a:blip r:embed="rId5"/>
          <a:stretch>
            <a:fillRect/>
          </a:stretch>
        </p:blipFill>
        <p:spPr>
          <a:xfrm>
            <a:off x="6899562" y="2319352"/>
            <a:ext cx="2167796" cy="349981"/>
          </a:xfrm>
          <a:prstGeom prst="rect">
            <a:avLst/>
          </a:prstGeom>
        </p:spPr>
      </p:pic>
    </p:spTree>
    <p:extLst>
      <p:ext uri="{BB962C8B-B14F-4D97-AF65-F5344CB8AC3E}">
        <p14:creationId xmlns:p14="http://schemas.microsoft.com/office/powerpoint/2010/main" val="118945429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3 K Pink">
    <p:spTree>
      <p:nvGrpSpPr>
        <p:cNvPr id="1" name=""/>
        <p:cNvGrpSpPr/>
        <p:nvPr/>
      </p:nvGrpSpPr>
      <p:grpSpPr>
        <a:xfrm>
          <a:off x="0" y="0"/>
          <a:ext cx="0" cy="0"/>
          <a:chOff x="0" y="0"/>
          <a:chExt cx="0" cy="0"/>
        </a:xfrm>
      </p:grpSpPr>
      <p:pic>
        <p:nvPicPr>
          <p:cNvPr id="4" name="Picture 3" descr="Background pattern&#10;&#10;Description automatically generated">
            <a:extLst>
              <a:ext uri="{FF2B5EF4-FFF2-40B4-BE49-F238E27FC236}">
                <a16:creationId xmlns:a16="http://schemas.microsoft.com/office/drawing/2014/main" id="{DBC0B63B-5EB2-C517-FFAF-0A5B2B5AB93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0" y="0"/>
            <a:ext cx="9144000" cy="5143500"/>
          </a:xfrm>
          <a:prstGeom prst="rect">
            <a:avLst/>
          </a:prstGeom>
        </p:spPr>
      </p:pic>
      <p:pic>
        <p:nvPicPr>
          <p:cNvPr id="2" name="Graphic 1">
            <a:extLst>
              <a:ext uri="{FF2B5EF4-FFF2-40B4-BE49-F238E27FC236}">
                <a16:creationId xmlns:a16="http://schemas.microsoft.com/office/drawing/2014/main" id="{D2D54FC7-5739-CC9E-8372-80A8BD5BD489}"/>
              </a:ext>
            </a:extLst>
          </p:cNvPr>
          <p:cNvPicPr>
            <a:picLocks noChangeAspect="1"/>
          </p:cNvPicPr>
          <p:nvPr userDrawn="1"/>
        </p:nvPicPr>
        <p:blipFill rotWithShape="1">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4967656" y="0"/>
            <a:ext cx="4176344" cy="5144400"/>
          </a:xfrm>
          <a:prstGeom prst="rect">
            <a:avLst/>
          </a:prstGeom>
        </p:spPr>
      </p:pic>
      <p:sp>
        <p:nvSpPr>
          <p:cNvPr id="23" name="Title 4">
            <a:extLst>
              <a:ext uri="{FF2B5EF4-FFF2-40B4-BE49-F238E27FC236}">
                <a16:creationId xmlns:a16="http://schemas.microsoft.com/office/drawing/2014/main" id="{FADBBE10-EF5A-37AA-E18F-F9B27AA61FED}"/>
              </a:ext>
            </a:extLst>
          </p:cNvPr>
          <p:cNvSpPr>
            <a:spLocks noGrp="1"/>
          </p:cNvSpPr>
          <p:nvPr>
            <p:ph type="title" hasCustomPrompt="1"/>
          </p:nvPr>
        </p:nvSpPr>
        <p:spPr>
          <a:xfrm>
            <a:off x="417531" y="1634673"/>
            <a:ext cx="3909884" cy="1244465"/>
          </a:xfrm>
          <a:prstGeom prst="rect">
            <a:avLst/>
          </a:prstGeom>
        </p:spPr>
        <p:txBody>
          <a:bodyPr lIns="0" tIns="0" rIns="0" bIns="0">
            <a:noAutofit/>
          </a:bodyPr>
          <a:lstStyle>
            <a:lvl1pPr marL="0" indent="0" algn="l" defTabSz="914400" rtl="0" eaLnBrk="1" latinLnBrk="0" hangingPunct="1">
              <a:lnSpc>
                <a:spcPct val="100000"/>
              </a:lnSpc>
              <a:spcBef>
                <a:spcPts val="0"/>
              </a:spcBef>
              <a:buFont typeface="Arial" panose="020B0604020202020204" pitchFamily="34" charset="0"/>
              <a:buNone/>
              <a:defRPr lang="en-GB" sz="3600" kern="1200" baseline="0" dirty="0" smtClean="0">
                <a:solidFill>
                  <a:schemeClr val="bg1"/>
                </a:solidFill>
                <a:latin typeface="+mj-lt"/>
                <a:ea typeface="+mn-ea"/>
                <a:cs typeface="+mn-cs"/>
              </a:defRPr>
            </a:lvl1pPr>
          </a:lstStyle>
          <a:p>
            <a:r>
              <a:rPr lang="en-GB" dirty="0"/>
              <a:t>Presentation</a:t>
            </a:r>
            <a:br>
              <a:rPr lang="en-GB" dirty="0"/>
            </a:br>
            <a:r>
              <a:rPr lang="en-GB" dirty="0"/>
              <a:t>Title (2 lines)</a:t>
            </a:r>
          </a:p>
        </p:txBody>
      </p:sp>
      <p:sp>
        <p:nvSpPr>
          <p:cNvPr id="24" name="Text Placeholder 3">
            <a:extLst>
              <a:ext uri="{FF2B5EF4-FFF2-40B4-BE49-F238E27FC236}">
                <a16:creationId xmlns:a16="http://schemas.microsoft.com/office/drawing/2014/main" id="{0DF69E35-608B-F57E-3615-F9FB9D11DD83}"/>
              </a:ext>
            </a:extLst>
          </p:cNvPr>
          <p:cNvSpPr>
            <a:spLocks noGrp="1"/>
          </p:cNvSpPr>
          <p:nvPr>
            <p:ph type="body" sz="quarter" idx="12" hasCustomPrompt="1"/>
          </p:nvPr>
        </p:nvSpPr>
        <p:spPr>
          <a:xfrm>
            <a:off x="417531" y="3059710"/>
            <a:ext cx="3909884" cy="590953"/>
          </a:xfrm>
          <a:prstGeom prst="rect">
            <a:avLst/>
          </a:prstGeo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800">
                <a:solidFill>
                  <a:schemeClr val="bg1"/>
                </a:solidFill>
                <a:latin typeface="+mn-lt"/>
                <a:ea typeface="Nokia Pure Text Light" panose="020B0403020202020204" pitchFamily="34" charset="0"/>
              </a:defRPr>
            </a:lvl1pPr>
            <a:lvl2pPr marL="230400" indent="0">
              <a:lnSpc>
                <a:spcPct val="100000"/>
              </a:lnSpc>
              <a:spcBef>
                <a:spcPts val="0"/>
              </a:spcBef>
              <a:spcAft>
                <a:spcPts val="600"/>
              </a:spcAft>
              <a:buNone/>
              <a:defRPr sz="1400">
                <a:solidFill>
                  <a:schemeClr val="bg1"/>
                </a:solidFill>
                <a:latin typeface="+mn-lt"/>
                <a:ea typeface="Nokia Pure Text Light" panose="020B0403020202020204" pitchFamily="34" charset="0"/>
              </a:defRPr>
            </a:lvl2pPr>
            <a:lvl3pPr marL="462600" indent="0">
              <a:lnSpc>
                <a:spcPct val="100000"/>
              </a:lnSpc>
              <a:spcBef>
                <a:spcPts val="0"/>
              </a:spcBef>
              <a:spcAft>
                <a:spcPts val="600"/>
              </a:spcAft>
              <a:buNone/>
              <a:defRPr sz="1200">
                <a:solidFill>
                  <a:schemeClr val="bg1"/>
                </a:solidFill>
                <a:latin typeface="+mn-lt"/>
                <a:ea typeface="Nokia Pure Text Light" panose="020B0403020202020204" pitchFamily="34" charset="0"/>
              </a:defRPr>
            </a:lvl3pPr>
            <a:lvl4pPr marL="693000" indent="0">
              <a:lnSpc>
                <a:spcPct val="100000"/>
              </a:lnSpc>
              <a:spcBef>
                <a:spcPts val="0"/>
              </a:spcBef>
              <a:spcAft>
                <a:spcPts val="600"/>
              </a:spcAft>
              <a:buNone/>
              <a:defRPr sz="1000">
                <a:solidFill>
                  <a:schemeClr val="bg1"/>
                </a:solidFill>
                <a:latin typeface="+mn-lt"/>
                <a:ea typeface="Nokia Pure Text Light" panose="020B0403020202020204" pitchFamily="34" charset="0"/>
              </a:defRPr>
            </a:lvl4pPr>
            <a:lvl5pPr marL="923400" indent="0">
              <a:lnSpc>
                <a:spcPct val="100000"/>
              </a:lnSpc>
              <a:spcBef>
                <a:spcPts val="0"/>
              </a:spcBef>
              <a:spcAft>
                <a:spcPts val="600"/>
              </a:spcAft>
              <a:buFont typeface="Arial" panose="020B0604020202020204" pitchFamily="34" charset="0"/>
              <a:buNone/>
              <a:defRPr sz="900">
                <a:solidFill>
                  <a:schemeClr val="bg1"/>
                </a:solidFill>
                <a:latin typeface="+mn-lt"/>
                <a:ea typeface="Nokia Pure Text Light" panose="020B0403020202020204" pitchFamily="34" charset="0"/>
              </a:defRPr>
            </a:lvl5pPr>
            <a:lvl6pPr marL="1153800" indent="0">
              <a:spcBef>
                <a:spcPts val="0"/>
              </a:spcBef>
              <a:spcAft>
                <a:spcPts val="600"/>
              </a:spcAft>
              <a:buFont typeface="Nokia Pure Text" panose="020B0503020202020204" pitchFamily="34" charset="0"/>
              <a:buNone/>
              <a:defRPr sz="800" baseline="0">
                <a:solidFill>
                  <a:schemeClr val="tx2"/>
                </a:solidFill>
                <a:latin typeface="Nokia Pure Text Light" panose="020B0403020202020204" pitchFamily="34" charset="0"/>
                <a:ea typeface="Nokia Pure Text Light" panose="020B0403020202020204" pitchFamily="34" charset="0"/>
              </a:defRPr>
            </a:lvl6pPr>
            <a:lvl7pPr marL="1384200" indent="0">
              <a:spcBef>
                <a:spcPts val="0"/>
              </a:spcBef>
              <a:spcAft>
                <a:spcPts val="600"/>
              </a:spcAft>
              <a:buNone/>
              <a:defRPr sz="700">
                <a:solidFill>
                  <a:schemeClr val="tx2"/>
                </a:solidFill>
                <a:latin typeface="Nokia Pure Text Light" panose="020B0403020202020204" pitchFamily="34" charset="0"/>
                <a:ea typeface="Nokia Pure Text Light" panose="020B0403020202020204" pitchFamily="34" charset="0"/>
              </a:defRPr>
            </a:lvl7pPr>
            <a:lvl8pPr marL="1614600" indent="0">
              <a:spcBef>
                <a:spcPts val="0"/>
              </a:spcBef>
              <a:spcAft>
                <a:spcPts val="600"/>
              </a:spcAft>
              <a:buNone/>
              <a:defRPr sz="600">
                <a:solidFill>
                  <a:schemeClr val="tx2"/>
                </a:solidFill>
                <a:latin typeface="Nokia Pure Text Light" panose="020B0403020202020204" pitchFamily="34" charset="0"/>
                <a:ea typeface="Nokia Pure Text Light" panose="020B0403020202020204" pitchFamily="34" charset="0"/>
              </a:defRPr>
            </a:lvl8pPr>
          </a:lstStyle>
          <a:p>
            <a:pPr lvl="0"/>
            <a:r>
              <a:rPr lang="en-US" dirty="0"/>
              <a:t>Subtitle/Author</a:t>
            </a:r>
          </a:p>
        </p:txBody>
      </p:sp>
      <p:sp>
        <p:nvSpPr>
          <p:cNvPr id="3" name="TextBox 2">
            <a:extLst>
              <a:ext uri="{FF2B5EF4-FFF2-40B4-BE49-F238E27FC236}">
                <a16:creationId xmlns:a16="http://schemas.microsoft.com/office/drawing/2014/main" id="{D596CCAF-CFD0-78BA-B2DE-D4AAECC80E0C}"/>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4" name="Slide Number Placeholder 5">
            <a:extLst>
              <a:ext uri="{FF2B5EF4-FFF2-40B4-BE49-F238E27FC236}">
                <a16:creationId xmlns:a16="http://schemas.microsoft.com/office/drawing/2014/main" id="{783A073E-6395-AB52-363B-C387025E75D6}"/>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cxnSp>
        <p:nvCxnSpPr>
          <p:cNvPr id="15" name="Straight Connector 14">
            <a:extLst>
              <a:ext uri="{FF2B5EF4-FFF2-40B4-BE49-F238E27FC236}">
                <a16:creationId xmlns:a16="http://schemas.microsoft.com/office/drawing/2014/main" id="{A2EA63C6-5343-F79F-D184-6FE2E97A3616}"/>
              </a:ext>
            </a:extLst>
          </p:cNvPr>
          <p:cNvCxnSpPr>
            <a:cxnSpLocks/>
          </p:cNvCxnSpPr>
          <p:nvPr userDrawn="1"/>
        </p:nvCxnSpPr>
        <p:spPr>
          <a:xfrm>
            <a:off x="1400627" y="4830552"/>
            <a:ext cx="0" cy="144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Footer Placeholder 2">
            <a:extLst>
              <a:ext uri="{FF2B5EF4-FFF2-40B4-BE49-F238E27FC236}">
                <a16:creationId xmlns:a16="http://schemas.microsoft.com/office/drawing/2014/main" id="{5B14FF50-A296-F5AE-C68C-5D0294FDC1A1}"/>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Apply appropriate data classification. Apply document ID (if applicable).</a:t>
            </a:r>
            <a:endParaRPr lang="en-US" dirty="0"/>
          </a:p>
        </p:txBody>
      </p:sp>
      <p:pic>
        <p:nvPicPr>
          <p:cNvPr id="5" name="Picture 4">
            <a:extLst>
              <a:ext uri="{FF2B5EF4-FFF2-40B4-BE49-F238E27FC236}">
                <a16:creationId xmlns:a16="http://schemas.microsoft.com/office/drawing/2014/main" id="{3F4B8345-7949-7EF7-835C-EB820FC42743}"/>
              </a:ext>
            </a:extLst>
          </p:cNvPr>
          <p:cNvPicPr>
            <a:picLocks noChangeAspect="1"/>
          </p:cNvPicPr>
          <p:nvPr userDrawn="1"/>
        </p:nvPicPr>
        <p:blipFill>
          <a:blip r:embed="rId5"/>
          <a:stretch>
            <a:fillRect/>
          </a:stretch>
        </p:blipFill>
        <p:spPr>
          <a:xfrm>
            <a:off x="6899562" y="2319352"/>
            <a:ext cx="2167796" cy="349981"/>
          </a:xfrm>
          <a:prstGeom prst="rect">
            <a:avLst/>
          </a:prstGeom>
        </p:spPr>
      </p:pic>
    </p:spTree>
    <p:extLst>
      <p:ext uri="{BB962C8B-B14F-4D97-AF65-F5344CB8AC3E}">
        <p14:creationId xmlns:p14="http://schemas.microsoft.com/office/powerpoint/2010/main" val="329557383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_3 White title">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53F4EAC9-01A1-ED6A-B271-D7FC17A6D29B}"/>
              </a:ext>
            </a:extLst>
          </p:cNvPr>
          <p:cNvPicPr>
            <a:picLocks noChangeAspect="1"/>
          </p:cNvPicPr>
          <p:nvPr userDrawn="1"/>
        </p:nvPicPr>
        <p:blipFill rotWithShape="1">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4966626" y="0"/>
            <a:ext cx="4177374" cy="5144400"/>
          </a:xfrm>
          <a:prstGeom prst="rect">
            <a:avLst/>
          </a:prstGeom>
        </p:spPr>
      </p:pic>
      <p:sp>
        <p:nvSpPr>
          <p:cNvPr id="17" name="Title 4">
            <a:extLst>
              <a:ext uri="{FF2B5EF4-FFF2-40B4-BE49-F238E27FC236}">
                <a16:creationId xmlns:a16="http://schemas.microsoft.com/office/drawing/2014/main" id="{EB5A7CA1-8E09-1FEE-5143-08105708AE59}"/>
              </a:ext>
            </a:extLst>
          </p:cNvPr>
          <p:cNvSpPr>
            <a:spLocks noGrp="1"/>
          </p:cNvSpPr>
          <p:nvPr>
            <p:ph type="title" hasCustomPrompt="1"/>
          </p:nvPr>
        </p:nvSpPr>
        <p:spPr>
          <a:xfrm>
            <a:off x="417531" y="1634673"/>
            <a:ext cx="3909884" cy="1244465"/>
          </a:xfrm>
          <a:prstGeom prst="rect">
            <a:avLst/>
          </a:prstGeom>
        </p:spPr>
        <p:txBody>
          <a:bodyPr lIns="0" tIns="0" rIns="0" bIns="0">
            <a:noAutofit/>
          </a:bodyPr>
          <a:lstStyle>
            <a:lvl1pPr marL="0" indent="0" algn="l" defTabSz="914400" rtl="0" eaLnBrk="1" latinLnBrk="0" hangingPunct="1">
              <a:lnSpc>
                <a:spcPct val="100000"/>
              </a:lnSpc>
              <a:spcBef>
                <a:spcPts val="0"/>
              </a:spcBef>
              <a:buFont typeface="Arial" panose="020B0604020202020204" pitchFamily="34" charset="0"/>
              <a:buNone/>
              <a:defRPr lang="en-GB" sz="3600" kern="1200" baseline="0" dirty="0" smtClean="0">
                <a:solidFill>
                  <a:schemeClr val="accent1"/>
                </a:solidFill>
                <a:latin typeface="+mj-lt"/>
                <a:ea typeface="+mn-ea"/>
                <a:cs typeface="+mn-cs"/>
              </a:defRPr>
            </a:lvl1pPr>
          </a:lstStyle>
          <a:p>
            <a:r>
              <a:rPr lang="en-GB" dirty="0"/>
              <a:t>Presentation</a:t>
            </a:r>
            <a:br>
              <a:rPr lang="en-GB" dirty="0"/>
            </a:br>
            <a:r>
              <a:rPr lang="en-GB" dirty="0"/>
              <a:t>Title (2 lines)</a:t>
            </a:r>
          </a:p>
        </p:txBody>
      </p:sp>
      <p:sp>
        <p:nvSpPr>
          <p:cNvPr id="18" name="Text Placeholder 3">
            <a:extLst>
              <a:ext uri="{FF2B5EF4-FFF2-40B4-BE49-F238E27FC236}">
                <a16:creationId xmlns:a16="http://schemas.microsoft.com/office/drawing/2014/main" id="{AF6FE26B-E8FF-4ACF-48A7-542E2FB4B861}"/>
              </a:ext>
            </a:extLst>
          </p:cNvPr>
          <p:cNvSpPr>
            <a:spLocks noGrp="1"/>
          </p:cNvSpPr>
          <p:nvPr>
            <p:ph type="body" sz="quarter" idx="12" hasCustomPrompt="1"/>
          </p:nvPr>
        </p:nvSpPr>
        <p:spPr>
          <a:xfrm>
            <a:off x="417531" y="3059710"/>
            <a:ext cx="3909884" cy="590953"/>
          </a:xfrm>
          <a:prstGeom prst="rect">
            <a:avLst/>
          </a:prstGeo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800">
                <a:solidFill>
                  <a:schemeClr val="accent1"/>
                </a:solidFill>
                <a:latin typeface="+mn-lt"/>
                <a:ea typeface="Nokia Pure Text Light" panose="020B0403020202020204" pitchFamily="34" charset="0"/>
              </a:defRPr>
            </a:lvl1pPr>
            <a:lvl2pPr marL="230400" indent="0">
              <a:lnSpc>
                <a:spcPct val="100000"/>
              </a:lnSpc>
              <a:spcBef>
                <a:spcPts val="0"/>
              </a:spcBef>
              <a:spcAft>
                <a:spcPts val="600"/>
              </a:spcAft>
              <a:buNone/>
              <a:defRPr sz="1400">
                <a:solidFill>
                  <a:schemeClr val="bg1"/>
                </a:solidFill>
                <a:latin typeface="+mn-lt"/>
                <a:ea typeface="Nokia Pure Text Light" panose="020B0403020202020204" pitchFamily="34" charset="0"/>
              </a:defRPr>
            </a:lvl2pPr>
            <a:lvl3pPr marL="462600" indent="0">
              <a:lnSpc>
                <a:spcPct val="100000"/>
              </a:lnSpc>
              <a:spcBef>
                <a:spcPts val="0"/>
              </a:spcBef>
              <a:spcAft>
                <a:spcPts val="600"/>
              </a:spcAft>
              <a:buNone/>
              <a:defRPr sz="1200">
                <a:solidFill>
                  <a:schemeClr val="bg1"/>
                </a:solidFill>
                <a:latin typeface="+mn-lt"/>
                <a:ea typeface="Nokia Pure Text Light" panose="020B0403020202020204" pitchFamily="34" charset="0"/>
              </a:defRPr>
            </a:lvl3pPr>
            <a:lvl4pPr marL="693000" indent="0">
              <a:lnSpc>
                <a:spcPct val="100000"/>
              </a:lnSpc>
              <a:spcBef>
                <a:spcPts val="0"/>
              </a:spcBef>
              <a:spcAft>
                <a:spcPts val="600"/>
              </a:spcAft>
              <a:buNone/>
              <a:defRPr sz="1000">
                <a:solidFill>
                  <a:schemeClr val="bg1"/>
                </a:solidFill>
                <a:latin typeface="+mn-lt"/>
                <a:ea typeface="Nokia Pure Text Light" panose="020B0403020202020204" pitchFamily="34" charset="0"/>
              </a:defRPr>
            </a:lvl4pPr>
            <a:lvl5pPr marL="923400" indent="0">
              <a:lnSpc>
                <a:spcPct val="100000"/>
              </a:lnSpc>
              <a:spcBef>
                <a:spcPts val="0"/>
              </a:spcBef>
              <a:spcAft>
                <a:spcPts val="600"/>
              </a:spcAft>
              <a:buFont typeface="Arial" panose="020B0604020202020204" pitchFamily="34" charset="0"/>
              <a:buNone/>
              <a:defRPr sz="900">
                <a:solidFill>
                  <a:schemeClr val="bg1"/>
                </a:solidFill>
                <a:latin typeface="+mn-lt"/>
                <a:ea typeface="Nokia Pure Text Light" panose="020B0403020202020204" pitchFamily="34" charset="0"/>
              </a:defRPr>
            </a:lvl5pPr>
            <a:lvl6pPr marL="1153800" indent="0">
              <a:spcBef>
                <a:spcPts val="0"/>
              </a:spcBef>
              <a:spcAft>
                <a:spcPts val="600"/>
              </a:spcAft>
              <a:buFont typeface="Nokia Pure Text" panose="020B0503020202020204" pitchFamily="34" charset="0"/>
              <a:buNone/>
              <a:defRPr sz="800" baseline="0">
                <a:solidFill>
                  <a:schemeClr val="tx2"/>
                </a:solidFill>
                <a:latin typeface="Nokia Pure Text Light" panose="020B0403020202020204" pitchFamily="34" charset="0"/>
                <a:ea typeface="Nokia Pure Text Light" panose="020B0403020202020204" pitchFamily="34" charset="0"/>
              </a:defRPr>
            </a:lvl6pPr>
            <a:lvl7pPr marL="1384200" indent="0">
              <a:spcBef>
                <a:spcPts val="0"/>
              </a:spcBef>
              <a:spcAft>
                <a:spcPts val="600"/>
              </a:spcAft>
              <a:buNone/>
              <a:defRPr sz="700">
                <a:solidFill>
                  <a:schemeClr val="tx2"/>
                </a:solidFill>
                <a:latin typeface="Nokia Pure Text Light" panose="020B0403020202020204" pitchFamily="34" charset="0"/>
                <a:ea typeface="Nokia Pure Text Light" panose="020B0403020202020204" pitchFamily="34" charset="0"/>
              </a:defRPr>
            </a:lvl7pPr>
            <a:lvl8pPr marL="1614600" indent="0">
              <a:spcBef>
                <a:spcPts val="0"/>
              </a:spcBef>
              <a:spcAft>
                <a:spcPts val="600"/>
              </a:spcAft>
              <a:buNone/>
              <a:defRPr sz="600">
                <a:solidFill>
                  <a:schemeClr val="tx2"/>
                </a:solidFill>
                <a:latin typeface="Nokia Pure Text Light" panose="020B0403020202020204" pitchFamily="34" charset="0"/>
                <a:ea typeface="Nokia Pure Text Light" panose="020B0403020202020204" pitchFamily="34" charset="0"/>
              </a:defRPr>
            </a:lvl8pPr>
          </a:lstStyle>
          <a:p>
            <a:pPr lvl="0"/>
            <a:r>
              <a:rPr lang="en-US" dirty="0"/>
              <a:t>Subtitle/Author</a:t>
            </a:r>
          </a:p>
        </p:txBody>
      </p:sp>
      <p:sp>
        <p:nvSpPr>
          <p:cNvPr id="4" name="TextBox 3">
            <a:extLst>
              <a:ext uri="{FF2B5EF4-FFF2-40B4-BE49-F238E27FC236}">
                <a16:creationId xmlns:a16="http://schemas.microsoft.com/office/drawing/2014/main" id="{31A83BF5-F4EA-B655-23E1-5D8014AFB881}"/>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3" name="Slide Number Placeholder 5">
            <a:extLst>
              <a:ext uri="{FF2B5EF4-FFF2-40B4-BE49-F238E27FC236}">
                <a16:creationId xmlns:a16="http://schemas.microsoft.com/office/drawing/2014/main" id="{426EB7B3-F0BC-333D-8ADE-5B1C73FF8F1F}"/>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cxnSp>
        <p:nvCxnSpPr>
          <p:cNvPr id="14" name="Straight Connector 13">
            <a:extLst>
              <a:ext uri="{FF2B5EF4-FFF2-40B4-BE49-F238E27FC236}">
                <a16:creationId xmlns:a16="http://schemas.microsoft.com/office/drawing/2014/main" id="{249E1713-7A0D-1820-B43D-AE57F0715166}"/>
              </a:ext>
            </a:extLst>
          </p:cNvPr>
          <p:cNvCxnSpPr>
            <a:cxnSpLocks/>
          </p:cNvCxnSpPr>
          <p:nvPr userDrawn="1"/>
        </p:nvCxnSpPr>
        <p:spPr>
          <a:xfrm>
            <a:off x="1400627" y="4830552"/>
            <a:ext cx="0" cy="14400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
        <p:nvSpPr>
          <p:cNvPr id="15" name="Footer Placeholder 2">
            <a:extLst>
              <a:ext uri="{FF2B5EF4-FFF2-40B4-BE49-F238E27FC236}">
                <a16:creationId xmlns:a16="http://schemas.microsoft.com/office/drawing/2014/main" id="{7D7036CC-670D-3957-0E8D-C8CBF2AE9A42}"/>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Apply appropriate data classification. Apply document ID (if applicable).</a:t>
            </a:r>
            <a:endParaRPr lang="en-US" dirty="0"/>
          </a:p>
        </p:txBody>
      </p:sp>
      <p:pic>
        <p:nvPicPr>
          <p:cNvPr id="2" name="Picture 1">
            <a:extLst>
              <a:ext uri="{FF2B5EF4-FFF2-40B4-BE49-F238E27FC236}">
                <a16:creationId xmlns:a16="http://schemas.microsoft.com/office/drawing/2014/main" id="{B0BF6255-6F97-CDB9-FDAB-BC298E14A611}"/>
              </a:ext>
            </a:extLst>
          </p:cNvPr>
          <p:cNvPicPr>
            <a:picLocks noChangeAspect="1"/>
          </p:cNvPicPr>
          <p:nvPr userDrawn="1"/>
        </p:nvPicPr>
        <p:blipFill>
          <a:blip r:embed="rId4"/>
          <a:stretch>
            <a:fillRect/>
          </a:stretch>
        </p:blipFill>
        <p:spPr>
          <a:xfrm>
            <a:off x="6899562" y="2319352"/>
            <a:ext cx="2167796" cy="349981"/>
          </a:xfrm>
          <a:prstGeom prst="rect">
            <a:avLst/>
          </a:prstGeom>
        </p:spPr>
      </p:pic>
    </p:spTree>
    <p:extLst>
      <p:ext uri="{BB962C8B-B14F-4D97-AF65-F5344CB8AC3E}">
        <p14:creationId xmlns:p14="http://schemas.microsoft.com/office/powerpoint/2010/main" val="400592906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4 Green blue">
    <p:spTree>
      <p:nvGrpSpPr>
        <p:cNvPr id="1" name=""/>
        <p:cNvGrpSpPr/>
        <p:nvPr/>
      </p:nvGrpSpPr>
      <p:grpSpPr>
        <a:xfrm>
          <a:off x="0" y="0"/>
          <a:ext cx="0" cy="0"/>
          <a:chOff x="0" y="0"/>
          <a:chExt cx="0" cy="0"/>
        </a:xfrm>
      </p:grpSpPr>
      <p:pic>
        <p:nvPicPr>
          <p:cNvPr id="11" name="Picture 10" descr="Background pattern&#10;&#10;Description automatically generated">
            <a:extLst>
              <a:ext uri="{FF2B5EF4-FFF2-40B4-BE49-F238E27FC236}">
                <a16:creationId xmlns:a16="http://schemas.microsoft.com/office/drawing/2014/main" id="{82BC244E-62D2-236F-4DC8-EEBFE9AF287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0" y="0"/>
            <a:ext cx="9144000" cy="5143500"/>
          </a:xfrm>
          <a:prstGeom prst="rect">
            <a:avLst/>
          </a:prstGeom>
        </p:spPr>
      </p:pic>
      <p:sp>
        <p:nvSpPr>
          <p:cNvPr id="8" name="Text Placeholder 42">
            <a:extLst>
              <a:ext uri="{FF2B5EF4-FFF2-40B4-BE49-F238E27FC236}">
                <a16:creationId xmlns:a16="http://schemas.microsoft.com/office/drawing/2014/main" id="{BE7F6530-2B80-C2AA-C92D-861D7E8FD530}"/>
              </a:ext>
            </a:extLst>
          </p:cNvPr>
          <p:cNvSpPr>
            <a:spLocks noGrp="1"/>
          </p:cNvSpPr>
          <p:nvPr>
            <p:ph type="body" sz="quarter" idx="11" hasCustomPrompt="1"/>
          </p:nvPr>
        </p:nvSpPr>
        <p:spPr>
          <a:xfrm>
            <a:off x="417600" y="1080000"/>
            <a:ext cx="8308800" cy="1760501"/>
          </a:xfrm>
          <a:prstGeom prst="rect">
            <a:avLst/>
          </a:prstGeom>
        </p:spPr>
        <p:txBody>
          <a:bodyPr lIns="0" tIns="0" rIns="0" bIns="0"/>
          <a:lstStyle>
            <a:lvl1pPr marL="0" indent="0">
              <a:buNone/>
              <a:defRPr sz="4400" baseline="0">
                <a:solidFill>
                  <a:schemeClr val="bg1"/>
                </a:solidFill>
                <a:latin typeface="Nokia Pure Headline Light" panose="020B0304020202020204" pitchFamily="34" charset="0"/>
              </a:defRPr>
            </a:lvl1pPr>
          </a:lstStyle>
          <a:p>
            <a:pPr lvl="0"/>
            <a:r>
              <a:rPr lang="en-US" noProof="0"/>
              <a:t>Divider pages </a:t>
            </a:r>
            <a:br>
              <a:rPr lang="en-US" noProof="0"/>
            </a:br>
            <a:r>
              <a:rPr lang="en-US" noProof="0"/>
              <a:t>or large quotes</a:t>
            </a:r>
          </a:p>
        </p:txBody>
      </p:sp>
      <p:sp>
        <p:nvSpPr>
          <p:cNvPr id="3" name="TextBox 2">
            <a:extLst>
              <a:ext uri="{FF2B5EF4-FFF2-40B4-BE49-F238E27FC236}">
                <a16:creationId xmlns:a16="http://schemas.microsoft.com/office/drawing/2014/main" id="{3E33991A-B775-F150-1F53-A41B2C8F754A}"/>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9" name="Slide Number Placeholder 5">
            <a:extLst>
              <a:ext uri="{FF2B5EF4-FFF2-40B4-BE49-F238E27FC236}">
                <a16:creationId xmlns:a16="http://schemas.microsoft.com/office/drawing/2014/main" id="{72865E3E-F273-E118-A756-E7553EE37BF8}"/>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cxnSp>
        <p:nvCxnSpPr>
          <p:cNvPr id="10" name="Straight Connector 9">
            <a:extLst>
              <a:ext uri="{FF2B5EF4-FFF2-40B4-BE49-F238E27FC236}">
                <a16:creationId xmlns:a16="http://schemas.microsoft.com/office/drawing/2014/main" id="{8F6CB285-4CBA-9E7E-51AA-4D36FE48627F}"/>
              </a:ext>
            </a:extLst>
          </p:cNvPr>
          <p:cNvCxnSpPr>
            <a:cxnSpLocks/>
          </p:cNvCxnSpPr>
          <p:nvPr userDrawn="1"/>
        </p:nvCxnSpPr>
        <p:spPr>
          <a:xfrm>
            <a:off x="1400627" y="4830552"/>
            <a:ext cx="0" cy="144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2" name="Footer Placeholder 2">
            <a:extLst>
              <a:ext uri="{FF2B5EF4-FFF2-40B4-BE49-F238E27FC236}">
                <a16:creationId xmlns:a16="http://schemas.microsoft.com/office/drawing/2014/main" id="{B4E65701-AF49-27F6-59BC-27ED19ECECA4}"/>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Apply appropriate data classification. Apply document ID (if applicable).</a:t>
            </a:r>
            <a:endParaRPr lang="en-US" dirty="0"/>
          </a:p>
        </p:txBody>
      </p:sp>
      <p:pic>
        <p:nvPicPr>
          <p:cNvPr id="4" name="Picture 3">
            <a:extLst>
              <a:ext uri="{FF2B5EF4-FFF2-40B4-BE49-F238E27FC236}">
                <a16:creationId xmlns:a16="http://schemas.microsoft.com/office/drawing/2014/main" id="{37B2BD2F-AAE3-1BDE-3F29-90D82FED29D3}"/>
              </a:ext>
            </a:extLst>
          </p:cNvPr>
          <p:cNvPicPr>
            <a:picLocks noChangeAspect="1"/>
          </p:cNvPicPr>
          <p:nvPr userDrawn="1"/>
        </p:nvPicPr>
        <p:blipFill>
          <a:blip r:embed="rId3"/>
          <a:stretch>
            <a:fillRect/>
          </a:stretch>
        </p:blipFill>
        <p:spPr>
          <a:xfrm>
            <a:off x="6852325" y="4655561"/>
            <a:ext cx="2167796" cy="349981"/>
          </a:xfrm>
          <a:prstGeom prst="rect">
            <a:avLst/>
          </a:prstGeom>
        </p:spPr>
      </p:pic>
    </p:spTree>
    <p:extLst>
      <p:ext uri="{BB962C8B-B14F-4D97-AF65-F5344CB8AC3E}">
        <p14:creationId xmlns:p14="http://schemas.microsoft.com/office/powerpoint/2010/main" val="283157591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4 Blue pink">
    <p:spTree>
      <p:nvGrpSpPr>
        <p:cNvPr id="1" name=""/>
        <p:cNvGrpSpPr/>
        <p:nvPr/>
      </p:nvGrpSpPr>
      <p:grpSpPr>
        <a:xfrm>
          <a:off x="0" y="0"/>
          <a:ext cx="0" cy="0"/>
          <a:chOff x="0" y="0"/>
          <a:chExt cx="0" cy="0"/>
        </a:xfrm>
      </p:grpSpPr>
      <p:pic>
        <p:nvPicPr>
          <p:cNvPr id="8" name="Picture 7" descr="Background pattern&#10;&#10;Description automatically generated">
            <a:extLst>
              <a:ext uri="{FF2B5EF4-FFF2-40B4-BE49-F238E27FC236}">
                <a16:creationId xmlns:a16="http://schemas.microsoft.com/office/drawing/2014/main" id="{FEF07AED-C885-0A94-CE92-AD0235762C6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0" y="0"/>
            <a:ext cx="9144000" cy="5143500"/>
          </a:xfrm>
          <a:prstGeom prst="rect">
            <a:avLst/>
          </a:prstGeom>
        </p:spPr>
      </p:pic>
      <p:sp>
        <p:nvSpPr>
          <p:cNvPr id="5" name="Text Placeholder 42">
            <a:extLst>
              <a:ext uri="{FF2B5EF4-FFF2-40B4-BE49-F238E27FC236}">
                <a16:creationId xmlns:a16="http://schemas.microsoft.com/office/drawing/2014/main" id="{513AFDC9-7EA7-195A-AC21-49A03E74AF43}"/>
              </a:ext>
            </a:extLst>
          </p:cNvPr>
          <p:cNvSpPr>
            <a:spLocks noGrp="1"/>
          </p:cNvSpPr>
          <p:nvPr>
            <p:ph type="body" sz="quarter" idx="11" hasCustomPrompt="1"/>
          </p:nvPr>
        </p:nvSpPr>
        <p:spPr>
          <a:xfrm>
            <a:off x="417600" y="1080000"/>
            <a:ext cx="8308800" cy="1760501"/>
          </a:xfrm>
          <a:prstGeom prst="rect">
            <a:avLst/>
          </a:prstGeom>
        </p:spPr>
        <p:txBody>
          <a:bodyPr lIns="0" tIns="0" rIns="0" bIns="0"/>
          <a:lstStyle>
            <a:lvl1pPr marL="0" indent="0">
              <a:buNone/>
              <a:defRPr sz="4400" baseline="0">
                <a:solidFill>
                  <a:schemeClr val="bg1"/>
                </a:solidFill>
                <a:latin typeface="Nokia Pure Headline Light" panose="020B0304020202020204" pitchFamily="34" charset="0"/>
              </a:defRPr>
            </a:lvl1pPr>
          </a:lstStyle>
          <a:p>
            <a:pPr lvl="0"/>
            <a:r>
              <a:rPr lang="en-US" noProof="0"/>
              <a:t>Divider pages </a:t>
            </a:r>
            <a:br>
              <a:rPr lang="en-US" noProof="0"/>
            </a:br>
            <a:r>
              <a:rPr lang="en-US" noProof="0"/>
              <a:t>or large quotes</a:t>
            </a:r>
          </a:p>
        </p:txBody>
      </p:sp>
      <p:sp>
        <p:nvSpPr>
          <p:cNvPr id="3" name="TextBox 2">
            <a:extLst>
              <a:ext uri="{FF2B5EF4-FFF2-40B4-BE49-F238E27FC236}">
                <a16:creationId xmlns:a16="http://schemas.microsoft.com/office/drawing/2014/main" id="{CEEAF690-F016-5F35-1D32-4ED93EF5166F}"/>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4" name="Slide Number Placeholder 5">
            <a:extLst>
              <a:ext uri="{FF2B5EF4-FFF2-40B4-BE49-F238E27FC236}">
                <a16:creationId xmlns:a16="http://schemas.microsoft.com/office/drawing/2014/main" id="{BBB7509F-4A74-90C7-0E0E-F5393EA51970}"/>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cxnSp>
        <p:nvCxnSpPr>
          <p:cNvPr id="6" name="Straight Connector 5">
            <a:extLst>
              <a:ext uri="{FF2B5EF4-FFF2-40B4-BE49-F238E27FC236}">
                <a16:creationId xmlns:a16="http://schemas.microsoft.com/office/drawing/2014/main" id="{6BDDC262-79BB-0F23-042E-B5CBA3056111}"/>
              </a:ext>
            </a:extLst>
          </p:cNvPr>
          <p:cNvCxnSpPr>
            <a:cxnSpLocks/>
          </p:cNvCxnSpPr>
          <p:nvPr userDrawn="1"/>
        </p:nvCxnSpPr>
        <p:spPr>
          <a:xfrm>
            <a:off x="1400627" y="4830552"/>
            <a:ext cx="0" cy="144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2" name="Footer Placeholder 2">
            <a:extLst>
              <a:ext uri="{FF2B5EF4-FFF2-40B4-BE49-F238E27FC236}">
                <a16:creationId xmlns:a16="http://schemas.microsoft.com/office/drawing/2014/main" id="{74CDDDE1-60B8-DFD9-1AEF-39E3A60128B8}"/>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Apply appropriate data classification. Apply document ID (if applicable).</a:t>
            </a:r>
            <a:endParaRPr lang="en-US" dirty="0"/>
          </a:p>
        </p:txBody>
      </p:sp>
      <p:pic>
        <p:nvPicPr>
          <p:cNvPr id="7" name="Picture 6">
            <a:extLst>
              <a:ext uri="{FF2B5EF4-FFF2-40B4-BE49-F238E27FC236}">
                <a16:creationId xmlns:a16="http://schemas.microsoft.com/office/drawing/2014/main" id="{94E48781-FD61-A9E7-6BE6-1C48A2108189}"/>
              </a:ext>
            </a:extLst>
          </p:cNvPr>
          <p:cNvPicPr>
            <a:picLocks noChangeAspect="1"/>
          </p:cNvPicPr>
          <p:nvPr userDrawn="1"/>
        </p:nvPicPr>
        <p:blipFill>
          <a:blip r:embed="rId3"/>
          <a:stretch>
            <a:fillRect/>
          </a:stretch>
        </p:blipFill>
        <p:spPr>
          <a:xfrm>
            <a:off x="6852325" y="4655561"/>
            <a:ext cx="2167796" cy="349981"/>
          </a:xfrm>
          <a:prstGeom prst="rect">
            <a:avLst/>
          </a:prstGeom>
        </p:spPr>
      </p:pic>
    </p:spTree>
    <p:extLst>
      <p:ext uri="{BB962C8B-B14F-4D97-AF65-F5344CB8AC3E}">
        <p14:creationId xmlns:p14="http://schemas.microsoft.com/office/powerpoint/2010/main" val="28257203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4 Pink">
    <p:spTree>
      <p:nvGrpSpPr>
        <p:cNvPr id="1" name=""/>
        <p:cNvGrpSpPr/>
        <p:nvPr/>
      </p:nvGrpSpPr>
      <p:grpSpPr>
        <a:xfrm>
          <a:off x="0" y="0"/>
          <a:ext cx="0" cy="0"/>
          <a:chOff x="0" y="0"/>
          <a:chExt cx="0" cy="0"/>
        </a:xfrm>
      </p:grpSpPr>
      <p:pic>
        <p:nvPicPr>
          <p:cNvPr id="6" name="Picture 5" descr="Background pattern&#10;&#10;Description automatically generated">
            <a:extLst>
              <a:ext uri="{FF2B5EF4-FFF2-40B4-BE49-F238E27FC236}">
                <a16:creationId xmlns:a16="http://schemas.microsoft.com/office/drawing/2014/main" id="{2FD17980-F783-4A27-87DC-42985B6C77B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0" y="0"/>
            <a:ext cx="9144000" cy="5143500"/>
          </a:xfrm>
          <a:prstGeom prst="rect">
            <a:avLst/>
          </a:prstGeom>
        </p:spPr>
      </p:pic>
      <p:sp>
        <p:nvSpPr>
          <p:cNvPr id="3" name="Text Placeholder 42">
            <a:extLst>
              <a:ext uri="{FF2B5EF4-FFF2-40B4-BE49-F238E27FC236}">
                <a16:creationId xmlns:a16="http://schemas.microsoft.com/office/drawing/2014/main" id="{522A1BAB-7805-96E3-BA5B-3E8B26D8AA37}"/>
              </a:ext>
            </a:extLst>
          </p:cNvPr>
          <p:cNvSpPr>
            <a:spLocks noGrp="1"/>
          </p:cNvSpPr>
          <p:nvPr>
            <p:ph type="body" sz="quarter" idx="11" hasCustomPrompt="1"/>
          </p:nvPr>
        </p:nvSpPr>
        <p:spPr>
          <a:xfrm>
            <a:off x="417600" y="1080000"/>
            <a:ext cx="8308800" cy="1760501"/>
          </a:xfrm>
          <a:prstGeom prst="rect">
            <a:avLst/>
          </a:prstGeom>
        </p:spPr>
        <p:txBody>
          <a:bodyPr lIns="0" tIns="0" rIns="0" bIns="0"/>
          <a:lstStyle>
            <a:lvl1pPr marL="0" indent="0">
              <a:buNone/>
              <a:defRPr sz="4400" baseline="0">
                <a:solidFill>
                  <a:schemeClr val="bg1"/>
                </a:solidFill>
                <a:latin typeface="Nokia Pure Headline Light" panose="020B0304020202020204" pitchFamily="34" charset="0"/>
              </a:defRPr>
            </a:lvl1pPr>
          </a:lstStyle>
          <a:p>
            <a:pPr lvl="0"/>
            <a:r>
              <a:rPr lang="en-US" noProof="0"/>
              <a:t>Divider pages </a:t>
            </a:r>
            <a:br>
              <a:rPr lang="en-US" noProof="0"/>
            </a:br>
            <a:r>
              <a:rPr lang="en-US" noProof="0"/>
              <a:t>or large quotes</a:t>
            </a:r>
          </a:p>
        </p:txBody>
      </p:sp>
      <p:sp>
        <p:nvSpPr>
          <p:cNvPr id="4" name="TextBox 3">
            <a:extLst>
              <a:ext uri="{FF2B5EF4-FFF2-40B4-BE49-F238E27FC236}">
                <a16:creationId xmlns:a16="http://schemas.microsoft.com/office/drawing/2014/main" id="{5A6A0F1E-DA3A-FCE2-E1B4-0752E505346D}"/>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5" name="Slide Number Placeholder 5">
            <a:extLst>
              <a:ext uri="{FF2B5EF4-FFF2-40B4-BE49-F238E27FC236}">
                <a16:creationId xmlns:a16="http://schemas.microsoft.com/office/drawing/2014/main" id="{00E94F46-3565-EF99-59CA-1C3FB0C493A8}"/>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cxnSp>
        <p:nvCxnSpPr>
          <p:cNvPr id="8" name="Straight Connector 7">
            <a:extLst>
              <a:ext uri="{FF2B5EF4-FFF2-40B4-BE49-F238E27FC236}">
                <a16:creationId xmlns:a16="http://schemas.microsoft.com/office/drawing/2014/main" id="{05B38313-DE88-3A13-90EC-74A7E9958F91}"/>
              </a:ext>
            </a:extLst>
          </p:cNvPr>
          <p:cNvCxnSpPr>
            <a:cxnSpLocks/>
          </p:cNvCxnSpPr>
          <p:nvPr userDrawn="1"/>
        </p:nvCxnSpPr>
        <p:spPr>
          <a:xfrm>
            <a:off x="1400627" y="4830552"/>
            <a:ext cx="0" cy="144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2" name="Footer Placeholder 2">
            <a:extLst>
              <a:ext uri="{FF2B5EF4-FFF2-40B4-BE49-F238E27FC236}">
                <a16:creationId xmlns:a16="http://schemas.microsoft.com/office/drawing/2014/main" id="{7054B755-DE16-CAB6-D625-5E607FB6202D}"/>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Apply appropriate data classification. Apply document ID (if applicable).</a:t>
            </a:r>
            <a:endParaRPr lang="en-US" dirty="0"/>
          </a:p>
        </p:txBody>
      </p:sp>
      <p:pic>
        <p:nvPicPr>
          <p:cNvPr id="7" name="Picture 6">
            <a:extLst>
              <a:ext uri="{FF2B5EF4-FFF2-40B4-BE49-F238E27FC236}">
                <a16:creationId xmlns:a16="http://schemas.microsoft.com/office/drawing/2014/main" id="{1EFB340C-7D12-986C-6271-73E2A1AD24FA}"/>
              </a:ext>
            </a:extLst>
          </p:cNvPr>
          <p:cNvPicPr>
            <a:picLocks noChangeAspect="1"/>
          </p:cNvPicPr>
          <p:nvPr userDrawn="1"/>
        </p:nvPicPr>
        <p:blipFill>
          <a:blip r:embed="rId3"/>
          <a:stretch>
            <a:fillRect/>
          </a:stretch>
        </p:blipFill>
        <p:spPr>
          <a:xfrm>
            <a:off x="6852325" y="4655561"/>
            <a:ext cx="2167796" cy="349981"/>
          </a:xfrm>
          <a:prstGeom prst="rect">
            <a:avLst/>
          </a:prstGeom>
        </p:spPr>
      </p:pic>
    </p:spTree>
    <p:extLst>
      <p:ext uri="{BB962C8B-B14F-4D97-AF65-F5344CB8AC3E}">
        <p14:creationId xmlns:p14="http://schemas.microsoft.com/office/powerpoint/2010/main" val="237097989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4 Blue purple">
    <p:spTree>
      <p:nvGrpSpPr>
        <p:cNvPr id="1" name=""/>
        <p:cNvGrpSpPr/>
        <p:nvPr/>
      </p:nvGrpSpPr>
      <p:grpSpPr>
        <a:xfrm>
          <a:off x="0" y="0"/>
          <a:ext cx="0" cy="0"/>
          <a:chOff x="0" y="0"/>
          <a:chExt cx="0" cy="0"/>
        </a:xfrm>
      </p:grpSpPr>
      <p:pic>
        <p:nvPicPr>
          <p:cNvPr id="6" name="Picture 5" descr="Background pattern&#10;&#10;Description automatically generated">
            <a:extLst>
              <a:ext uri="{FF2B5EF4-FFF2-40B4-BE49-F238E27FC236}">
                <a16:creationId xmlns:a16="http://schemas.microsoft.com/office/drawing/2014/main" id="{E01D2CA4-939C-12C2-DF49-53BE4EA4C10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0" y="-99588"/>
            <a:ext cx="9144000" cy="5143500"/>
          </a:xfrm>
          <a:prstGeom prst="rect">
            <a:avLst/>
          </a:prstGeom>
        </p:spPr>
      </p:pic>
      <p:sp>
        <p:nvSpPr>
          <p:cNvPr id="3" name="Text Placeholder 42">
            <a:extLst>
              <a:ext uri="{FF2B5EF4-FFF2-40B4-BE49-F238E27FC236}">
                <a16:creationId xmlns:a16="http://schemas.microsoft.com/office/drawing/2014/main" id="{0DABAD96-0284-76FF-D804-48E7FFCA08F5}"/>
              </a:ext>
            </a:extLst>
          </p:cNvPr>
          <p:cNvSpPr>
            <a:spLocks noGrp="1"/>
          </p:cNvSpPr>
          <p:nvPr>
            <p:ph type="body" sz="quarter" idx="11" hasCustomPrompt="1"/>
          </p:nvPr>
        </p:nvSpPr>
        <p:spPr>
          <a:xfrm>
            <a:off x="417600" y="1080000"/>
            <a:ext cx="8308800" cy="1760501"/>
          </a:xfrm>
          <a:prstGeom prst="rect">
            <a:avLst/>
          </a:prstGeom>
        </p:spPr>
        <p:txBody>
          <a:bodyPr lIns="0" tIns="0" rIns="0" bIns="0"/>
          <a:lstStyle>
            <a:lvl1pPr marL="0" indent="0">
              <a:buNone/>
              <a:defRPr sz="4400" baseline="0">
                <a:solidFill>
                  <a:schemeClr val="bg1"/>
                </a:solidFill>
                <a:latin typeface="Nokia Pure Headline Light" panose="020B0304020202020204" pitchFamily="34" charset="0"/>
              </a:defRPr>
            </a:lvl1pPr>
          </a:lstStyle>
          <a:p>
            <a:pPr lvl="0"/>
            <a:r>
              <a:rPr lang="en-US" noProof="0"/>
              <a:t>Divider pages </a:t>
            </a:r>
            <a:br>
              <a:rPr lang="en-US" noProof="0"/>
            </a:br>
            <a:r>
              <a:rPr lang="en-US" noProof="0"/>
              <a:t>or large quotes</a:t>
            </a:r>
          </a:p>
        </p:txBody>
      </p:sp>
      <p:sp>
        <p:nvSpPr>
          <p:cNvPr id="4" name="TextBox 3">
            <a:extLst>
              <a:ext uri="{FF2B5EF4-FFF2-40B4-BE49-F238E27FC236}">
                <a16:creationId xmlns:a16="http://schemas.microsoft.com/office/drawing/2014/main" id="{095D3A15-0FF3-A39B-9FE4-D700A76E3062}"/>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2024</a:t>
            </a:r>
          </a:p>
        </p:txBody>
      </p:sp>
      <p:sp>
        <p:nvSpPr>
          <p:cNvPr id="5" name="Slide Number Placeholder 5">
            <a:extLst>
              <a:ext uri="{FF2B5EF4-FFF2-40B4-BE49-F238E27FC236}">
                <a16:creationId xmlns:a16="http://schemas.microsoft.com/office/drawing/2014/main" id="{1500FE9F-6561-665F-A4F4-C9C4B4490CFD}"/>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cxnSp>
        <p:nvCxnSpPr>
          <p:cNvPr id="8" name="Straight Connector 7">
            <a:extLst>
              <a:ext uri="{FF2B5EF4-FFF2-40B4-BE49-F238E27FC236}">
                <a16:creationId xmlns:a16="http://schemas.microsoft.com/office/drawing/2014/main" id="{3E7AC149-8642-9FB6-B94B-6AE9EBA68E85}"/>
              </a:ext>
            </a:extLst>
          </p:cNvPr>
          <p:cNvCxnSpPr>
            <a:cxnSpLocks/>
          </p:cNvCxnSpPr>
          <p:nvPr userDrawn="1"/>
        </p:nvCxnSpPr>
        <p:spPr>
          <a:xfrm>
            <a:off x="1400627" y="4830552"/>
            <a:ext cx="0" cy="144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2" name="Footer Placeholder 2">
            <a:extLst>
              <a:ext uri="{FF2B5EF4-FFF2-40B4-BE49-F238E27FC236}">
                <a16:creationId xmlns:a16="http://schemas.microsoft.com/office/drawing/2014/main" id="{AAEAC5E7-CC2A-C92B-8A73-1CCA99C6D1DD}"/>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dirty="0"/>
              <a:t>Nokia Internal</a:t>
            </a:r>
          </a:p>
        </p:txBody>
      </p:sp>
      <p:pic>
        <p:nvPicPr>
          <p:cNvPr id="7" name="Picture 6">
            <a:extLst>
              <a:ext uri="{FF2B5EF4-FFF2-40B4-BE49-F238E27FC236}">
                <a16:creationId xmlns:a16="http://schemas.microsoft.com/office/drawing/2014/main" id="{AB432788-E5F0-7846-1C4D-BA675DE650BC}"/>
              </a:ext>
            </a:extLst>
          </p:cNvPr>
          <p:cNvPicPr>
            <a:picLocks noChangeAspect="1"/>
          </p:cNvPicPr>
          <p:nvPr userDrawn="1"/>
        </p:nvPicPr>
        <p:blipFill>
          <a:blip r:embed="rId3"/>
          <a:stretch>
            <a:fillRect/>
          </a:stretch>
        </p:blipFill>
        <p:spPr>
          <a:xfrm>
            <a:off x="6852325" y="4655561"/>
            <a:ext cx="2167796" cy="349981"/>
          </a:xfrm>
          <a:prstGeom prst="rect">
            <a:avLst/>
          </a:prstGeom>
        </p:spPr>
      </p:pic>
    </p:spTree>
    <p:extLst>
      <p:ext uri="{BB962C8B-B14F-4D97-AF65-F5344CB8AC3E}">
        <p14:creationId xmlns:p14="http://schemas.microsoft.com/office/powerpoint/2010/main" val="328056082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4 Orange red">
    <p:spTree>
      <p:nvGrpSpPr>
        <p:cNvPr id="1" name=""/>
        <p:cNvGrpSpPr/>
        <p:nvPr/>
      </p:nvGrpSpPr>
      <p:grpSpPr>
        <a:xfrm>
          <a:off x="0" y="0"/>
          <a:ext cx="0" cy="0"/>
          <a:chOff x="0" y="0"/>
          <a:chExt cx="0" cy="0"/>
        </a:xfrm>
      </p:grpSpPr>
      <p:pic>
        <p:nvPicPr>
          <p:cNvPr id="6" name="Picture 5" descr="Background pattern&#10;&#10;Description automatically generated">
            <a:extLst>
              <a:ext uri="{FF2B5EF4-FFF2-40B4-BE49-F238E27FC236}">
                <a16:creationId xmlns:a16="http://schemas.microsoft.com/office/drawing/2014/main" id="{734BF0FE-66B0-30DC-7C7E-0C60AC62082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0" y="0"/>
            <a:ext cx="9144000" cy="5143500"/>
          </a:xfrm>
          <a:prstGeom prst="rect">
            <a:avLst/>
          </a:prstGeom>
        </p:spPr>
      </p:pic>
      <p:sp>
        <p:nvSpPr>
          <p:cNvPr id="4" name="Text Placeholder 42">
            <a:extLst>
              <a:ext uri="{FF2B5EF4-FFF2-40B4-BE49-F238E27FC236}">
                <a16:creationId xmlns:a16="http://schemas.microsoft.com/office/drawing/2014/main" id="{915CB6A6-17E7-3E33-E841-80BBD7036B36}"/>
              </a:ext>
            </a:extLst>
          </p:cNvPr>
          <p:cNvSpPr>
            <a:spLocks noGrp="1"/>
          </p:cNvSpPr>
          <p:nvPr>
            <p:ph type="body" sz="quarter" idx="11" hasCustomPrompt="1"/>
          </p:nvPr>
        </p:nvSpPr>
        <p:spPr>
          <a:xfrm>
            <a:off x="417600" y="1080000"/>
            <a:ext cx="8308800" cy="1760501"/>
          </a:xfrm>
          <a:prstGeom prst="rect">
            <a:avLst/>
          </a:prstGeom>
        </p:spPr>
        <p:txBody>
          <a:bodyPr lIns="0" tIns="0" rIns="0" bIns="0"/>
          <a:lstStyle>
            <a:lvl1pPr marL="0" indent="0">
              <a:buNone/>
              <a:defRPr sz="4400" baseline="0">
                <a:solidFill>
                  <a:schemeClr val="bg1"/>
                </a:solidFill>
                <a:latin typeface="Nokia Pure Headline Light" panose="020B0304020202020204" pitchFamily="34" charset="0"/>
              </a:defRPr>
            </a:lvl1pPr>
          </a:lstStyle>
          <a:p>
            <a:pPr lvl="0"/>
            <a:r>
              <a:rPr lang="en-US" noProof="0"/>
              <a:t>Divider pages </a:t>
            </a:r>
            <a:br>
              <a:rPr lang="en-US" noProof="0"/>
            </a:br>
            <a:r>
              <a:rPr lang="en-US" noProof="0"/>
              <a:t>or large quotes</a:t>
            </a:r>
          </a:p>
        </p:txBody>
      </p:sp>
      <p:sp>
        <p:nvSpPr>
          <p:cNvPr id="3" name="TextBox 2">
            <a:extLst>
              <a:ext uri="{FF2B5EF4-FFF2-40B4-BE49-F238E27FC236}">
                <a16:creationId xmlns:a16="http://schemas.microsoft.com/office/drawing/2014/main" id="{84ADD582-662A-968D-5C24-5CA64213D2B3}"/>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5" name="Slide Number Placeholder 5">
            <a:extLst>
              <a:ext uri="{FF2B5EF4-FFF2-40B4-BE49-F238E27FC236}">
                <a16:creationId xmlns:a16="http://schemas.microsoft.com/office/drawing/2014/main" id="{05F3FD1C-6350-9A05-9CDB-7BB8B8E7A007}"/>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cxnSp>
        <p:nvCxnSpPr>
          <p:cNvPr id="8" name="Straight Connector 7">
            <a:extLst>
              <a:ext uri="{FF2B5EF4-FFF2-40B4-BE49-F238E27FC236}">
                <a16:creationId xmlns:a16="http://schemas.microsoft.com/office/drawing/2014/main" id="{012A125E-82E9-339B-8DD3-4F99BEB92E0B}"/>
              </a:ext>
            </a:extLst>
          </p:cNvPr>
          <p:cNvCxnSpPr>
            <a:cxnSpLocks/>
          </p:cNvCxnSpPr>
          <p:nvPr userDrawn="1"/>
        </p:nvCxnSpPr>
        <p:spPr>
          <a:xfrm>
            <a:off x="1400627" y="4830552"/>
            <a:ext cx="0" cy="144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2" name="Footer Placeholder 2">
            <a:extLst>
              <a:ext uri="{FF2B5EF4-FFF2-40B4-BE49-F238E27FC236}">
                <a16:creationId xmlns:a16="http://schemas.microsoft.com/office/drawing/2014/main" id="{17D3F80D-5C28-6DFD-0EBA-3C78C0C423C8}"/>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dirty="0"/>
              <a:t>Nokia Internal</a:t>
            </a:r>
          </a:p>
        </p:txBody>
      </p:sp>
      <p:pic>
        <p:nvPicPr>
          <p:cNvPr id="7" name="Picture 6">
            <a:extLst>
              <a:ext uri="{FF2B5EF4-FFF2-40B4-BE49-F238E27FC236}">
                <a16:creationId xmlns:a16="http://schemas.microsoft.com/office/drawing/2014/main" id="{5111D59C-A7E6-48FF-4BB0-2053B42F205D}"/>
              </a:ext>
            </a:extLst>
          </p:cNvPr>
          <p:cNvPicPr>
            <a:picLocks noChangeAspect="1"/>
          </p:cNvPicPr>
          <p:nvPr userDrawn="1"/>
        </p:nvPicPr>
        <p:blipFill>
          <a:blip r:embed="rId3"/>
          <a:stretch>
            <a:fillRect/>
          </a:stretch>
        </p:blipFill>
        <p:spPr>
          <a:xfrm>
            <a:off x="6852325" y="4655561"/>
            <a:ext cx="2167796" cy="349981"/>
          </a:xfrm>
          <a:prstGeom prst="rect">
            <a:avLst/>
          </a:prstGeom>
        </p:spPr>
      </p:pic>
    </p:spTree>
    <p:extLst>
      <p:ext uri="{BB962C8B-B14F-4D97-AF65-F5344CB8AC3E}">
        <p14:creationId xmlns:p14="http://schemas.microsoft.com/office/powerpoint/2010/main" val="404291692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4 Blue green">
    <p:spTree>
      <p:nvGrpSpPr>
        <p:cNvPr id="1" name=""/>
        <p:cNvGrpSpPr/>
        <p:nvPr/>
      </p:nvGrpSpPr>
      <p:grpSpPr>
        <a:xfrm>
          <a:off x="0" y="0"/>
          <a:ext cx="0" cy="0"/>
          <a:chOff x="0" y="0"/>
          <a:chExt cx="0" cy="0"/>
        </a:xfrm>
      </p:grpSpPr>
      <p:pic>
        <p:nvPicPr>
          <p:cNvPr id="6" name="Picture 5" descr="Background pattern&#10;&#10;Description automatically generated">
            <a:extLst>
              <a:ext uri="{FF2B5EF4-FFF2-40B4-BE49-F238E27FC236}">
                <a16:creationId xmlns:a16="http://schemas.microsoft.com/office/drawing/2014/main" id="{2F98BFE0-FEAC-1333-6BF5-7907903B2DC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0" y="0"/>
            <a:ext cx="9144000" cy="5143500"/>
          </a:xfrm>
          <a:prstGeom prst="rect">
            <a:avLst/>
          </a:prstGeom>
        </p:spPr>
      </p:pic>
      <p:sp>
        <p:nvSpPr>
          <p:cNvPr id="3" name="Text Placeholder 42">
            <a:extLst>
              <a:ext uri="{FF2B5EF4-FFF2-40B4-BE49-F238E27FC236}">
                <a16:creationId xmlns:a16="http://schemas.microsoft.com/office/drawing/2014/main" id="{62755F71-C8DF-BEE3-C54C-12DECC4F9773}"/>
              </a:ext>
            </a:extLst>
          </p:cNvPr>
          <p:cNvSpPr>
            <a:spLocks noGrp="1"/>
          </p:cNvSpPr>
          <p:nvPr>
            <p:ph type="body" sz="quarter" idx="11" hasCustomPrompt="1"/>
          </p:nvPr>
        </p:nvSpPr>
        <p:spPr>
          <a:xfrm>
            <a:off x="417600" y="1080000"/>
            <a:ext cx="8308800" cy="1760501"/>
          </a:xfrm>
          <a:prstGeom prst="rect">
            <a:avLst/>
          </a:prstGeom>
        </p:spPr>
        <p:txBody>
          <a:bodyPr lIns="0" tIns="0" rIns="0" bIns="0"/>
          <a:lstStyle>
            <a:lvl1pPr marL="0" indent="0">
              <a:buNone/>
              <a:defRPr sz="4400" baseline="0">
                <a:solidFill>
                  <a:schemeClr val="bg1"/>
                </a:solidFill>
                <a:latin typeface="Nokia Pure Headline Light" panose="020B0304020202020204" pitchFamily="34" charset="0"/>
              </a:defRPr>
            </a:lvl1pPr>
          </a:lstStyle>
          <a:p>
            <a:pPr lvl="0"/>
            <a:r>
              <a:rPr lang="en-US" noProof="0"/>
              <a:t>Divider pages </a:t>
            </a:r>
            <a:br>
              <a:rPr lang="en-US" noProof="0"/>
            </a:br>
            <a:r>
              <a:rPr lang="en-US" noProof="0"/>
              <a:t>or large quotes</a:t>
            </a:r>
          </a:p>
        </p:txBody>
      </p:sp>
      <p:sp>
        <p:nvSpPr>
          <p:cNvPr id="4" name="TextBox 3">
            <a:extLst>
              <a:ext uri="{FF2B5EF4-FFF2-40B4-BE49-F238E27FC236}">
                <a16:creationId xmlns:a16="http://schemas.microsoft.com/office/drawing/2014/main" id="{A5713A89-53EE-064B-A22B-BEF22E8A423C}"/>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5" name="Slide Number Placeholder 5">
            <a:extLst>
              <a:ext uri="{FF2B5EF4-FFF2-40B4-BE49-F238E27FC236}">
                <a16:creationId xmlns:a16="http://schemas.microsoft.com/office/drawing/2014/main" id="{2CE94F9F-2BD2-F9A5-9E54-07CF4258A965}"/>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cxnSp>
        <p:nvCxnSpPr>
          <p:cNvPr id="8" name="Straight Connector 7">
            <a:extLst>
              <a:ext uri="{FF2B5EF4-FFF2-40B4-BE49-F238E27FC236}">
                <a16:creationId xmlns:a16="http://schemas.microsoft.com/office/drawing/2014/main" id="{A2CF6175-9699-E7CE-E715-F09EA01BC759}"/>
              </a:ext>
            </a:extLst>
          </p:cNvPr>
          <p:cNvCxnSpPr>
            <a:cxnSpLocks/>
          </p:cNvCxnSpPr>
          <p:nvPr userDrawn="1"/>
        </p:nvCxnSpPr>
        <p:spPr>
          <a:xfrm>
            <a:off x="1400627" y="4830552"/>
            <a:ext cx="0" cy="144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2" name="Footer Placeholder 2">
            <a:extLst>
              <a:ext uri="{FF2B5EF4-FFF2-40B4-BE49-F238E27FC236}">
                <a16:creationId xmlns:a16="http://schemas.microsoft.com/office/drawing/2014/main" id="{94D4D419-E0F3-2260-2C17-B30C90428F29}"/>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dirty="0"/>
              <a:t>Nokia Internal</a:t>
            </a:r>
          </a:p>
        </p:txBody>
      </p:sp>
      <p:pic>
        <p:nvPicPr>
          <p:cNvPr id="7" name="Picture 6">
            <a:extLst>
              <a:ext uri="{FF2B5EF4-FFF2-40B4-BE49-F238E27FC236}">
                <a16:creationId xmlns:a16="http://schemas.microsoft.com/office/drawing/2014/main" id="{1BA46C92-0D14-9028-E1D3-E9796840DCC2}"/>
              </a:ext>
            </a:extLst>
          </p:cNvPr>
          <p:cNvPicPr>
            <a:picLocks noChangeAspect="1"/>
          </p:cNvPicPr>
          <p:nvPr userDrawn="1"/>
        </p:nvPicPr>
        <p:blipFill>
          <a:blip r:embed="rId3"/>
          <a:stretch>
            <a:fillRect/>
          </a:stretch>
        </p:blipFill>
        <p:spPr>
          <a:xfrm>
            <a:off x="6852325" y="4655561"/>
            <a:ext cx="2167796" cy="349981"/>
          </a:xfrm>
          <a:prstGeom prst="rect">
            <a:avLst/>
          </a:prstGeom>
        </p:spPr>
      </p:pic>
    </p:spTree>
    <p:extLst>
      <p:ext uri="{BB962C8B-B14F-4D97-AF65-F5344CB8AC3E}">
        <p14:creationId xmlns:p14="http://schemas.microsoft.com/office/powerpoint/2010/main" val="135102166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4 Blue">
    <p:spTree>
      <p:nvGrpSpPr>
        <p:cNvPr id="1" name=""/>
        <p:cNvGrpSpPr/>
        <p:nvPr/>
      </p:nvGrpSpPr>
      <p:grpSpPr>
        <a:xfrm>
          <a:off x="0" y="0"/>
          <a:ext cx="0" cy="0"/>
          <a:chOff x="0" y="0"/>
          <a:chExt cx="0" cy="0"/>
        </a:xfrm>
      </p:grpSpPr>
      <p:pic>
        <p:nvPicPr>
          <p:cNvPr id="5" name="Picture 4" descr="Background pattern&#10;&#10;Description automatically generated">
            <a:extLst>
              <a:ext uri="{FF2B5EF4-FFF2-40B4-BE49-F238E27FC236}">
                <a16:creationId xmlns:a16="http://schemas.microsoft.com/office/drawing/2014/main" id="{1ACC9534-D4F4-B471-C3A8-8380F72B349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0" y="0"/>
            <a:ext cx="9144000" cy="5143500"/>
          </a:xfrm>
          <a:prstGeom prst="rect">
            <a:avLst/>
          </a:prstGeom>
        </p:spPr>
      </p:pic>
      <p:sp>
        <p:nvSpPr>
          <p:cNvPr id="7" name="TextBox 6">
            <a:extLst>
              <a:ext uri="{FF2B5EF4-FFF2-40B4-BE49-F238E27FC236}">
                <a16:creationId xmlns:a16="http://schemas.microsoft.com/office/drawing/2014/main" id="{8B02A8A8-2DC6-BFA7-0597-B3A0E2C7AC23}"/>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9" name="Slide Number Placeholder 5">
            <a:extLst>
              <a:ext uri="{FF2B5EF4-FFF2-40B4-BE49-F238E27FC236}">
                <a16:creationId xmlns:a16="http://schemas.microsoft.com/office/drawing/2014/main" id="{BD8CED17-0DB9-2715-7150-DBF236275C4B}"/>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cxnSp>
        <p:nvCxnSpPr>
          <p:cNvPr id="10" name="Straight Connector 9">
            <a:extLst>
              <a:ext uri="{FF2B5EF4-FFF2-40B4-BE49-F238E27FC236}">
                <a16:creationId xmlns:a16="http://schemas.microsoft.com/office/drawing/2014/main" id="{FA158F57-86DC-B003-644B-932675851596}"/>
              </a:ext>
            </a:extLst>
          </p:cNvPr>
          <p:cNvCxnSpPr>
            <a:cxnSpLocks/>
          </p:cNvCxnSpPr>
          <p:nvPr userDrawn="1"/>
        </p:nvCxnSpPr>
        <p:spPr>
          <a:xfrm>
            <a:off x="1400627" y="4830552"/>
            <a:ext cx="0" cy="144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1" name="Footer Placeholder 2">
            <a:extLst>
              <a:ext uri="{FF2B5EF4-FFF2-40B4-BE49-F238E27FC236}">
                <a16:creationId xmlns:a16="http://schemas.microsoft.com/office/drawing/2014/main" id="{396E0D0B-5511-E73A-4166-3C440265E909}"/>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dirty="0"/>
              <a:t>Nokia Internal</a:t>
            </a:r>
          </a:p>
        </p:txBody>
      </p:sp>
      <p:sp>
        <p:nvSpPr>
          <p:cNvPr id="3" name="Text Placeholder 42">
            <a:extLst>
              <a:ext uri="{FF2B5EF4-FFF2-40B4-BE49-F238E27FC236}">
                <a16:creationId xmlns:a16="http://schemas.microsoft.com/office/drawing/2014/main" id="{62755F71-C8DF-BEE3-C54C-12DECC4F9773}"/>
              </a:ext>
            </a:extLst>
          </p:cNvPr>
          <p:cNvSpPr>
            <a:spLocks noGrp="1"/>
          </p:cNvSpPr>
          <p:nvPr>
            <p:ph type="body" sz="quarter" idx="11" hasCustomPrompt="1"/>
          </p:nvPr>
        </p:nvSpPr>
        <p:spPr>
          <a:xfrm>
            <a:off x="417600" y="1080000"/>
            <a:ext cx="8308800" cy="1760501"/>
          </a:xfrm>
          <a:prstGeom prst="rect">
            <a:avLst/>
          </a:prstGeom>
        </p:spPr>
        <p:txBody>
          <a:bodyPr lIns="0" tIns="0" rIns="0" bIns="0"/>
          <a:lstStyle>
            <a:lvl1pPr marL="0" indent="0">
              <a:buNone/>
              <a:defRPr sz="4400" baseline="0">
                <a:solidFill>
                  <a:schemeClr val="bg1"/>
                </a:solidFill>
                <a:latin typeface="Nokia Pure Headline Light" panose="020B0304020202020204" pitchFamily="34" charset="0"/>
              </a:defRPr>
            </a:lvl1pPr>
          </a:lstStyle>
          <a:p>
            <a:pPr lvl="0"/>
            <a:r>
              <a:rPr lang="en-US" noProof="0"/>
              <a:t>Divider pages </a:t>
            </a:r>
            <a:br>
              <a:rPr lang="en-US" noProof="0"/>
            </a:br>
            <a:r>
              <a:rPr lang="en-US" noProof="0"/>
              <a:t>or large quotes</a:t>
            </a:r>
          </a:p>
        </p:txBody>
      </p:sp>
      <p:pic>
        <p:nvPicPr>
          <p:cNvPr id="4" name="Picture 3">
            <a:extLst>
              <a:ext uri="{FF2B5EF4-FFF2-40B4-BE49-F238E27FC236}">
                <a16:creationId xmlns:a16="http://schemas.microsoft.com/office/drawing/2014/main" id="{C990BFBC-9A39-AC0A-7589-0FDE3696FD62}"/>
              </a:ext>
            </a:extLst>
          </p:cNvPr>
          <p:cNvPicPr>
            <a:picLocks noChangeAspect="1"/>
          </p:cNvPicPr>
          <p:nvPr userDrawn="1"/>
        </p:nvPicPr>
        <p:blipFill>
          <a:blip r:embed="rId3"/>
          <a:stretch>
            <a:fillRect/>
          </a:stretch>
        </p:blipFill>
        <p:spPr>
          <a:xfrm>
            <a:off x="6852325" y="4655561"/>
            <a:ext cx="2167796" cy="349981"/>
          </a:xfrm>
          <a:prstGeom prst="rect">
            <a:avLst/>
          </a:prstGeom>
        </p:spPr>
      </p:pic>
    </p:spTree>
    <p:extLst>
      <p:ext uri="{BB962C8B-B14F-4D97-AF65-F5344CB8AC3E}">
        <p14:creationId xmlns:p14="http://schemas.microsoft.com/office/powerpoint/2010/main" val="341386889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5 Green blue">
    <p:bg>
      <p:bgPr>
        <a:solidFill>
          <a:schemeClr val="tx1"/>
        </a:solidFill>
        <a:effectLst/>
      </p:bgPr>
    </p:bg>
    <p:spTree>
      <p:nvGrpSpPr>
        <p:cNvPr id="1" name=""/>
        <p:cNvGrpSpPr/>
        <p:nvPr/>
      </p:nvGrpSpPr>
      <p:grpSpPr>
        <a:xfrm>
          <a:off x="0" y="0"/>
          <a:ext cx="0" cy="0"/>
          <a:chOff x="0" y="0"/>
          <a:chExt cx="0" cy="0"/>
        </a:xfrm>
      </p:grpSpPr>
      <p:pic>
        <p:nvPicPr>
          <p:cNvPr id="2" name="Picture 1" descr="Background pattern&#10;&#10;Description automatically generated">
            <a:extLst>
              <a:ext uri="{FF2B5EF4-FFF2-40B4-BE49-F238E27FC236}">
                <a16:creationId xmlns:a16="http://schemas.microsoft.com/office/drawing/2014/main" id="{0EF89375-E21D-F63F-06A8-C59355F12546}"/>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0" y="0"/>
            <a:ext cx="9144000" cy="5143500"/>
          </a:xfrm>
          <a:prstGeom prst="rect">
            <a:avLst/>
          </a:prstGeom>
        </p:spPr>
      </p:pic>
      <p:grpSp>
        <p:nvGrpSpPr>
          <p:cNvPr id="3" name="Graphic 3">
            <a:extLst>
              <a:ext uri="{FF2B5EF4-FFF2-40B4-BE49-F238E27FC236}">
                <a16:creationId xmlns:a16="http://schemas.microsoft.com/office/drawing/2014/main" id="{EBD7979C-B9C6-8A09-B241-FD1FED4BAC89}"/>
              </a:ext>
            </a:extLst>
          </p:cNvPr>
          <p:cNvGrpSpPr/>
          <p:nvPr userDrawn="1"/>
        </p:nvGrpSpPr>
        <p:grpSpPr>
          <a:xfrm>
            <a:off x="1833317" y="1954988"/>
            <a:ext cx="5477366" cy="1233523"/>
            <a:chOff x="469958" y="1647414"/>
            <a:chExt cx="8205029" cy="1847802"/>
          </a:xfrm>
          <a:solidFill>
            <a:schemeClr val="bg1"/>
          </a:solidFill>
        </p:grpSpPr>
        <p:sp>
          <p:nvSpPr>
            <p:cNvPr id="4" name="Freeform 10">
              <a:extLst>
                <a:ext uri="{FF2B5EF4-FFF2-40B4-BE49-F238E27FC236}">
                  <a16:creationId xmlns:a16="http://schemas.microsoft.com/office/drawing/2014/main" id="{B7B0CAF0-3BC0-2F0C-A2D6-BD2777136ABD}"/>
                </a:ext>
              </a:extLst>
            </p:cNvPr>
            <p:cNvSpPr/>
            <p:nvPr/>
          </p:nvSpPr>
          <p:spPr>
            <a:xfrm>
              <a:off x="6648498" y="1648478"/>
              <a:ext cx="2026489" cy="1793370"/>
            </a:xfrm>
            <a:custGeom>
              <a:avLst/>
              <a:gdLst>
                <a:gd name="connsiteX0" fmla="*/ 1019683 w 2026489"/>
                <a:gd name="connsiteY0" fmla="*/ 11431 h 1793370"/>
                <a:gd name="connsiteX1" fmla="*/ 1013215 w 2026489"/>
                <a:gd name="connsiteY1" fmla="*/ 0 h 1793370"/>
                <a:gd name="connsiteX2" fmla="*/ 864805 w 2026489"/>
                <a:gd name="connsiteY2" fmla="*/ 264656 h 1793370"/>
                <a:gd name="connsiteX3" fmla="*/ 1366453 w 2026489"/>
                <a:gd name="connsiteY3" fmla="*/ 1150009 h 1793370"/>
                <a:gd name="connsiteX4" fmla="*/ 362940 w 2026489"/>
                <a:gd name="connsiteY4" fmla="*/ 1150009 h 1793370"/>
                <a:gd name="connsiteX5" fmla="*/ 0 w 2026489"/>
                <a:gd name="connsiteY5" fmla="*/ 1793331 h 1793370"/>
                <a:gd name="connsiteX6" fmla="*/ 299127 w 2026489"/>
                <a:gd name="connsiteY6" fmla="*/ 1793370 h 1793370"/>
                <a:gd name="connsiteX7" fmla="*/ 517917 w 2026489"/>
                <a:gd name="connsiteY7" fmla="*/ 1406250 h 1793370"/>
                <a:gd name="connsiteX8" fmla="*/ 1508375 w 2026489"/>
                <a:gd name="connsiteY8" fmla="*/ 1406250 h 1793370"/>
                <a:gd name="connsiteX9" fmla="*/ 1727480 w 2026489"/>
                <a:gd name="connsiteY9" fmla="*/ 1793370 h 1793370"/>
                <a:gd name="connsiteX10" fmla="*/ 2026490 w 2026489"/>
                <a:gd name="connsiteY10" fmla="*/ 1793331 h 1793370"/>
                <a:gd name="connsiteX11" fmla="*/ 1019683 w 2026489"/>
                <a:gd name="connsiteY11" fmla="*/ 11431 h 1793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26489" h="1793370">
                  <a:moveTo>
                    <a:pt x="1019683" y="11431"/>
                  </a:moveTo>
                  <a:lnTo>
                    <a:pt x="1013215" y="0"/>
                  </a:lnTo>
                  <a:lnTo>
                    <a:pt x="864805" y="264656"/>
                  </a:lnTo>
                  <a:lnTo>
                    <a:pt x="1366453" y="1150009"/>
                  </a:lnTo>
                  <a:lnTo>
                    <a:pt x="362940" y="1150009"/>
                  </a:lnTo>
                  <a:lnTo>
                    <a:pt x="0" y="1793331"/>
                  </a:lnTo>
                  <a:lnTo>
                    <a:pt x="299127" y="1793370"/>
                  </a:lnTo>
                  <a:lnTo>
                    <a:pt x="517917" y="1406250"/>
                  </a:lnTo>
                  <a:lnTo>
                    <a:pt x="1508375" y="1406250"/>
                  </a:lnTo>
                  <a:lnTo>
                    <a:pt x="1727480" y="1793370"/>
                  </a:lnTo>
                  <a:lnTo>
                    <a:pt x="2026490" y="1793331"/>
                  </a:lnTo>
                  <a:lnTo>
                    <a:pt x="1019683" y="11431"/>
                  </a:lnTo>
                  <a:close/>
                </a:path>
              </a:pathLst>
            </a:custGeom>
            <a:grpFill/>
            <a:ln w="1972" cap="flat">
              <a:noFill/>
              <a:prstDash val="solid"/>
              <a:miter/>
            </a:ln>
          </p:spPr>
          <p:txBody>
            <a:bodyPr rtlCol="0" anchor="ctr"/>
            <a:lstStyle/>
            <a:p>
              <a:endParaRPr lang="en-US"/>
            </a:p>
          </p:txBody>
        </p:sp>
        <p:sp>
          <p:nvSpPr>
            <p:cNvPr id="5" name="Freeform 11">
              <a:extLst>
                <a:ext uri="{FF2B5EF4-FFF2-40B4-BE49-F238E27FC236}">
                  <a16:creationId xmlns:a16="http://schemas.microsoft.com/office/drawing/2014/main" id="{DFE11313-A28D-C9D5-388D-F3DCE472D733}"/>
                </a:ext>
              </a:extLst>
            </p:cNvPr>
            <p:cNvSpPr/>
            <p:nvPr/>
          </p:nvSpPr>
          <p:spPr>
            <a:xfrm>
              <a:off x="6141802" y="1706399"/>
              <a:ext cx="271953" cy="1735409"/>
            </a:xfrm>
            <a:custGeom>
              <a:avLst/>
              <a:gdLst>
                <a:gd name="connsiteX0" fmla="*/ 39 w 271953"/>
                <a:gd name="connsiteY0" fmla="*/ 0 h 1735409"/>
                <a:gd name="connsiteX1" fmla="*/ 0 w 271953"/>
                <a:gd name="connsiteY1" fmla="*/ 1735409 h 1735409"/>
                <a:gd name="connsiteX2" fmla="*/ 271934 w 271953"/>
                <a:gd name="connsiteY2" fmla="*/ 1735409 h 1735409"/>
                <a:gd name="connsiteX3" fmla="*/ 271953 w 271953"/>
                <a:gd name="connsiteY3" fmla="*/ 218776 h 1735409"/>
                <a:gd name="connsiteX4" fmla="*/ 271953 w 271953"/>
                <a:gd name="connsiteY4" fmla="*/ 0 h 1735409"/>
                <a:gd name="connsiteX5" fmla="*/ 39 w 271953"/>
                <a:gd name="connsiteY5" fmla="*/ 0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1953" h="1735409">
                  <a:moveTo>
                    <a:pt x="39" y="0"/>
                  </a:moveTo>
                  <a:lnTo>
                    <a:pt x="0" y="1735409"/>
                  </a:lnTo>
                  <a:lnTo>
                    <a:pt x="271934" y="1735409"/>
                  </a:lnTo>
                  <a:lnTo>
                    <a:pt x="271953" y="218776"/>
                  </a:lnTo>
                  <a:lnTo>
                    <a:pt x="271953" y="0"/>
                  </a:lnTo>
                  <a:lnTo>
                    <a:pt x="39" y="0"/>
                  </a:lnTo>
                  <a:close/>
                </a:path>
              </a:pathLst>
            </a:custGeom>
            <a:grpFill/>
            <a:ln w="1972" cap="flat">
              <a:noFill/>
              <a:prstDash val="solid"/>
              <a:miter/>
            </a:ln>
          </p:spPr>
          <p:txBody>
            <a:bodyPr rtlCol="0" anchor="ctr"/>
            <a:lstStyle/>
            <a:p>
              <a:endParaRPr lang="en-US"/>
            </a:p>
          </p:txBody>
        </p:sp>
        <p:sp>
          <p:nvSpPr>
            <p:cNvPr id="6" name="Freeform 12">
              <a:extLst>
                <a:ext uri="{FF2B5EF4-FFF2-40B4-BE49-F238E27FC236}">
                  <a16:creationId xmlns:a16="http://schemas.microsoft.com/office/drawing/2014/main" id="{5423B194-3C18-4ED2-C954-ADB91F99CDD9}"/>
                </a:ext>
              </a:extLst>
            </p:cNvPr>
            <p:cNvSpPr/>
            <p:nvPr/>
          </p:nvSpPr>
          <p:spPr>
            <a:xfrm>
              <a:off x="4382809" y="1706399"/>
              <a:ext cx="1429220" cy="1735409"/>
            </a:xfrm>
            <a:custGeom>
              <a:avLst/>
              <a:gdLst>
                <a:gd name="connsiteX0" fmla="*/ 403030 w 1429220"/>
                <a:gd name="connsiteY0" fmla="*/ 867715 h 1735409"/>
                <a:gd name="connsiteX1" fmla="*/ 1429102 w 1429220"/>
                <a:gd name="connsiteY1" fmla="*/ 0 h 1735409"/>
                <a:gd name="connsiteX2" fmla="*/ 1026072 w 1429220"/>
                <a:gd name="connsiteY2" fmla="*/ 0 h 1735409"/>
                <a:gd name="connsiteX3" fmla="*/ 6665 w 1429220"/>
                <a:gd name="connsiteY3" fmla="*/ 862058 h 1735409"/>
                <a:gd name="connsiteX4" fmla="*/ 0 w 1429220"/>
                <a:gd name="connsiteY4" fmla="*/ 867715 h 1735409"/>
                <a:gd name="connsiteX5" fmla="*/ 1024022 w 1429220"/>
                <a:gd name="connsiteY5" fmla="*/ 1733655 h 1735409"/>
                <a:gd name="connsiteX6" fmla="*/ 1026072 w 1429220"/>
                <a:gd name="connsiteY6" fmla="*/ 1735409 h 1735409"/>
                <a:gd name="connsiteX7" fmla="*/ 1429221 w 1429220"/>
                <a:gd name="connsiteY7" fmla="*/ 1735409 h 1735409"/>
                <a:gd name="connsiteX8" fmla="*/ 403030 w 1429220"/>
                <a:gd name="connsiteY8" fmla="*/ 867715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29220" h="1735409">
                  <a:moveTo>
                    <a:pt x="403030" y="867715"/>
                  </a:moveTo>
                  <a:lnTo>
                    <a:pt x="1429102" y="0"/>
                  </a:lnTo>
                  <a:lnTo>
                    <a:pt x="1026072" y="0"/>
                  </a:lnTo>
                  <a:lnTo>
                    <a:pt x="6665" y="862058"/>
                  </a:lnTo>
                  <a:lnTo>
                    <a:pt x="0" y="867715"/>
                  </a:lnTo>
                  <a:lnTo>
                    <a:pt x="1024022" y="1733655"/>
                  </a:lnTo>
                  <a:lnTo>
                    <a:pt x="1026072" y="1735409"/>
                  </a:lnTo>
                  <a:lnTo>
                    <a:pt x="1429221" y="1735409"/>
                  </a:lnTo>
                  <a:lnTo>
                    <a:pt x="403030" y="867715"/>
                  </a:lnTo>
                  <a:close/>
                </a:path>
              </a:pathLst>
            </a:custGeom>
            <a:grpFill/>
            <a:ln w="1972" cap="flat">
              <a:noFill/>
              <a:prstDash val="solid"/>
              <a:miter/>
            </a:ln>
          </p:spPr>
          <p:txBody>
            <a:bodyPr rtlCol="0" anchor="ctr"/>
            <a:lstStyle/>
            <a:p>
              <a:endParaRPr lang="en-US"/>
            </a:p>
          </p:txBody>
        </p:sp>
        <p:sp>
          <p:nvSpPr>
            <p:cNvPr id="7" name="Freeform 13">
              <a:extLst>
                <a:ext uri="{FF2B5EF4-FFF2-40B4-BE49-F238E27FC236}">
                  <a16:creationId xmlns:a16="http://schemas.microsoft.com/office/drawing/2014/main" id="{3A46B4C4-EAE8-DC64-8EE7-085376B9F0C3}"/>
                </a:ext>
              </a:extLst>
            </p:cNvPr>
            <p:cNvSpPr/>
            <p:nvPr/>
          </p:nvSpPr>
          <p:spPr>
            <a:xfrm>
              <a:off x="2295838" y="1674374"/>
              <a:ext cx="1881493" cy="1794690"/>
            </a:xfrm>
            <a:custGeom>
              <a:avLst/>
              <a:gdLst>
                <a:gd name="connsiteX0" fmla="*/ 1814643 w 1881493"/>
                <a:gd name="connsiteY0" fmla="*/ 547443 h 1794690"/>
                <a:gd name="connsiteX1" fmla="*/ 1612674 w 1881493"/>
                <a:gd name="connsiteY1" fmla="*/ 257739 h 1794690"/>
                <a:gd name="connsiteX2" fmla="*/ 1309110 w 1881493"/>
                <a:gd name="connsiteY2" fmla="*/ 64720 h 1794690"/>
                <a:gd name="connsiteX3" fmla="*/ 937848 w 1881493"/>
                <a:gd name="connsiteY3" fmla="*/ 0 h 1794690"/>
                <a:gd name="connsiteX4" fmla="*/ 935876 w 1881493"/>
                <a:gd name="connsiteY4" fmla="*/ 0 h 1794690"/>
                <a:gd name="connsiteX5" fmla="*/ 567434 w 1881493"/>
                <a:gd name="connsiteY5" fmla="*/ 63577 h 1794690"/>
                <a:gd name="connsiteX6" fmla="*/ 266532 w 1881493"/>
                <a:gd name="connsiteY6" fmla="*/ 255669 h 1794690"/>
                <a:gd name="connsiteX7" fmla="*/ 66910 w 1881493"/>
                <a:gd name="connsiteY7" fmla="*/ 546044 h 1794690"/>
                <a:gd name="connsiteX8" fmla="*/ 1 w 1881493"/>
                <a:gd name="connsiteY8" fmla="*/ 903997 h 1794690"/>
                <a:gd name="connsiteX9" fmla="*/ 65352 w 1881493"/>
                <a:gd name="connsiteY9" fmla="*/ 1253928 h 1794690"/>
                <a:gd name="connsiteX10" fmla="*/ 262687 w 1881493"/>
                <a:gd name="connsiteY10" fmla="*/ 1540085 h 1794690"/>
                <a:gd name="connsiteX11" fmla="*/ 559113 w 1881493"/>
                <a:gd name="connsiteY11" fmla="*/ 1730758 h 1794690"/>
                <a:gd name="connsiteX12" fmla="*/ 921382 w 1881493"/>
                <a:gd name="connsiteY12" fmla="*/ 1794691 h 1794690"/>
                <a:gd name="connsiteX13" fmla="*/ 923354 w 1881493"/>
                <a:gd name="connsiteY13" fmla="*/ 1794691 h 1794690"/>
                <a:gd name="connsiteX14" fmla="*/ 1299861 w 1881493"/>
                <a:gd name="connsiteY14" fmla="*/ 1731941 h 1794690"/>
                <a:gd name="connsiteX15" fmla="*/ 1608040 w 1881493"/>
                <a:gd name="connsiteY15" fmla="*/ 1542253 h 1794690"/>
                <a:gd name="connsiteX16" fmla="*/ 1812848 w 1881493"/>
                <a:gd name="connsiteY16" fmla="*/ 1255446 h 1794690"/>
                <a:gd name="connsiteX17" fmla="*/ 1881493 w 1881493"/>
                <a:gd name="connsiteY17" fmla="*/ 901927 h 1794690"/>
                <a:gd name="connsiteX18" fmla="*/ 1814643 w 1881493"/>
                <a:gd name="connsiteY18" fmla="*/ 547443 h 1794690"/>
                <a:gd name="connsiteX19" fmla="*/ 1417982 w 1881493"/>
                <a:gd name="connsiteY19" fmla="*/ 1364193 h 1794690"/>
                <a:gd name="connsiteX20" fmla="*/ 1201815 w 1881493"/>
                <a:gd name="connsiteY20" fmla="*/ 1504808 h 1794690"/>
                <a:gd name="connsiteX21" fmla="*/ 939288 w 1881493"/>
                <a:gd name="connsiteY21" fmla="*/ 1551398 h 1794690"/>
                <a:gd name="connsiteX22" fmla="*/ 937947 w 1881493"/>
                <a:gd name="connsiteY22" fmla="*/ 1551398 h 1794690"/>
                <a:gd name="connsiteX23" fmla="*/ 675675 w 1881493"/>
                <a:gd name="connsiteY23" fmla="*/ 1504907 h 1794690"/>
                <a:gd name="connsiteX24" fmla="*/ 461638 w 1881493"/>
                <a:gd name="connsiteY24" fmla="*/ 1366420 h 1794690"/>
                <a:gd name="connsiteX25" fmla="*/ 319322 w 1881493"/>
                <a:gd name="connsiteY25" fmla="*/ 1158779 h 1794690"/>
                <a:gd name="connsiteX26" fmla="*/ 272172 w 1881493"/>
                <a:gd name="connsiteY26" fmla="*/ 904411 h 1794690"/>
                <a:gd name="connsiteX27" fmla="*/ 319972 w 1881493"/>
                <a:gd name="connsiteY27" fmla="*/ 643598 h 1794690"/>
                <a:gd name="connsiteX28" fmla="*/ 462467 w 1881493"/>
                <a:gd name="connsiteY28" fmla="*/ 434281 h 1794690"/>
                <a:gd name="connsiteX29" fmla="*/ 678574 w 1881493"/>
                <a:gd name="connsiteY29" fmla="*/ 296484 h 1794690"/>
                <a:gd name="connsiteX30" fmla="*/ 946071 w 1881493"/>
                <a:gd name="connsiteY30" fmla="*/ 250782 h 1794690"/>
                <a:gd name="connsiteX31" fmla="*/ 947491 w 1881493"/>
                <a:gd name="connsiteY31" fmla="*/ 250782 h 1794690"/>
                <a:gd name="connsiteX32" fmla="*/ 1205621 w 1881493"/>
                <a:gd name="connsiteY32" fmla="*/ 297706 h 1794690"/>
                <a:gd name="connsiteX33" fmla="*/ 1419520 w 1881493"/>
                <a:gd name="connsiteY33" fmla="*/ 437631 h 1794690"/>
                <a:gd name="connsiteX34" fmla="*/ 1563217 w 1881493"/>
                <a:gd name="connsiteY34" fmla="*/ 645470 h 1794690"/>
                <a:gd name="connsiteX35" fmla="*/ 1610860 w 1881493"/>
                <a:gd name="connsiteY35" fmla="*/ 896547 h 1794690"/>
                <a:gd name="connsiteX36" fmla="*/ 1599324 w 1881493"/>
                <a:gd name="connsiteY36" fmla="*/ 1027229 h 1794690"/>
                <a:gd name="connsiteX37" fmla="*/ 1417982 w 1881493"/>
                <a:gd name="connsiteY37" fmla="*/ 1364193 h 1794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881493" h="1794690">
                  <a:moveTo>
                    <a:pt x="1814643" y="547443"/>
                  </a:moveTo>
                  <a:cubicBezTo>
                    <a:pt x="1769998" y="440528"/>
                    <a:pt x="1702043" y="343054"/>
                    <a:pt x="1612674" y="257739"/>
                  </a:cubicBezTo>
                  <a:cubicBezTo>
                    <a:pt x="1523305" y="172423"/>
                    <a:pt x="1421137" y="107486"/>
                    <a:pt x="1309110" y="64720"/>
                  </a:cubicBezTo>
                  <a:cubicBezTo>
                    <a:pt x="1197083" y="21954"/>
                    <a:pt x="1072277" y="197"/>
                    <a:pt x="937848" y="0"/>
                  </a:cubicBezTo>
                  <a:lnTo>
                    <a:pt x="935876" y="0"/>
                  </a:lnTo>
                  <a:cubicBezTo>
                    <a:pt x="802216" y="0"/>
                    <a:pt x="678258" y="21383"/>
                    <a:pt x="567434" y="63577"/>
                  </a:cubicBezTo>
                  <a:cubicBezTo>
                    <a:pt x="455979" y="106008"/>
                    <a:pt x="354738" y="170630"/>
                    <a:pt x="266532" y="255669"/>
                  </a:cubicBezTo>
                  <a:cubicBezTo>
                    <a:pt x="178326" y="340708"/>
                    <a:pt x="111121" y="438420"/>
                    <a:pt x="66910" y="546044"/>
                  </a:cubicBezTo>
                  <a:cubicBezTo>
                    <a:pt x="22699" y="653668"/>
                    <a:pt x="198" y="774024"/>
                    <a:pt x="1" y="903997"/>
                  </a:cubicBezTo>
                  <a:cubicBezTo>
                    <a:pt x="-196" y="1030659"/>
                    <a:pt x="21693" y="1148373"/>
                    <a:pt x="65352" y="1253928"/>
                  </a:cubicBezTo>
                  <a:cubicBezTo>
                    <a:pt x="109012" y="1359483"/>
                    <a:pt x="175349" y="1455795"/>
                    <a:pt x="262687" y="1540085"/>
                  </a:cubicBezTo>
                  <a:cubicBezTo>
                    <a:pt x="350025" y="1624376"/>
                    <a:pt x="449747" y="1688505"/>
                    <a:pt x="559113" y="1730758"/>
                  </a:cubicBezTo>
                  <a:cubicBezTo>
                    <a:pt x="668478" y="1773012"/>
                    <a:pt x="790266" y="1794493"/>
                    <a:pt x="921382" y="1794691"/>
                  </a:cubicBezTo>
                  <a:lnTo>
                    <a:pt x="923354" y="1794691"/>
                  </a:lnTo>
                  <a:cubicBezTo>
                    <a:pt x="1059834" y="1794691"/>
                    <a:pt x="1186513" y="1773583"/>
                    <a:pt x="1299861" y="1731941"/>
                  </a:cubicBezTo>
                  <a:cubicBezTo>
                    <a:pt x="1414196" y="1689845"/>
                    <a:pt x="1518986" y="1625359"/>
                    <a:pt x="1608040" y="1542253"/>
                  </a:cubicBezTo>
                  <a:cubicBezTo>
                    <a:pt x="1698553" y="1458219"/>
                    <a:pt x="1767473" y="1361730"/>
                    <a:pt x="1812848" y="1255446"/>
                  </a:cubicBezTo>
                  <a:cubicBezTo>
                    <a:pt x="1858223" y="1149162"/>
                    <a:pt x="1881295" y="1030264"/>
                    <a:pt x="1881493" y="901927"/>
                  </a:cubicBezTo>
                  <a:cubicBezTo>
                    <a:pt x="1881689" y="773590"/>
                    <a:pt x="1859268" y="654358"/>
                    <a:pt x="1814643" y="547443"/>
                  </a:cubicBezTo>
                  <a:close/>
                  <a:moveTo>
                    <a:pt x="1417982" y="1364193"/>
                  </a:moveTo>
                  <a:cubicBezTo>
                    <a:pt x="1354130" y="1426450"/>
                    <a:pt x="1281404" y="1473749"/>
                    <a:pt x="1201815" y="1504808"/>
                  </a:cubicBezTo>
                  <a:cubicBezTo>
                    <a:pt x="1122562" y="1535730"/>
                    <a:pt x="1034198" y="1551398"/>
                    <a:pt x="939288" y="1551398"/>
                  </a:cubicBezTo>
                  <a:lnTo>
                    <a:pt x="937947" y="1551398"/>
                  </a:lnTo>
                  <a:cubicBezTo>
                    <a:pt x="842898" y="1551240"/>
                    <a:pt x="754554" y="1535631"/>
                    <a:pt x="675675" y="1504907"/>
                  </a:cubicBezTo>
                  <a:cubicBezTo>
                    <a:pt x="596797" y="1474183"/>
                    <a:pt x="524702" y="1427653"/>
                    <a:pt x="461638" y="1366420"/>
                  </a:cubicBezTo>
                  <a:cubicBezTo>
                    <a:pt x="398575" y="1305188"/>
                    <a:pt x="350735" y="1235364"/>
                    <a:pt x="319322" y="1158779"/>
                  </a:cubicBezTo>
                  <a:cubicBezTo>
                    <a:pt x="287908" y="1082195"/>
                    <a:pt x="271995" y="996584"/>
                    <a:pt x="272172" y="904411"/>
                  </a:cubicBezTo>
                  <a:cubicBezTo>
                    <a:pt x="272310" y="809320"/>
                    <a:pt x="288401" y="721581"/>
                    <a:pt x="319972" y="643598"/>
                  </a:cubicBezTo>
                  <a:cubicBezTo>
                    <a:pt x="351544" y="565614"/>
                    <a:pt x="399462" y="495257"/>
                    <a:pt x="462467" y="434281"/>
                  </a:cubicBezTo>
                  <a:cubicBezTo>
                    <a:pt x="524288" y="374026"/>
                    <a:pt x="597842" y="327122"/>
                    <a:pt x="678574" y="296484"/>
                  </a:cubicBezTo>
                  <a:cubicBezTo>
                    <a:pt x="758656" y="266154"/>
                    <a:pt x="848656" y="250782"/>
                    <a:pt x="946071" y="250782"/>
                  </a:cubicBezTo>
                  <a:lnTo>
                    <a:pt x="947491" y="250782"/>
                  </a:lnTo>
                  <a:cubicBezTo>
                    <a:pt x="1040469" y="250920"/>
                    <a:pt x="1127314" y="266706"/>
                    <a:pt x="1205621" y="297706"/>
                  </a:cubicBezTo>
                  <a:cubicBezTo>
                    <a:pt x="1283928" y="328706"/>
                    <a:pt x="1355846" y="375749"/>
                    <a:pt x="1419520" y="437631"/>
                  </a:cubicBezTo>
                  <a:cubicBezTo>
                    <a:pt x="1483195" y="499514"/>
                    <a:pt x="1531488" y="569417"/>
                    <a:pt x="1563217" y="645470"/>
                  </a:cubicBezTo>
                  <a:cubicBezTo>
                    <a:pt x="1594946" y="721522"/>
                    <a:pt x="1610998" y="806069"/>
                    <a:pt x="1610860" y="896547"/>
                  </a:cubicBezTo>
                  <a:cubicBezTo>
                    <a:pt x="1610919" y="940365"/>
                    <a:pt x="1607054" y="984099"/>
                    <a:pt x="1599324" y="1027229"/>
                  </a:cubicBezTo>
                  <a:cubicBezTo>
                    <a:pt x="1575621" y="1156532"/>
                    <a:pt x="1514628" y="1269911"/>
                    <a:pt x="1417982" y="1364193"/>
                  </a:cubicBezTo>
                  <a:close/>
                </a:path>
              </a:pathLst>
            </a:custGeom>
            <a:grpFill/>
            <a:ln w="1972" cap="flat">
              <a:noFill/>
              <a:prstDash val="solid"/>
              <a:miter/>
            </a:ln>
          </p:spPr>
          <p:txBody>
            <a:bodyPr rtlCol="0" anchor="ctr"/>
            <a:lstStyle/>
            <a:p>
              <a:endParaRPr lang="en-US"/>
            </a:p>
          </p:txBody>
        </p:sp>
        <p:sp>
          <p:nvSpPr>
            <p:cNvPr id="8" name="Freeform 14">
              <a:extLst>
                <a:ext uri="{FF2B5EF4-FFF2-40B4-BE49-F238E27FC236}">
                  <a16:creationId xmlns:a16="http://schemas.microsoft.com/office/drawing/2014/main" id="{868AEA7C-4869-2294-8EAF-A87420CD4743}"/>
                </a:ext>
              </a:extLst>
            </p:cNvPr>
            <p:cNvSpPr/>
            <p:nvPr/>
          </p:nvSpPr>
          <p:spPr>
            <a:xfrm>
              <a:off x="469958" y="1647414"/>
              <a:ext cx="1719691" cy="1847802"/>
            </a:xfrm>
            <a:custGeom>
              <a:avLst/>
              <a:gdLst>
                <a:gd name="connsiteX0" fmla="*/ 0 w 1719691"/>
                <a:gd name="connsiteY0" fmla="*/ 0 h 1847802"/>
                <a:gd name="connsiteX1" fmla="*/ 0 w 1719691"/>
                <a:gd name="connsiteY1" fmla="*/ 1794395 h 1847802"/>
                <a:gd name="connsiteX2" fmla="*/ 277515 w 1719691"/>
                <a:gd name="connsiteY2" fmla="*/ 1794395 h 1847802"/>
                <a:gd name="connsiteX3" fmla="*/ 277534 w 1719691"/>
                <a:gd name="connsiteY3" fmla="*/ 607611 h 1847802"/>
                <a:gd name="connsiteX4" fmla="*/ 1707485 w 1719691"/>
                <a:gd name="connsiteY4" fmla="*/ 1837299 h 1847802"/>
                <a:gd name="connsiteX5" fmla="*/ 1719691 w 1719691"/>
                <a:gd name="connsiteY5" fmla="*/ 1847803 h 1847802"/>
                <a:gd name="connsiteX6" fmla="*/ 1719691 w 1719691"/>
                <a:gd name="connsiteY6" fmla="*/ 1476350 h 1847802"/>
                <a:gd name="connsiteX7" fmla="*/ 0 w 1719691"/>
                <a:gd name="connsiteY7" fmla="*/ 0 h 1847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19691" h="1847802">
                  <a:moveTo>
                    <a:pt x="0" y="0"/>
                  </a:moveTo>
                  <a:lnTo>
                    <a:pt x="0" y="1794395"/>
                  </a:lnTo>
                  <a:lnTo>
                    <a:pt x="277515" y="1794395"/>
                  </a:lnTo>
                  <a:lnTo>
                    <a:pt x="277534" y="607611"/>
                  </a:lnTo>
                  <a:lnTo>
                    <a:pt x="1707485" y="1837299"/>
                  </a:lnTo>
                  <a:lnTo>
                    <a:pt x="1719691" y="1847803"/>
                  </a:lnTo>
                  <a:lnTo>
                    <a:pt x="1719691" y="1476350"/>
                  </a:lnTo>
                  <a:lnTo>
                    <a:pt x="0" y="0"/>
                  </a:lnTo>
                  <a:close/>
                </a:path>
              </a:pathLst>
            </a:custGeom>
            <a:grpFill/>
            <a:ln w="1972" cap="flat">
              <a:noFill/>
              <a:prstDash val="solid"/>
              <a:miter/>
            </a:ln>
          </p:spPr>
          <p:txBody>
            <a:bodyPr rtlCol="0" anchor="ctr"/>
            <a:lstStyle/>
            <a:p>
              <a:endParaRPr lang="en-US"/>
            </a:p>
          </p:txBody>
        </p:sp>
      </p:grpSp>
    </p:spTree>
    <p:extLst>
      <p:ext uri="{BB962C8B-B14F-4D97-AF65-F5344CB8AC3E}">
        <p14:creationId xmlns:p14="http://schemas.microsoft.com/office/powerpoint/2010/main" val="318490102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5 Blue pink">
    <p:bg>
      <p:bgPr>
        <a:solidFill>
          <a:schemeClr val="tx1"/>
        </a:solidFill>
        <a:effectLst/>
      </p:bgPr>
    </p:bg>
    <p:spTree>
      <p:nvGrpSpPr>
        <p:cNvPr id="1" name=""/>
        <p:cNvGrpSpPr/>
        <p:nvPr/>
      </p:nvGrpSpPr>
      <p:grpSpPr>
        <a:xfrm>
          <a:off x="0" y="0"/>
          <a:ext cx="0" cy="0"/>
          <a:chOff x="0" y="0"/>
          <a:chExt cx="0" cy="0"/>
        </a:xfrm>
      </p:grpSpPr>
      <p:pic>
        <p:nvPicPr>
          <p:cNvPr id="2" name="Picture 1" descr="Background pattern&#10;&#10;Description automatically generated">
            <a:extLst>
              <a:ext uri="{FF2B5EF4-FFF2-40B4-BE49-F238E27FC236}">
                <a16:creationId xmlns:a16="http://schemas.microsoft.com/office/drawing/2014/main" id="{439F40A4-C4FE-CE81-4DDE-1096BF05B17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0" y="0"/>
            <a:ext cx="9144000" cy="5143500"/>
          </a:xfrm>
          <a:prstGeom prst="rect">
            <a:avLst/>
          </a:prstGeom>
        </p:spPr>
      </p:pic>
      <p:pic>
        <p:nvPicPr>
          <p:cNvPr id="9" name="Picture 8">
            <a:extLst>
              <a:ext uri="{FF2B5EF4-FFF2-40B4-BE49-F238E27FC236}">
                <a16:creationId xmlns:a16="http://schemas.microsoft.com/office/drawing/2014/main" id="{E287815A-5C7F-9A09-3928-E0C4EC9FC448}"/>
              </a:ext>
            </a:extLst>
          </p:cNvPr>
          <p:cNvPicPr>
            <a:picLocks noChangeAspect="1"/>
          </p:cNvPicPr>
          <p:nvPr userDrawn="1"/>
        </p:nvPicPr>
        <p:blipFill>
          <a:blip r:embed="rId3"/>
          <a:stretch>
            <a:fillRect/>
          </a:stretch>
        </p:blipFill>
        <p:spPr>
          <a:xfrm>
            <a:off x="2275863" y="2117544"/>
            <a:ext cx="4490695" cy="725003"/>
          </a:xfrm>
          <a:prstGeom prst="rect">
            <a:avLst/>
          </a:prstGeom>
        </p:spPr>
      </p:pic>
    </p:spTree>
    <p:extLst>
      <p:ext uri="{BB962C8B-B14F-4D97-AF65-F5344CB8AC3E}">
        <p14:creationId xmlns:p14="http://schemas.microsoft.com/office/powerpoint/2010/main" val="35369422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5 Pink">
    <p:bg>
      <p:bgPr>
        <a:solidFill>
          <a:schemeClr val="tx1"/>
        </a:solidFill>
        <a:effectLst/>
      </p:bgPr>
    </p:bg>
    <p:spTree>
      <p:nvGrpSpPr>
        <p:cNvPr id="1" name=""/>
        <p:cNvGrpSpPr/>
        <p:nvPr/>
      </p:nvGrpSpPr>
      <p:grpSpPr>
        <a:xfrm>
          <a:off x="0" y="0"/>
          <a:ext cx="0" cy="0"/>
          <a:chOff x="0" y="0"/>
          <a:chExt cx="0" cy="0"/>
        </a:xfrm>
      </p:grpSpPr>
      <p:pic>
        <p:nvPicPr>
          <p:cNvPr id="9" name="Picture 8" descr="Background pattern&#10;&#10;Description automatically generated">
            <a:extLst>
              <a:ext uri="{FF2B5EF4-FFF2-40B4-BE49-F238E27FC236}">
                <a16:creationId xmlns:a16="http://schemas.microsoft.com/office/drawing/2014/main" id="{21011232-FEC1-556E-5D81-2627C46F6DF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0" y="0"/>
            <a:ext cx="9144000" cy="5143500"/>
          </a:xfrm>
          <a:prstGeom prst="rect">
            <a:avLst/>
          </a:prstGeom>
        </p:spPr>
      </p:pic>
      <p:pic>
        <p:nvPicPr>
          <p:cNvPr id="2" name="Picture 1">
            <a:extLst>
              <a:ext uri="{FF2B5EF4-FFF2-40B4-BE49-F238E27FC236}">
                <a16:creationId xmlns:a16="http://schemas.microsoft.com/office/drawing/2014/main" id="{264CD4DF-8DDC-4A2C-10B3-67DD8538553A}"/>
              </a:ext>
            </a:extLst>
          </p:cNvPr>
          <p:cNvPicPr>
            <a:picLocks noChangeAspect="1"/>
          </p:cNvPicPr>
          <p:nvPr userDrawn="1"/>
        </p:nvPicPr>
        <p:blipFill>
          <a:blip r:embed="rId3"/>
          <a:stretch>
            <a:fillRect/>
          </a:stretch>
        </p:blipFill>
        <p:spPr>
          <a:xfrm>
            <a:off x="2275863" y="2117544"/>
            <a:ext cx="4490695" cy="725003"/>
          </a:xfrm>
          <a:prstGeom prst="rect">
            <a:avLst/>
          </a:prstGeom>
        </p:spPr>
      </p:pic>
    </p:spTree>
    <p:extLst>
      <p:ext uri="{BB962C8B-B14F-4D97-AF65-F5344CB8AC3E}">
        <p14:creationId xmlns:p14="http://schemas.microsoft.com/office/powerpoint/2010/main" val="184266987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5 Blue purple">
    <p:bg>
      <p:bgPr>
        <a:solidFill>
          <a:schemeClr val="tx1"/>
        </a:solidFill>
        <a:effectLst/>
      </p:bgPr>
    </p:bg>
    <p:spTree>
      <p:nvGrpSpPr>
        <p:cNvPr id="1" name=""/>
        <p:cNvGrpSpPr/>
        <p:nvPr/>
      </p:nvGrpSpPr>
      <p:grpSpPr>
        <a:xfrm>
          <a:off x="0" y="0"/>
          <a:ext cx="0" cy="0"/>
          <a:chOff x="0" y="0"/>
          <a:chExt cx="0" cy="0"/>
        </a:xfrm>
      </p:grpSpPr>
      <p:pic>
        <p:nvPicPr>
          <p:cNvPr id="9" name="Picture 8" descr="Background pattern&#10;&#10;Description automatically generated">
            <a:extLst>
              <a:ext uri="{FF2B5EF4-FFF2-40B4-BE49-F238E27FC236}">
                <a16:creationId xmlns:a16="http://schemas.microsoft.com/office/drawing/2014/main" id="{3465075C-3A04-8F21-2D96-F11146239A8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0" y="0"/>
            <a:ext cx="9144000" cy="5143500"/>
          </a:xfrm>
          <a:prstGeom prst="rect">
            <a:avLst/>
          </a:prstGeom>
        </p:spPr>
      </p:pic>
      <p:pic>
        <p:nvPicPr>
          <p:cNvPr id="2" name="Picture 1">
            <a:extLst>
              <a:ext uri="{FF2B5EF4-FFF2-40B4-BE49-F238E27FC236}">
                <a16:creationId xmlns:a16="http://schemas.microsoft.com/office/drawing/2014/main" id="{CF889DE9-35C7-D01D-4666-39D0D5C7C923}"/>
              </a:ext>
            </a:extLst>
          </p:cNvPr>
          <p:cNvPicPr>
            <a:picLocks noChangeAspect="1"/>
          </p:cNvPicPr>
          <p:nvPr userDrawn="1"/>
        </p:nvPicPr>
        <p:blipFill>
          <a:blip r:embed="rId3"/>
          <a:stretch>
            <a:fillRect/>
          </a:stretch>
        </p:blipFill>
        <p:spPr>
          <a:xfrm>
            <a:off x="2275863" y="2117544"/>
            <a:ext cx="4490695" cy="725003"/>
          </a:xfrm>
          <a:prstGeom prst="rect">
            <a:avLst/>
          </a:prstGeom>
        </p:spPr>
      </p:pic>
    </p:spTree>
    <p:extLst>
      <p:ext uri="{BB962C8B-B14F-4D97-AF65-F5344CB8AC3E}">
        <p14:creationId xmlns:p14="http://schemas.microsoft.com/office/powerpoint/2010/main" val="1870641280"/>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5 Orange red">
    <p:bg>
      <p:bgPr>
        <a:solidFill>
          <a:schemeClr val="tx1"/>
        </a:solidFill>
        <a:effectLst/>
      </p:bgPr>
    </p:bg>
    <p:spTree>
      <p:nvGrpSpPr>
        <p:cNvPr id="1" name=""/>
        <p:cNvGrpSpPr/>
        <p:nvPr/>
      </p:nvGrpSpPr>
      <p:grpSpPr>
        <a:xfrm>
          <a:off x="0" y="0"/>
          <a:ext cx="0" cy="0"/>
          <a:chOff x="0" y="0"/>
          <a:chExt cx="0" cy="0"/>
        </a:xfrm>
      </p:grpSpPr>
      <p:pic>
        <p:nvPicPr>
          <p:cNvPr id="9" name="Picture 8" descr="Background pattern&#10;&#10;Description automatically generated">
            <a:extLst>
              <a:ext uri="{FF2B5EF4-FFF2-40B4-BE49-F238E27FC236}">
                <a16:creationId xmlns:a16="http://schemas.microsoft.com/office/drawing/2014/main" id="{AC7C13A4-489B-3211-82FF-868A0A256EF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0" y="0"/>
            <a:ext cx="9144000" cy="5143500"/>
          </a:xfrm>
          <a:prstGeom prst="rect">
            <a:avLst/>
          </a:prstGeom>
        </p:spPr>
      </p:pic>
      <p:pic>
        <p:nvPicPr>
          <p:cNvPr id="2" name="Picture 1">
            <a:extLst>
              <a:ext uri="{FF2B5EF4-FFF2-40B4-BE49-F238E27FC236}">
                <a16:creationId xmlns:a16="http://schemas.microsoft.com/office/drawing/2014/main" id="{CDEA7FF4-FBAE-43FA-919F-776B0342AAE7}"/>
              </a:ext>
            </a:extLst>
          </p:cNvPr>
          <p:cNvPicPr>
            <a:picLocks noChangeAspect="1"/>
          </p:cNvPicPr>
          <p:nvPr userDrawn="1"/>
        </p:nvPicPr>
        <p:blipFill>
          <a:blip r:embed="rId3"/>
          <a:stretch>
            <a:fillRect/>
          </a:stretch>
        </p:blipFill>
        <p:spPr>
          <a:xfrm>
            <a:off x="2275863" y="2117544"/>
            <a:ext cx="4490695" cy="725003"/>
          </a:xfrm>
          <a:prstGeom prst="rect">
            <a:avLst/>
          </a:prstGeom>
        </p:spPr>
      </p:pic>
    </p:spTree>
    <p:extLst>
      <p:ext uri="{BB962C8B-B14F-4D97-AF65-F5344CB8AC3E}">
        <p14:creationId xmlns:p14="http://schemas.microsoft.com/office/powerpoint/2010/main" val="1511565477"/>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5 Blue green">
    <p:bg>
      <p:bgPr>
        <a:solidFill>
          <a:schemeClr val="tx1"/>
        </a:solidFill>
        <a:effectLst/>
      </p:bgPr>
    </p:bg>
    <p:spTree>
      <p:nvGrpSpPr>
        <p:cNvPr id="1" name=""/>
        <p:cNvGrpSpPr/>
        <p:nvPr/>
      </p:nvGrpSpPr>
      <p:grpSpPr>
        <a:xfrm>
          <a:off x="0" y="0"/>
          <a:ext cx="0" cy="0"/>
          <a:chOff x="0" y="0"/>
          <a:chExt cx="0" cy="0"/>
        </a:xfrm>
      </p:grpSpPr>
      <p:pic>
        <p:nvPicPr>
          <p:cNvPr id="2" name="Picture 1" descr="Background pattern&#10;&#10;Description automatically generated">
            <a:extLst>
              <a:ext uri="{FF2B5EF4-FFF2-40B4-BE49-F238E27FC236}">
                <a16:creationId xmlns:a16="http://schemas.microsoft.com/office/drawing/2014/main" id="{3A71822B-C712-A4E6-919B-405BA7F21A5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0" y="0"/>
            <a:ext cx="9144000" cy="5143500"/>
          </a:xfrm>
          <a:prstGeom prst="rect">
            <a:avLst/>
          </a:prstGeom>
        </p:spPr>
      </p:pic>
      <p:pic>
        <p:nvPicPr>
          <p:cNvPr id="9" name="Picture 8">
            <a:extLst>
              <a:ext uri="{FF2B5EF4-FFF2-40B4-BE49-F238E27FC236}">
                <a16:creationId xmlns:a16="http://schemas.microsoft.com/office/drawing/2014/main" id="{502FB472-7815-2CD4-45F1-5DF9424B414A}"/>
              </a:ext>
            </a:extLst>
          </p:cNvPr>
          <p:cNvPicPr>
            <a:picLocks noChangeAspect="1"/>
          </p:cNvPicPr>
          <p:nvPr userDrawn="1"/>
        </p:nvPicPr>
        <p:blipFill>
          <a:blip r:embed="rId3"/>
          <a:stretch>
            <a:fillRect/>
          </a:stretch>
        </p:blipFill>
        <p:spPr>
          <a:xfrm>
            <a:off x="2275863" y="2117544"/>
            <a:ext cx="4490695" cy="725003"/>
          </a:xfrm>
          <a:prstGeom prst="rect">
            <a:avLst/>
          </a:prstGeom>
        </p:spPr>
      </p:pic>
    </p:spTree>
    <p:extLst>
      <p:ext uri="{BB962C8B-B14F-4D97-AF65-F5344CB8AC3E}">
        <p14:creationId xmlns:p14="http://schemas.microsoft.com/office/powerpoint/2010/main" val="3128977898"/>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5 Blue">
    <p:bg>
      <p:bgPr>
        <a:solidFill>
          <a:schemeClr val="tx1"/>
        </a:solidFill>
        <a:effectLst/>
      </p:bgPr>
    </p:bg>
    <p:spTree>
      <p:nvGrpSpPr>
        <p:cNvPr id="1" name=""/>
        <p:cNvGrpSpPr/>
        <p:nvPr/>
      </p:nvGrpSpPr>
      <p:grpSpPr>
        <a:xfrm>
          <a:off x="0" y="0"/>
          <a:ext cx="0" cy="0"/>
          <a:chOff x="0" y="0"/>
          <a:chExt cx="0" cy="0"/>
        </a:xfrm>
      </p:grpSpPr>
      <p:pic>
        <p:nvPicPr>
          <p:cNvPr id="2" name="Picture 1" descr="Background pattern&#10;&#10;Description automatically generated">
            <a:extLst>
              <a:ext uri="{FF2B5EF4-FFF2-40B4-BE49-F238E27FC236}">
                <a16:creationId xmlns:a16="http://schemas.microsoft.com/office/drawing/2014/main" id="{408FFEE3-9429-FB20-94DA-036B3BA28AF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0" y="0"/>
            <a:ext cx="9144000" cy="5143500"/>
          </a:xfrm>
          <a:prstGeom prst="rect">
            <a:avLst/>
          </a:prstGeom>
        </p:spPr>
      </p:pic>
      <p:pic>
        <p:nvPicPr>
          <p:cNvPr id="9" name="Picture 8">
            <a:extLst>
              <a:ext uri="{FF2B5EF4-FFF2-40B4-BE49-F238E27FC236}">
                <a16:creationId xmlns:a16="http://schemas.microsoft.com/office/drawing/2014/main" id="{09B2F8A6-221F-2E3F-4E51-F687F0B27217}"/>
              </a:ext>
            </a:extLst>
          </p:cNvPr>
          <p:cNvPicPr>
            <a:picLocks noChangeAspect="1"/>
          </p:cNvPicPr>
          <p:nvPr userDrawn="1"/>
        </p:nvPicPr>
        <p:blipFill>
          <a:blip r:embed="rId3"/>
          <a:stretch>
            <a:fillRect/>
          </a:stretch>
        </p:blipFill>
        <p:spPr>
          <a:xfrm>
            <a:off x="2275863" y="2117544"/>
            <a:ext cx="4490695" cy="725003"/>
          </a:xfrm>
          <a:prstGeom prst="rect">
            <a:avLst/>
          </a:prstGeom>
        </p:spPr>
      </p:pic>
    </p:spTree>
    <p:extLst>
      <p:ext uri="{BB962C8B-B14F-4D97-AF65-F5344CB8AC3E}">
        <p14:creationId xmlns:p14="http://schemas.microsoft.com/office/powerpoint/2010/main" val="338066269"/>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6.1 White end slide">
    <p:bg>
      <p:bgPr>
        <a:solidFill>
          <a:schemeClr val="bg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D2B2D2C2-CC6C-F5FE-FD4E-4250149006DF}"/>
              </a:ext>
            </a:extLst>
          </p:cNvPr>
          <p:cNvPicPr>
            <a:picLocks noChangeAspect="1"/>
          </p:cNvPicPr>
          <p:nvPr userDrawn="1"/>
        </p:nvPicPr>
        <p:blipFill>
          <a:blip r:embed="rId2"/>
          <a:stretch>
            <a:fillRect/>
          </a:stretch>
        </p:blipFill>
        <p:spPr>
          <a:xfrm>
            <a:off x="2275863" y="2117544"/>
            <a:ext cx="4490695" cy="725003"/>
          </a:xfrm>
          <a:prstGeom prst="rect">
            <a:avLst/>
          </a:prstGeom>
        </p:spPr>
      </p:pic>
    </p:spTree>
    <p:extLst>
      <p:ext uri="{BB962C8B-B14F-4D97-AF65-F5344CB8AC3E}">
        <p14:creationId xmlns:p14="http://schemas.microsoft.com/office/powerpoint/2010/main" val="523916744"/>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theme" Target="../theme/theme1.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41891639"/>
      </p:ext>
    </p:extLst>
  </p:cSld>
  <p:clrMap bg1="lt1" tx1="dk1" bg2="lt2" tx2="dk2" accent1="accent1" accent2="accent2" accent3="accent3" accent4="accent4" accent5="accent5" accent6="accent6" hlink="hlink" folHlink="folHlink"/>
  <p:sldLayoutIdLst>
    <p:sldLayoutId id="2147483663" r:id="rId1"/>
    <p:sldLayoutId id="2147483726" r:id="rId2"/>
    <p:sldLayoutId id="2147483776" r:id="rId3"/>
    <p:sldLayoutId id="2147483778" r:id="rId4"/>
    <p:sldLayoutId id="2147483779" r:id="rId5"/>
    <p:sldLayoutId id="2147483780" r:id="rId6"/>
    <p:sldLayoutId id="2147483781" r:id="rId7"/>
    <p:sldLayoutId id="2147483777" r:id="rId8"/>
    <p:sldLayoutId id="2147483796" r:id="rId9"/>
    <p:sldLayoutId id="2147483812" r:id="rId10"/>
    <p:sldLayoutId id="2147483763" r:id="rId11"/>
    <p:sldLayoutId id="2147483775" r:id="rId12"/>
    <p:sldLayoutId id="2147483794" r:id="rId13"/>
    <p:sldLayoutId id="2147483795" r:id="rId14"/>
    <p:sldLayoutId id="2147483797" r:id="rId15"/>
    <p:sldLayoutId id="2147483798" r:id="rId16"/>
    <p:sldLayoutId id="2147483799" r:id="rId17"/>
    <p:sldLayoutId id="2147483800" r:id="rId18"/>
    <p:sldLayoutId id="2147483801" r:id="rId19"/>
    <p:sldLayoutId id="2147483802" r:id="rId20"/>
    <p:sldLayoutId id="2147483803" r:id="rId21"/>
    <p:sldLayoutId id="2147483804" r:id="rId22"/>
    <p:sldLayoutId id="2147483809" r:id="rId23"/>
    <p:sldLayoutId id="2147483810" r:id="rId24"/>
    <p:sldLayoutId id="2147483805" r:id="rId25"/>
    <p:sldLayoutId id="2147483806" r:id="rId26"/>
    <p:sldLayoutId id="2147483807" r:id="rId27"/>
    <p:sldLayoutId id="2147483808" r:id="rId28"/>
    <p:sldLayoutId id="2147483753" r:id="rId29"/>
    <p:sldLayoutId id="2147483757" r:id="rId30"/>
    <p:sldLayoutId id="2147483758" r:id="rId31"/>
    <p:sldLayoutId id="2147483815" r:id="rId32"/>
    <p:sldLayoutId id="2147483760" r:id="rId33"/>
    <p:sldLayoutId id="2147483761" r:id="rId34"/>
    <p:sldLayoutId id="2147483762" r:id="rId35"/>
    <p:sldLayoutId id="2147483813" r:id="rId36"/>
    <p:sldLayoutId id="2147483774" r:id="rId37"/>
    <p:sldLayoutId id="2147483755" r:id="rId38"/>
    <p:sldLayoutId id="2147483756" r:id="rId39"/>
    <p:sldLayoutId id="2147483793" r:id="rId40"/>
    <p:sldLayoutId id="2147483814" r:id="rId41"/>
    <p:sldLayoutId id="2147483746" r:id="rId42"/>
    <p:sldLayoutId id="2147483747" r:id="rId43"/>
    <p:sldLayoutId id="2147483748" r:id="rId44"/>
    <p:sldLayoutId id="2147483749" r:id="rId45"/>
    <p:sldLayoutId id="2147483750" r:id="rId46"/>
    <p:sldLayoutId id="2147483751" r:id="rId47"/>
    <p:sldLayoutId id="2147483791" r:id="rId48"/>
    <p:sldLayoutId id="2147483677" r:id="rId49"/>
    <p:sldLayoutId id="2147483769" r:id="rId50"/>
    <p:sldLayoutId id="2147483773" r:id="rId51"/>
    <p:sldLayoutId id="2147483770" r:id="rId52"/>
    <p:sldLayoutId id="2147483771" r:id="rId53"/>
    <p:sldLayoutId id="2147483772" r:id="rId54"/>
    <p:sldLayoutId id="2147483792" r:id="rId55"/>
    <p:sldLayoutId id="2147483679" r:id="rId56"/>
  </p:sldLayoutIdLst>
  <p:hf sldNum="0" hd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s://nmap.org/ncat"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nmap.org/ncat"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s://confluence.ext.net.nokia.com/display/CBCS/NCS+Upgrade+-+Lessons+Learned+and+Best+Practices" TargetMode="External"/><Relationship Id="rId2" Type="http://schemas.openxmlformats.org/officeDocument/2006/relationships/hyperlink" Target="https://doc.networks.nokia.com/product/Nokia_Container_Services/833-064540.00/release/NCS_24_7/833-081787.00/document/NCS_Troubleshooting_Guide/nokiaContainerServicesRelease247DocumentationSet--DN1000065220/topic/sky-1K9VK"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72F4584-A238-F682-7968-31DB59646D65}"/>
              </a:ext>
            </a:extLst>
          </p:cNvPr>
          <p:cNvSpPr>
            <a:spLocks noGrp="1"/>
          </p:cNvSpPr>
          <p:nvPr>
            <p:ph type="title"/>
          </p:nvPr>
        </p:nvSpPr>
        <p:spPr>
          <a:xfrm>
            <a:off x="0" y="1189148"/>
            <a:ext cx="4160530" cy="1534174"/>
          </a:xfrm>
        </p:spPr>
        <p:txBody>
          <a:bodyPr anchor="ctr"/>
          <a:lstStyle/>
          <a:p>
            <a:pPr algn="ctr"/>
            <a:r>
              <a:rPr lang="en-US" sz="2800" b="0" i="0" dirty="0">
                <a:effectLst/>
              </a:rPr>
              <a:t>NCS24.7 Upgrade Lesson Learned Session</a:t>
            </a:r>
            <a:endParaRPr lang="en-US" sz="2800" dirty="0"/>
          </a:p>
        </p:txBody>
      </p:sp>
      <p:sp>
        <p:nvSpPr>
          <p:cNvPr id="2" name="Footer Placeholder 1">
            <a:extLst>
              <a:ext uri="{FF2B5EF4-FFF2-40B4-BE49-F238E27FC236}">
                <a16:creationId xmlns:a16="http://schemas.microsoft.com/office/drawing/2014/main" id="{D4743745-B170-2993-92CB-2135631A4E9C}"/>
              </a:ext>
            </a:extLst>
          </p:cNvPr>
          <p:cNvSpPr>
            <a:spLocks noGrp="1"/>
          </p:cNvSpPr>
          <p:nvPr>
            <p:ph type="ftr" sz="quarter" idx="3"/>
          </p:nvPr>
        </p:nvSpPr>
        <p:spPr/>
        <p:txBody>
          <a:bodyPr/>
          <a:lstStyle/>
          <a:p>
            <a:r>
              <a:rPr lang="en-US" dirty="0"/>
              <a:t>Nokia Internal</a:t>
            </a:r>
          </a:p>
        </p:txBody>
      </p:sp>
      <p:sp>
        <p:nvSpPr>
          <p:cNvPr id="7" name="Text Placeholder 6">
            <a:extLst>
              <a:ext uri="{FF2B5EF4-FFF2-40B4-BE49-F238E27FC236}">
                <a16:creationId xmlns:a16="http://schemas.microsoft.com/office/drawing/2014/main" id="{1A349F3B-B90B-C916-C98B-BABFCAA90A22}"/>
              </a:ext>
            </a:extLst>
          </p:cNvPr>
          <p:cNvSpPr>
            <a:spLocks noGrp="1"/>
          </p:cNvSpPr>
          <p:nvPr>
            <p:ph type="body" sz="quarter" idx="12"/>
          </p:nvPr>
        </p:nvSpPr>
        <p:spPr>
          <a:xfrm>
            <a:off x="333049" y="3859811"/>
            <a:ext cx="3909884" cy="590953"/>
          </a:xfrm>
        </p:spPr>
        <p:txBody>
          <a:bodyPr/>
          <a:lstStyle/>
          <a:p>
            <a:r>
              <a:rPr lang="en-IN" dirty="0"/>
              <a:t>Deepak Patra</a:t>
            </a:r>
          </a:p>
          <a:p>
            <a:r>
              <a:rPr lang="en-IN" dirty="0"/>
              <a:t>04</a:t>
            </a:r>
            <a:r>
              <a:rPr lang="en-IN" sz="1800" dirty="0">
                <a:solidFill>
                  <a:schemeClr val="bg1"/>
                </a:solidFill>
              </a:rPr>
              <a:t>-03-2025</a:t>
            </a:r>
          </a:p>
          <a:p>
            <a:endParaRPr lang="en-IN" dirty="0"/>
          </a:p>
        </p:txBody>
      </p:sp>
    </p:spTree>
    <p:extLst>
      <p:ext uri="{BB962C8B-B14F-4D97-AF65-F5344CB8AC3E}">
        <p14:creationId xmlns:p14="http://schemas.microsoft.com/office/powerpoint/2010/main" val="41406851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19598D-2E7C-ED5C-9C91-79AB836B39CD}"/>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BDB21885-8517-FE7C-1881-CF036CDC0227}"/>
              </a:ext>
            </a:extLst>
          </p:cNvPr>
          <p:cNvSpPr>
            <a:spLocks noGrp="1"/>
          </p:cNvSpPr>
          <p:nvPr>
            <p:ph type="ftr" sz="quarter" idx="3"/>
          </p:nvPr>
        </p:nvSpPr>
        <p:spPr/>
        <p:txBody>
          <a:bodyPr/>
          <a:lstStyle/>
          <a:p>
            <a:r>
              <a:rPr lang="en-US" dirty="0"/>
              <a:t>Nokia Internal</a:t>
            </a:r>
          </a:p>
        </p:txBody>
      </p:sp>
      <p:sp>
        <p:nvSpPr>
          <p:cNvPr id="7" name="Text Placeholder 9">
            <a:extLst>
              <a:ext uri="{FF2B5EF4-FFF2-40B4-BE49-F238E27FC236}">
                <a16:creationId xmlns:a16="http://schemas.microsoft.com/office/drawing/2014/main" id="{0ED15331-B2CA-D9BE-DF56-1BFDBA744AA6}"/>
              </a:ext>
            </a:extLst>
          </p:cNvPr>
          <p:cNvSpPr txBox="1">
            <a:spLocks/>
          </p:cNvSpPr>
          <p:nvPr/>
        </p:nvSpPr>
        <p:spPr>
          <a:xfrm>
            <a:off x="243430" y="162545"/>
            <a:ext cx="7260456" cy="412168"/>
          </a:xfrm>
          <a:prstGeom prst="rect">
            <a:avLst/>
          </a:prstGeom>
        </p:spPr>
        <p:txBody>
          <a:bodyPr lIns="0" tIns="0" rIns="0" bIns="0"/>
          <a:lstStyle>
            <a:lvl1pPr marL="0" indent="0" algn="l" defTabSz="685800" rtl="0" eaLnBrk="1" latinLnBrk="0" hangingPunct="1">
              <a:lnSpc>
                <a:spcPct val="100000"/>
              </a:lnSpc>
              <a:spcBef>
                <a:spcPts val="0"/>
              </a:spcBef>
              <a:buFont typeface="Arial" panose="020B0604020202020204" pitchFamily="34" charset="0"/>
              <a:buNone/>
              <a:defRPr sz="2400" kern="1200" baseline="0">
                <a:solidFill>
                  <a:schemeClr val="accent1"/>
                </a:solidFill>
                <a:latin typeface="Nokia Pure Headline Light" panose="020B0304020202020204" pitchFamily="34"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just"/>
            <a:r>
              <a:rPr lang="en-GB" b="1" dirty="0">
                <a:solidFill>
                  <a:schemeClr val="tx2">
                    <a:lumMod val="75000"/>
                    <a:lumOff val="25000"/>
                  </a:schemeClr>
                </a:solidFill>
                <a:latin typeface="+mj-lt"/>
              </a:rPr>
              <a:t>Scope</a:t>
            </a:r>
            <a:endParaRPr lang="en-US" b="1" dirty="0">
              <a:solidFill>
                <a:schemeClr val="tx2">
                  <a:lumMod val="75000"/>
                  <a:lumOff val="25000"/>
                </a:schemeClr>
              </a:solidFill>
              <a:latin typeface="+mj-lt"/>
            </a:endParaRPr>
          </a:p>
        </p:txBody>
      </p:sp>
      <p:sp>
        <p:nvSpPr>
          <p:cNvPr id="6" name="Text Placeholder 7">
            <a:extLst>
              <a:ext uri="{FF2B5EF4-FFF2-40B4-BE49-F238E27FC236}">
                <a16:creationId xmlns:a16="http://schemas.microsoft.com/office/drawing/2014/main" id="{717947FE-46DC-ADCE-E007-552932DB0594}"/>
              </a:ext>
            </a:extLst>
          </p:cNvPr>
          <p:cNvSpPr txBox="1">
            <a:spLocks/>
          </p:cNvSpPr>
          <p:nvPr/>
        </p:nvSpPr>
        <p:spPr>
          <a:xfrm>
            <a:off x="417599" y="764521"/>
            <a:ext cx="6559671" cy="2957684"/>
          </a:xfrm>
          <a:prstGeom prst="rect">
            <a:avLst/>
          </a:prstGeom>
        </p:spPr>
        <p:txBody>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sz="1400" dirty="0">
                <a:solidFill>
                  <a:srgbClr val="0A0908"/>
                </a:solidFill>
                <a:latin typeface="Calibri" panose="020F0502020204030204" pitchFamily="34" charset="0"/>
                <a:cs typeface="Calibri" panose="020F0502020204030204" pitchFamily="34" charset="0"/>
              </a:rPr>
              <a:t>NCS 24.7 Upgrade (Out of Service Upgrade):</a:t>
            </a:r>
          </a:p>
          <a:p>
            <a:pPr lvl="1"/>
            <a:r>
              <a:rPr lang="en-US" sz="1400" dirty="0">
                <a:solidFill>
                  <a:srgbClr val="0A0908"/>
                </a:solidFill>
                <a:latin typeface="Calibri" panose="020F0502020204030204" pitchFamily="34" charset="0"/>
                <a:cs typeface="Calibri" panose="020F0502020204030204" pitchFamily="34" charset="0"/>
              </a:rPr>
              <a:t>BareMetal CN-B Central &amp; Cluster Mode of Deployment </a:t>
            </a:r>
          </a:p>
          <a:p>
            <a:pPr lvl="1"/>
            <a:r>
              <a:rPr lang="en-US" sz="1400" dirty="0">
                <a:solidFill>
                  <a:srgbClr val="0A0908"/>
                </a:solidFill>
                <a:latin typeface="Calibri" panose="020F0502020204030204" pitchFamily="34" charset="0"/>
                <a:cs typeface="Calibri" panose="020F0502020204030204" pitchFamily="34" charset="0"/>
              </a:rPr>
              <a:t>Source NCS Version: NCS22.12 MP1</a:t>
            </a:r>
          </a:p>
          <a:p>
            <a:pPr lvl="1"/>
            <a:r>
              <a:rPr lang="en-US" sz="1400" dirty="0">
                <a:solidFill>
                  <a:srgbClr val="0A0908"/>
                </a:solidFill>
                <a:latin typeface="Calibri" panose="020F0502020204030204" pitchFamily="34" charset="0"/>
                <a:cs typeface="Calibri" panose="020F0502020204030204" pitchFamily="34" charset="0"/>
              </a:rPr>
              <a:t>Upgrade Path: NCS22.12 MP1 </a:t>
            </a:r>
            <a:r>
              <a:rPr lang="en-US" sz="1400" dirty="0">
                <a:solidFill>
                  <a:srgbClr val="0A0908"/>
                </a:solidFill>
                <a:latin typeface="Calibri" panose="020F0502020204030204" pitchFamily="34" charset="0"/>
                <a:cs typeface="Calibri" panose="020F0502020204030204" pitchFamily="34" charset="0"/>
                <a:sym typeface="Wingdings" panose="05000000000000000000" pitchFamily="2" charset="2"/>
              </a:rPr>
              <a:t> NCS23.10  NCS24.7</a:t>
            </a:r>
            <a:endParaRPr lang="en-US" sz="1400" dirty="0">
              <a:solidFill>
                <a:srgbClr val="0A0908"/>
              </a:solidFill>
              <a:latin typeface="Calibri" panose="020F0502020204030204" pitchFamily="34" charset="0"/>
              <a:cs typeface="Calibri" panose="020F0502020204030204" pitchFamily="34" charset="0"/>
            </a:endParaRPr>
          </a:p>
          <a:p>
            <a:pPr lvl="1"/>
            <a:r>
              <a:rPr lang="en-US" sz="1400" dirty="0">
                <a:solidFill>
                  <a:srgbClr val="0A0908"/>
                </a:solidFill>
                <a:latin typeface="Calibri" panose="020F0502020204030204" pitchFamily="34" charset="0"/>
                <a:cs typeface="Calibri" panose="020F0502020204030204" pitchFamily="34" charset="0"/>
              </a:rPr>
              <a:t>Hardware: HP Gen10 Plus and AF OR19</a:t>
            </a:r>
          </a:p>
          <a:p>
            <a:pPr lvl="1"/>
            <a:endParaRPr lang="en-US" sz="1100" dirty="0">
              <a:solidFill>
                <a:srgbClr val="001135"/>
              </a:solidFill>
              <a:latin typeface="Calibri" panose="020F0502020204030204" pitchFamily="34" charset="0"/>
              <a:cs typeface="Calibri" panose="020F0502020204030204" pitchFamily="34" charset="0"/>
            </a:endParaRPr>
          </a:p>
          <a:p>
            <a:pPr lvl="1"/>
            <a:endParaRPr lang="en-US" sz="1100" dirty="0">
              <a:solidFill>
                <a:srgbClr val="001135"/>
              </a:solidFill>
              <a:latin typeface="Calibri" panose="020F0502020204030204" pitchFamily="34" charset="0"/>
              <a:cs typeface="Calibri" panose="020F0502020204030204" pitchFamily="34" charset="0"/>
            </a:endParaRPr>
          </a:p>
          <a:p>
            <a:pPr lvl="1"/>
            <a:endParaRPr lang="en-US" sz="1400" dirty="0">
              <a:solidFill>
                <a:srgbClr val="001135"/>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0922242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BB2441-8124-5B21-1AD9-52CA3711BCA9}"/>
            </a:ext>
          </a:extLst>
        </p:cNvPr>
        <p:cNvGrpSpPr/>
        <p:nvPr/>
      </p:nvGrpSpPr>
      <p:grpSpPr>
        <a:xfrm>
          <a:off x="0" y="0"/>
          <a:ext cx="0" cy="0"/>
          <a:chOff x="0" y="0"/>
          <a:chExt cx="0" cy="0"/>
        </a:xfrm>
      </p:grpSpPr>
      <p:sp>
        <p:nvSpPr>
          <p:cNvPr id="10" name="Text Placeholder 9">
            <a:extLst>
              <a:ext uri="{FF2B5EF4-FFF2-40B4-BE49-F238E27FC236}">
                <a16:creationId xmlns:a16="http://schemas.microsoft.com/office/drawing/2014/main" id="{05E04933-F1AB-5E97-9D92-4AF555E8EF1D}"/>
              </a:ext>
            </a:extLst>
          </p:cNvPr>
          <p:cNvSpPr>
            <a:spLocks noGrp="1"/>
          </p:cNvSpPr>
          <p:nvPr>
            <p:ph type="body" sz="quarter" idx="12"/>
          </p:nvPr>
        </p:nvSpPr>
        <p:spPr>
          <a:xfrm>
            <a:off x="330518" y="162545"/>
            <a:ext cx="8312742" cy="423864"/>
          </a:xfrm>
        </p:spPr>
        <p:txBody>
          <a:bodyPr/>
          <a:lstStyle/>
          <a:p>
            <a:r>
              <a:rPr lang="en-GB" b="1" dirty="0">
                <a:solidFill>
                  <a:schemeClr val="tx2">
                    <a:lumMod val="75000"/>
                    <a:lumOff val="25000"/>
                  </a:schemeClr>
                </a:solidFill>
                <a:latin typeface="+mj-lt"/>
              </a:rPr>
              <a:t>Issue-1: </a:t>
            </a:r>
            <a:r>
              <a:rPr lang="en-GB" b="1" dirty="0" err="1">
                <a:solidFill>
                  <a:schemeClr val="tx2">
                    <a:lumMod val="75000"/>
                    <a:lumOff val="25000"/>
                  </a:schemeClr>
                </a:solidFill>
                <a:latin typeface="+mj-lt"/>
              </a:rPr>
              <a:t>Logrotate</a:t>
            </a:r>
            <a:r>
              <a:rPr lang="en-GB" b="1" dirty="0">
                <a:solidFill>
                  <a:schemeClr val="tx2">
                    <a:lumMod val="75000"/>
                    <a:lumOff val="25000"/>
                  </a:schemeClr>
                </a:solidFill>
                <a:latin typeface="+mj-lt"/>
              </a:rPr>
              <a:t> issue observed in precheck  </a:t>
            </a:r>
            <a:endParaRPr lang="en-US" b="1" dirty="0">
              <a:solidFill>
                <a:schemeClr val="tx2">
                  <a:lumMod val="75000"/>
                  <a:lumOff val="25000"/>
                </a:schemeClr>
              </a:solidFill>
              <a:latin typeface="+mj-lt"/>
            </a:endParaRPr>
          </a:p>
        </p:txBody>
      </p:sp>
      <p:sp>
        <p:nvSpPr>
          <p:cNvPr id="4" name="Footer Placeholder 3">
            <a:extLst>
              <a:ext uri="{FF2B5EF4-FFF2-40B4-BE49-F238E27FC236}">
                <a16:creationId xmlns:a16="http://schemas.microsoft.com/office/drawing/2014/main" id="{4843D50D-0F14-DCAE-BC64-8B2E4E0E2061}"/>
              </a:ext>
            </a:extLst>
          </p:cNvPr>
          <p:cNvSpPr>
            <a:spLocks noGrp="1"/>
          </p:cNvSpPr>
          <p:nvPr>
            <p:ph type="ftr" sz="quarter" idx="3"/>
          </p:nvPr>
        </p:nvSpPr>
        <p:spPr/>
        <p:txBody>
          <a:bodyPr/>
          <a:lstStyle/>
          <a:p>
            <a:r>
              <a:rPr lang="en-US" dirty="0"/>
              <a:t>Nokia Internal</a:t>
            </a:r>
          </a:p>
        </p:txBody>
      </p:sp>
      <p:sp>
        <p:nvSpPr>
          <p:cNvPr id="2" name="Text Placeholder 7">
            <a:extLst>
              <a:ext uri="{FF2B5EF4-FFF2-40B4-BE49-F238E27FC236}">
                <a16:creationId xmlns:a16="http://schemas.microsoft.com/office/drawing/2014/main" id="{0C77F54E-FAEA-9AD7-AE52-EC103F33396D}"/>
              </a:ext>
            </a:extLst>
          </p:cNvPr>
          <p:cNvSpPr txBox="1">
            <a:spLocks/>
          </p:cNvSpPr>
          <p:nvPr/>
        </p:nvSpPr>
        <p:spPr>
          <a:xfrm>
            <a:off x="278451" y="608643"/>
            <a:ext cx="6902570" cy="293997"/>
          </a:xfrm>
          <a:prstGeom prst="rect">
            <a:avLst/>
          </a:prstGeom>
        </p:spPr>
        <p:txBody>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sz="1000" dirty="0">
                <a:solidFill>
                  <a:srgbClr val="0A0908"/>
                </a:solidFill>
                <a:latin typeface="Calibri" panose="020F0502020204030204" pitchFamily="34" charset="0"/>
                <a:cs typeface="Calibri" panose="020F0502020204030204" pitchFamily="34" charset="0"/>
              </a:rPr>
              <a:t>ICE health check error : </a:t>
            </a:r>
            <a:r>
              <a:rPr lang="en-US" sz="1000" b="1" dirty="0">
                <a:solidFill>
                  <a:srgbClr val="0A0908"/>
                </a:solidFill>
                <a:latin typeface="Calibri" panose="020F0502020204030204" pitchFamily="34" charset="0"/>
                <a:cs typeface="Calibri" panose="020F0502020204030204" pitchFamily="34" charset="0"/>
              </a:rPr>
              <a:t>too many open files /var/log/messages</a:t>
            </a:r>
          </a:p>
          <a:p>
            <a:pPr lvl="1"/>
            <a:endParaRPr lang="en-US" sz="1100" dirty="0">
              <a:solidFill>
                <a:srgbClr val="001135"/>
              </a:solidFill>
              <a:latin typeface="Calibri" panose="020F0502020204030204" pitchFamily="34" charset="0"/>
              <a:cs typeface="Calibri" panose="020F0502020204030204" pitchFamily="34" charset="0"/>
            </a:endParaRPr>
          </a:p>
          <a:p>
            <a:pPr lvl="1"/>
            <a:endParaRPr lang="en-US" sz="1100" dirty="0">
              <a:solidFill>
                <a:srgbClr val="001135"/>
              </a:solidFill>
              <a:latin typeface="Calibri" panose="020F0502020204030204" pitchFamily="34" charset="0"/>
              <a:cs typeface="Calibri" panose="020F0502020204030204" pitchFamily="34" charset="0"/>
            </a:endParaRPr>
          </a:p>
          <a:p>
            <a:pPr lvl="1"/>
            <a:endParaRPr lang="en-US" sz="1400" dirty="0">
              <a:solidFill>
                <a:srgbClr val="001135"/>
              </a:solidFill>
              <a:latin typeface="Calibri" panose="020F0502020204030204" pitchFamily="34" charset="0"/>
              <a:cs typeface="Calibri" panose="020F0502020204030204" pitchFamily="34" charset="0"/>
            </a:endParaRPr>
          </a:p>
        </p:txBody>
      </p:sp>
      <p:pic>
        <p:nvPicPr>
          <p:cNvPr id="5" name="Picture 4">
            <a:extLst>
              <a:ext uri="{FF2B5EF4-FFF2-40B4-BE49-F238E27FC236}">
                <a16:creationId xmlns:a16="http://schemas.microsoft.com/office/drawing/2014/main" id="{471A2E8B-9E0A-B1F8-E518-947271E145C8}"/>
              </a:ext>
            </a:extLst>
          </p:cNvPr>
          <p:cNvPicPr>
            <a:picLocks noChangeAspect="1"/>
          </p:cNvPicPr>
          <p:nvPr/>
        </p:nvPicPr>
        <p:blipFill>
          <a:blip r:embed="rId2"/>
          <a:stretch>
            <a:fillRect/>
          </a:stretch>
        </p:blipFill>
        <p:spPr>
          <a:xfrm>
            <a:off x="382654" y="817783"/>
            <a:ext cx="8199783" cy="1494542"/>
          </a:xfrm>
          <a:prstGeom prst="rect">
            <a:avLst/>
          </a:prstGeom>
        </p:spPr>
      </p:pic>
      <p:sp>
        <p:nvSpPr>
          <p:cNvPr id="6" name="Text Placeholder 7">
            <a:extLst>
              <a:ext uri="{FF2B5EF4-FFF2-40B4-BE49-F238E27FC236}">
                <a16:creationId xmlns:a16="http://schemas.microsoft.com/office/drawing/2014/main" id="{6E306203-C08A-11D8-73D2-0E4C53EF0D0D}"/>
              </a:ext>
            </a:extLst>
          </p:cNvPr>
          <p:cNvSpPr txBox="1">
            <a:spLocks/>
          </p:cNvSpPr>
          <p:nvPr/>
        </p:nvSpPr>
        <p:spPr>
          <a:xfrm>
            <a:off x="374170" y="2479610"/>
            <a:ext cx="8020879" cy="2211660"/>
          </a:xfrm>
          <a:prstGeom prst="rect">
            <a:avLst/>
          </a:prstGeom>
        </p:spPr>
        <p:txBody>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spcBef>
                <a:spcPts val="0"/>
              </a:spcBef>
              <a:buNone/>
            </a:pPr>
            <a:r>
              <a:rPr lang="en-US" sz="1200" b="1" dirty="0">
                <a:solidFill>
                  <a:srgbClr val="0A0908"/>
                </a:solidFill>
                <a:latin typeface="Calibri" panose="020F0502020204030204" pitchFamily="34" charset="0"/>
                <a:cs typeface="Calibri" panose="020F0502020204030204" pitchFamily="34" charset="0"/>
              </a:rPr>
              <a:t>Solution:-</a:t>
            </a:r>
          </a:p>
          <a:p>
            <a:pPr marL="0" indent="0">
              <a:spcBef>
                <a:spcPts val="0"/>
              </a:spcBef>
              <a:buNone/>
            </a:pPr>
            <a:r>
              <a:rPr lang="en-US" sz="1000" dirty="0">
                <a:solidFill>
                  <a:srgbClr val="0A0908"/>
                </a:solidFill>
                <a:latin typeface="Calibri" panose="020F0502020204030204" pitchFamily="34" charset="0"/>
              </a:rPr>
              <a:t>The messages file size in /var/log was very large due to log rotate issue and hence ICE tool was unable to process it.</a:t>
            </a:r>
          </a:p>
          <a:p>
            <a:pPr marL="0" indent="0">
              <a:spcBef>
                <a:spcPts val="0"/>
              </a:spcBef>
              <a:buNone/>
            </a:pPr>
            <a:endParaRPr lang="en-US" sz="1000" dirty="0">
              <a:solidFill>
                <a:srgbClr val="0A0908"/>
              </a:solidFill>
              <a:latin typeface="Calibri" panose="020F0502020204030204" pitchFamily="34" charset="0"/>
            </a:endParaRPr>
          </a:p>
          <a:p>
            <a:pPr marL="0" marR="0" indent="0">
              <a:spcBef>
                <a:spcPts val="0"/>
              </a:spcBef>
              <a:buNone/>
            </a:pPr>
            <a:r>
              <a:rPr lang="en-US" sz="1000" dirty="0">
                <a:solidFill>
                  <a:srgbClr val="0A0908"/>
                </a:solidFill>
                <a:effectLst/>
                <a:latin typeface="Calibri" panose="020F0502020204030204" pitchFamily="34" charset="0"/>
              </a:rPr>
              <a:t>[root@ncorsl16-ncs-workerbm-13 ~]# </a:t>
            </a:r>
            <a:r>
              <a:rPr lang="en-US" sz="1000" dirty="0">
                <a:solidFill>
                  <a:schemeClr val="accent1"/>
                </a:solidFill>
                <a:effectLst/>
                <a:latin typeface="Calibri" panose="020F0502020204030204" pitchFamily="34" charset="0"/>
              </a:rPr>
              <a:t>/</a:t>
            </a:r>
            <a:r>
              <a:rPr lang="en-US" sz="1000" dirty="0" err="1">
                <a:solidFill>
                  <a:schemeClr val="accent1"/>
                </a:solidFill>
                <a:effectLst/>
                <a:latin typeface="Calibri" panose="020F0502020204030204" pitchFamily="34" charset="0"/>
              </a:rPr>
              <a:t>usr</a:t>
            </a:r>
            <a:r>
              <a:rPr lang="en-US" sz="1000" dirty="0">
                <a:solidFill>
                  <a:schemeClr val="accent1"/>
                </a:solidFill>
                <a:effectLst/>
                <a:latin typeface="Calibri" panose="020F0502020204030204" pitchFamily="34" charset="0"/>
              </a:rPr>
              <a:t>/</a:t>
            </a:r>
            <a:r>
              <a:rPr lang="en-US" sz="1000" dirty="0" err="1">
                <a:solidFill>
                  <a:schemeClr val="accent1"/>
                </a:solidFill>
                <a:effectLst/>
                <a:latin typeface="Calibri" panose="020F0502020204030204" pitchFamily="34" charset="0"/>
              </a:rPr>
              <a:t>sbin</a:t>
            </a:r>
            <a:r>
              <a:rPr lang="en-US" sz="1000" dirty="0">
                <a:solidFill>
                  <a:schemeClr val="accent1"/>
                </a:solidFill>
                <a:effectLst/>
                <a:latin typeface="Calibri" panose="020F0502020204030204" pitchFamily="34" charset="0"/>
              </a:rPr>
              <a:t>/</a:t>
            </a:r>
            <a:r>
              <a:rPr lang="en-US" sz="1000" dirty="0" err="1">
                <a:solidFill>
                  <a:schemeClr val="accent1"/>
                </a:solidFill>
                <a:effectLst/>
                <a:latin typeface="Calibri" panose="020F0502020204030204" pitchFamily="34" charset="0"/>
              </a:rPr>
              <a:t>logrotate</a:t>
            </a:r>
            <a:r>
              <a:rPr lang="en-US" sz="1000" dirty="0">
                <a:solidFill>
                  <a:schemeClr val="accent1"/>
                </a:solidFill>
                <a:effectLst/>
                <a:latin typeface="Calibri" panose="020F0502020204030204" pitchFamily="34" charset="0"/>
              </a:rPr>
              <a:t> -f /</a:t>
            </a:r>
            <a:r>
              <a:rPr lang="en-US" sz="1000" dirty="0" err="1">
                <a:solidFill>
                  <a:schemeClr val="accent1"/>
                </a:solidFill>
                <a:effectLst/>
                <a:latin typeface="Calibri" panose="020F0502020204030204" pitchFamily="34" charset="0"/>
              </a:rPr>
              <a:t>etc</a:t>
            </a:r>
            <a:r>
              <a:rPr lang="en-US" sz="1000" dirty="0">
                <a:solidFill>
                  <a:schemeClr val="accent1"/>
                </a:solidFill>
                <a:effectLst/>
                <a:latin typeface="Calibri" panose="020F0502020204030204" pitchFamily="34" charset="0"/>
              </a:rPr>
              <a:t>/</a:t>
            </a:r>
            <a:r>
              <a:rPr lang="en-US" sz="1000" dirty="0" err="1">
                <a:solidFill>
                  <a:schemeClr val="accent1"/>
                </a:solidFill>
                <a:effectLst/>
                <a:latin typeface="Calibri" panose="020F0502020204030204" pitchFamily="34" charset="0"/>
              </a:rPr>
              <a:t>logrotate.conf</a:t>
            </a:r>
            <a:endParaRPr lang="en-US" sz="1000" dirty="0">
              <a:solidFill>
                <a:schemeClr val="accent1"/>
              </a:solidFill>
              <a:effectLst/>
              <a:latin typeface="Calibri" panose="020F0502020204030204" pitchFamily="34" charset="0"/>
            </a:endParaRPr>
          </a:p>
          <a:p>
            <a:pPr marL="0" marR="0" indent="0">
              <a:spcBef>
                <a:spcPts val="0"/>
              </a:spcBef>
              <a:buNone/>
            </a:pPr>
            <a:r>
              <a:rPr lang="en-US" sz="1000" dirty="0">
                <a:solidFill>
                  <a:srgbClr val="FF0000"/>
                </a:solidFill>
                <a:effectLst/>
                <a:latin typeface="Calibri" panose="020F0502020204030204" pitchFamily="34" charset="0"/>
              </a:rPr>
              <a:t>error: Ignoring /</a:t>
            </a:r>
            <a:r>
              <a:rPr lang="en-US" sz="1000" dirty="0" err="1">
                <a:solidFill>
                  <a:srgbClr val="FF0000"/>
                </a:solidFill>
                <a:effectLst/>
                <a:latin typeface="Calibri" panose="020F0502020204030204" pitchFamily="34" charset="0"/>
              </a:rPr>
              <a:t>etc</a:t>
            </a:r>
            <a:r>
              <a:rPr lang="en-US" sz="1000" dirty="0">
                <a:solidFill>
                  <a:srgbClr val="FF0000"/>
                </a:solidFill>
                <a:effectLst/>
                <a:latin typeface="Calibri" panose="020F0502020204030204" pitchFamily="34" charset="0"/>
              </a:rPr>
              <a:t>/</a:t>
            </a:r>
            <a:r>
              <a:rPr lang="en-US" sz="1000" dirty="0" err="1">
                <a:solidFill>
                  <a:srgbClr val="FF0000"/>
                </a:solidFill>
                <a:effectLst/>
                <a:latin typeface="Calibri" panose="020F0502020204030204" pitchFamily="34" charset="0"/>
              </a:rPr>
              <a:t>logrotate.conf</a:t>
            </a:r>
            <a:r>
              <a:rPr lang="en-US" sz="1000" dirty="0">
                <a:solidFill>
                  <a:srgbClr val="FF0000"/>
                </a:solidFill>
                <a:effectLst/>
                <a:latin typeface="Calibri" panose="020F0502020204030204" pitchFamily="34" charset="0"/>
              </a:rPr>
              <a:t> because it is writable by group or others.</a:t>
            </a:r>
          </a:p>
          <a:p>
            <a:pPr marL="0" marR="0" indent="0">
              <a:spcBef>
                <a:spcPts val="0"/>
              </a:spcBef>
              <a:buNone/>
            </a:pPr>
            <a:r>
              <a:rPr lang="en-US" sz="1000" dirty="0">
                <a:solidFill>
                  <a:srgbClr val="0A0908"/>
                </a:solidFill>
                <a:effectLst/>
                <a:latin typeface="Calibri" panose="020F0502020204030204" pitchFamily="34" charset="0"/>
              </a:rPr>
              <a:t>[root@ncorsl16-ncs-workerbm-13 ~]#</a:t>
            </a:r>
          </a:p>
          <a:p>
            <a:pPr marL="0" marR="0" indent="0">
              <a:spcBef>
                <a:spcPts val="0"/>
              </a:spcBef>
              <a:buNone/>
            </a:pPr>
            <a:endParaRPr lang="en-US" sz="1000" dirty="0">
              <a:solidFill>
                <a:srgbClr val="0A0908"/>
              </a:solidFill>
              <a:latin typeface="Calibri" panose="020F0502020204030204" pitchFamily="34" charset="0"/>
            </a:endParaRPr>
          </a:p>
          <a:p>
            <a:pPr marL="0" indent="0">
              <a:spcBef>
                <a:spcPts val="0"/>
              </a:spcBef>
              <a:buNone/>
            </a:pPr>
            <a:r>
              <a:rPr lang="en-US" sz="1000" dirty="0">
                <a:solidFill>
                  <a:srgbClr val="0A0908"/>
                </a:solidFill>
                <a:effectLst/>
                <a:latin typeface="Calibri" panose="020F0502020204030204" pitchFamily="34" charset="0"/>
              </a:rPr>
              <a:t>[root@ncorsl16-ncs-workerbm-13 ~]# </a:t>
            </a:r>
            <a:r>
              <a:rPr lang="en-US" sz="1000" dirty="0">
                <a:solidFill>
                  <a:schemeClr val="accent1"/>
                </a:solidFill>
                <a:latin typeface="Calibri" panose="020F0502020204030204" pitchFamily="34" charset="0"/>
              </a:rPr>
              <a:t>ls -</a:t>
            </a:r>
            <a:r>
              <a:rPr lang="en-US" sz="1000" dirty="0" err="1">
                <a:solidFill>
                  <a:schemeClr val="accent1"/>
                </a:solidFill>
                <a:latin typeface="Calibri" panose="020F0502020204030204" pitchFamily="34" charset="0"/>
              </a:rPr>
              <a:t>lZ</a:t>
            </a:r>
            <a:r>
              <a:rPr lang="en-US" sz="1000" dirty="0">
                <a:solidFill>
                  <a:schemeClr val="accent1"/>
                </a:solidFill>
                <a:latin typeface="Calibri" panose="020F0502020204030204" pitchFamily="34" charset="0"/>
              </a:rPr>
              <a:t> /</a:t>
            </a:r>
            <a:r>
              <a:rPr lang="en-US" sz="1000" dirty="0" err="1">
                <a:solidFill>
                  <a:schemeClr val="accent1"/>
                </a:solidFill>
                <a:latin typeface="Calibri" panose="020F0502020204030204" pitchFamily="34" charset="0"/>
              </a:rPr>
              <a:t>etc</a:t>
            </a:r>
            <a:r>
              <a:rPr lang="en-US" sz="1000" dirty="0">
                <a:solidFill>
                  <a:schemeClr val="accent1"/>
                </a:solidFill>
                <a:latin typeface="Calibri" panose="020F0502020204030204" pitchFamily="34" charset="0"/>
              </a:rPr>
              <a:t>/</a:t>
            </a:r>
            <a:r>
              <a:rPr lang="en-US" sz="1000" dirty="0" err="1">
                <a:solidFill>
                  <a:schemeClr val="accent1"/>
                </a:solidFill>
                <a:latin typeface="Calibri" panose="020F0502020204030204" pitchFamily="34" charset="0"/>
              </a:rPr>
              <a:t>logrotate.conf</a:t>
            </a:r>
            <a:endParaRPr lang="en-US" sz="1000" dirty="0">
              <a:solidFill>
                <a:schemeClr val="accent1"/>
              </a:solidFill>
              <a:latin typeface="Calibri" panose="020F0502020204030204" pitchFamily="34" charset="0"/>
            </a:endParaRPr>
          </a:p>
          <a:p>
            <a:pPr marL="0" marR="0" indent="0">
              <a:spcBef>
                <a:spcPts val="0"/>
              </a:spcBef>
              <a:buNone/>
            </a:pPr>
            <a:r>
              <a:rPr lang="en-US" sz="1000" dirty="0">
                <a:solidFill>
                  <a:srgbClr val="0A0908"/>
                </a:solidFill>
                <a:effectLst/>
                <a:highlight>
                  <a:srgbClr val="FF0000"/>
                </a:highlight>
                <a:latin typeface="Calibri" panose="020F0502020204030204" pitchFamily="34" charset="0"/>
              </a:rPr>
              <a:t>-</a:t>
            </a:r>
            <a:r>
              <a:rPr lang="en-US" sz="1000" dirty="0" err="1">
                <a:solidFill>
                  <a:srgbClr val="0A0908"/>
                </a:solidFill>
                <a:effectLst/>
                <a:highlight>
                  <a:srgbClr val="FF0000"/>
                </a:highlight>
                <a:latin typeface="Calibri" panose="020F0502020204030204" pitchFamily="34" charset="0"/>
              </a:rPr>
              <a:t>rwxrwxrwx</a:t>
            </a:r>
            <a:r>
              <a:rPr lang="en-US" sz="1000" dirty="0">
                <a:solidFill>
                  <a:srgbClr val="0A0908"/>
                </a:solidFill>
                <a:effectLst/>
                <a:highlight>
                  <a:srgbClr val="FF0000"/>
                </a:highlight>
                <a:latin typeface="Calibri" panose="020F0502020204030204" pitchFamily="34" charset="0"/>
              </a:rPr>
              <a:t>. </a:t>
            </a:r>
            <a:r>
              <a:rPr lang="en-US" sz="1000" dirty="0">
                <a:solidFill>
                  <a:srgbClr val="0A0908"/>
                </a:solidFill>
                <a:effectLst/>
                <a:latin typeface="Calibri" panose="020F0502020204030204" pitchFamily="34" charset="0"/>
              </a:rPr>
              <a:t>1 root </a:t>
            </a:r>
            <a:r>
              <a:rPr lang="en-US" sz="1000" dirty="0" err="1">
                <a:solidFill>
                  <a:srgbClr val="0A0908"/>
                </a:solidFill>
                <a:effectLst/>
                <a:latin typeface="Calibri" panose="020F0502020204030204" pitchFamily="34" charset="0"/>
              </a:rPr>
              <a:t>root</a:t>
            </a:r>
            <a:r>
              <a:rPr lang="en-US" sz="1000" dirty="0">
                <a:solidFill>
                  <a:srgbClr val="0A0908"/>
                </a:solidFill>
                <a:effectLst/>
                <a:latin typeface="Calibri" panose="020F0502020204030204" pitchFamily="34" charset="0"/>
              </a:rPr>
              <a:t> system_u:object_r:etc_t:s0 661 Mar  9  2023 /</a:t>
            </a:r>
            <a:r>
              <a:rPr lang="en-US" sz="1000" dirty="0" err="1">
                <a:solidFill>
                  <a:srgbClr val="0A0908"/>
                </a:solidFill>
                <a:effectLst/>
                <a:latin typeface="Calibri" panose="020F0502020204030204" pitchFamily="34" charset="0"/>
              </a:rPr>
              <a:t>etc</a:t>
            </a:r>
            <a:r>
              <a:rPr lang="en-US" sz="1000" dirty="0">
                <a:solidFill>
                  <a:srgbClr val="0A0908"/>
                </a:solidFill>
                <a:effectLst/>
                <a:latin typeface="Calibri" panose="020F0502020204030204" pitchFamily="34" charset="0"/>
              </a:rPr>
              <a:t>/</a:t>
            </a:r>
            <a:r>
              <a:rPr lang="en-US" sz="1000" dirty="0" err="1">
                <a:solidFill>
                  <a:srgbClr val="0A0908"/>
                </a:solidFill>
                <a:effectLst/>
                <a:latin typeface="Calibri" panose="020F0502020204030204" pitchFamily="34" charset="0"/>
              </a:rPr>
              <a:t>logrotate.conf</a:t>
            </a:r>
            <a:endParaRPr lang="en-US" sz="1000" dirty="0">
              <a:solidFill>
                <a:srgbClr val="0A0908"/>
              </a:solidFill>
              <a:effectLst/>
              <a:latin typeface="Calibri" panose="020F0502020204030204" pitchFamily="34" charset="0"/>
            </a:endParaRPr>
          </a:p>
          <a:p>
            <a:pPr marL="0" marR="0" indent="0">
              <a:spcBef>
                <a:spcPts val="0"/>
              </a:spcBef>
              <a:buNone/>
            </a:pPr>
            <a:r>
              <a:rPr lang="en-US" sz="1000" dirty="0">
                <a:solidFill>
                  <a:srgbClr val="0A0908"/>
                </a:solidFill>
                <a:effectLst/>
                <a:latin typeface="Calibri" panose="020F0502020204030204" pitchFamily="34" charset="0"/>
              </a:rPr>
              <a:t>[root@ncorsl16-ncs-workerbm-13 ~]#</a:t>
            </a:r>
          </a:p>
          <a:p>
            <a:pPr marL="0" marR="0" indent="0">
              <a:spcBef>
                <a:spcPts val="0"/>
              </a:spcBef>
              <a:buNone/>
            </a:pPr>
            <a:r>
              <a:rPr lang="en-US" sz="1000" dirty="0">
                <a:solidFill>
                  <a:srgbClr val="0A0908"/>
                </a:solidFill>
                <a:effectLst/>
                <a:latin typeface="Calibri" panose="020F0502020204030204" pitchFamily="34" charset="0"/>
              </a:rPr>
              <a:t>[root@ncorsl16-ncs-workerbm-13 ~]# </a:t>
            </a:r>
            <a:r>
              <a:rPr lang="en-US" sz="1000" dirty="0" err="1">
                <a:solidFill>
                  <a:schemeClr val="accent1"/>
                </a:solidFill>
                <a:latin typeface="Calibri" panose="020F0502020204030204" pitchFamily="34" charset="0"/>
              </a:rPr>
              <a:t>chmod</a:t>
            </a:r>
            <a:r>
              <a:rPr lang="en-US" sz="1000" dirty="0">
                <a:solidFill>
                  <a:schemeClr val="accent1"/>
                </a:solidFill>
                <a:latin typeface="Calibri" panose="020F0502020204030204" pitchFamily="34" charset="0"/>
              </a:rPr>
              <a:t> 644 /</a:t>
            </a:r>
            <a:r>
              <a:rPr lang="en-US" sz="1000" dirty="0" err="1">
                <a:solidFill>
                  <a:schemeClr val="accent1"/>
                </a:solidFill>
                <a:latin typeface="Calibri" panose="020F0502020204030204" pitchFamily="34" charset="0"/>
              </a:rPr>
              <a:t>etc</a:t>
            </a:r>
            <a:r>
              <a:rPr lang="en-US" sz="1000" dirty="0">
                <a:solidFill>
                  <a:schemeClr val="accent1"/>
                </a:solidFill>
                <a:latin typeface="Calibri" panose="020F0502020204030204" pitchFamily="34" charset="0"/>
              </a:rPr>
              <a:t>/</a:t>
            </a:r>
            <a:r>
              <a:rPr lang="en-US" sz="1000" dirty="0" err="1">
                <a:solidFill>
                  <a:schemeClr val="accent1"/>
                </a:solidFill>
                <a:latin typeface="Calibri" panose="020F0502020204030204" pitchFamily="34" charset="0"/>
              </a:rPr>
              <a:t>logrotate.conf</a:t>
            </a:r>
            <a:endParaRPr lang="en-US" sz="1000" dirty="0">
              <a:solidFill>
                <a:schemeClr val="accent1"/>
              </a:solidFill>
              <a:latin typeface="Calibri" panose="020F0502020204030204" pitchFamily="34" charset="0"/>
            </a:endParaRPr>
          </a:p>
          <a:p>
            <a:pPr marL="0" marR="0" indent="0">
              <a:spcBef>
                <a:spcPts val="0"/>
              </a:spcBef>
              <a:buNone/>
            </a:pPr>
            <a:r>
              <a:rPr lang="en-US" sz="1000" dirty="0">
                <a:solidFill>
                  <a:srgbClr val="0A0908"/>
                </a:solidFill>
                <a:effectLst/>
                <a:latin typeface="Calibri" panose="020F0502020204030204" pitchFamily="34" charset="0"/>
              </a:rPr>
              <a:t>[root@ncorsl16-ncs-workerbm-13 ~]# </a:t>
            </a:r>
            <a:r>
              <a:rPr lang="en-US" sz="1000" dirty="0">
                <a:solidFill>
                  <a:schemeClr val="accent1"/>
                </a:solidFill>
                <a:latin typeface="Calibri" panose="020F0502020204030204" pitchFamily="34" charset="0"/>
              </a:rPr>
              <a:t>ls -</a:t>
            </a:r>
            <a:r>
              <a:rPr lang="en-US" sz="1000" dirty="0" err="1">
                <a:solidFill>
                  <a:schemeClr val="accent1"/>
                </a:solidFill>
                <a:latin typeface="Calibri" panose="020F0502020204030204" pitchFamily="34" charset="0"/>
              </a:rPr>
              <a:t>lZ</a:t>
            </a:r>
            <a:r>
              <a:rPr lang="en-US" sz="1000" dirty="0">
                <a:solidFill>
                  <a:schemeClr val="accent1"/>
                </a:solidFill>
                <a:latin typeface="Calibri" panose="020F0502020204030204" pitchFamily="34" charset="0"/>
              </a:rPr>
              <a:t> /</a:t>
            </a:r>
            <a:r>
              <a:rPr lang="en-US" sz="1000" dirty="0" err="1">
                <a:solidFill>
                  <a:schemeClr val="accent1"/>
                </a:solidFill>
                <a:latin typeface="Calibri" panose="020F0502020204030204" pitchFamily="34" charset="0"/>
              </a:rPr>
              <a:t>etc</a:t>
            </a:r>
            <a:r>
              <a:rPr lang="en-US" sz="1000" dirty="0">
                <a:solidFill>
                  <a:schemeClr val="accent1"/>
                </a:solidFill>
                <a:latin typeface="Calibri" panose="020F0502020204030204" pitchFamily="34" charset="0"/>
              </a:rPr>
              <a:t>/</a:t>
            </a:r>
            <a:r>
              <a:rPr lang="en-US" sz="1000" dirty="0" err="1">
                <a:solidFill>
                  <a:schemeClr val="accent1"/>
                </a:solidFill>
                <a:latin typeface="Calibri" panose="020F0502020204030204" pitchFamily="34" charset="0"/>
              </a:rPr>
              <a:t>logrotate.conf</a:t>
            </a:r>
            <a:endParaRPr lang="en-US" sz="1000" dirty="0">
              <a:solidFill>
                <a:schemeClr val="accent1"/>
              </a:solidFill>
              <a:latin typeface="Calibri" panose="020F0502020204030204" pitchFamily="34" charset="0"/>
            </a:endParaRPr>
          </a:p>
          <a:p>
            <a:pPr marL="0" marR="0" indent="0">
              <a:spcBef>
                <a:spcPts val="0"/>
              </a:spcBef>
              <a:buNone/>
            </a:pPr>
            <a:r>
              <a:rPr lang="en-US" sz="1000" dirty="0">
                <a:solidFill>
                  <a:srgbClr val="0A0908"/>
                </a:solidFill>
                <a:effectLst/>
                <a:highlight>
                  <a:srgbClr val="00FF00"/>
                </a:highlight>
                <a:latin typeface="Calibri" panose="020F0502020204030204" pitchFamily="34" charset="0"/>
              </a:rPr>
              <a:t>-</a:t>
            </a:r>
            <a:r>
              <a:rPr lang="en-US" sz="1000" dirty="0" err="1">
                <a:solidFill>
                  <a:srgbClr val="0A0908"/>
                </a:solidFill>
                <a:effectLst/>
                <a:highlight>
                  <a:srgbClr val="00FF00"/>
                </a:highlight>
                <a:latin typeface="Calibri" panose="020F0502020204030204" pitchFamily="34" charset="0"/>
              </a:rPr>
              <a:t>rw</a:t>
            </a:r>
            <a:r>
              <a:rPr lang="en-US" sz="1000" dirty="0">
                <a:solidFill>
                  <a:srgbClr val="0A0908"/>
                </a:solidFill>
                <a:effectLst/>
                <a:highlight>
                  <a:srgbClr val="00FF00"/>
                </a:highlight>
                <a:latin typeface="Calibri" panose="020F0502020204030204" pitchFamily="34" charset="0"/>
              </a:rPr>
              <a:t>-r--r--. </a:t>
            </a:r>
            <a:r>
              <a:rPr lang="en-US" sz="1000" dirty="0">
                <a:solidFill>
                  <a:srgbClr val="0A0908"/>
                </a:solidFill>
                <a:effectLst/>
                <a:latin typeface="Calibri" panose="020F0502020204030204" pitchFamily="34" charset="0"/>
              </a:rPr>
              <a:t>1 root </a:t>
            </a:r>
            <a:r>
              <a:rPr lang="en-US" sz="1000" dirty="0" err="1">
                <a:solidFill>
                  <a:srgbClr val="0A0908"/>
                </a:solidFill>
                <a:effectLst/>
                <a:latin typeface="Calibri" panose="020F0502020204030204" pitchFamily="34" charset="0"/>
              </a:rPr>
              <a:t>root</a:t>
            </a:r>
            <a:r>
              <a:rPr lang="en-US" sz="1000" dirty="0">
                <a:solidFill>
                  <a:srgbClr val="0A0908"/>
                </a:solidFill>
                <a:effectLst/>
                <a:latin typeface="Calibri" panose="020F0502020204030204" pitchFamily="34" charset="0"/>
              </a:rPr>
              <a:t> system_u:object_r:etc_t:s0 661 Mar  9  2023 /</a:t>
            </a:r>
            <a:r>
              <a:rPr lang="en-US" sz="1000" dirty="0" err="1">
                <a:solidFill>
                  <a:srgbClr val="0A0908"/>
                </a:solidFill>
                <a:effectLst/>
                <a:latin typeface="Calibri" panose="020F0502020204030204" pitchFamily="34" charset="0"/>
              </a:rPr>
              <a:t>etc</a:t>
            </a:r>
            <a:r>
              <a:rPr lang="en-US" sz="1000" dirty="0">
                <a:solidFill>
                  <a:srgbClr val="0A0908"/>
                </a:solidFill>
                <a:effectLst/>
                <a:latin typeface="Calibri" panose="020F0502020204030204" pitchFamily="34" charset="0"/>
              </a:rPr>
              <a:t>/</a:t>
            </a:r>
            <a:r>
              <a:rPr lang="en-US" sz="1000" dirty="0" err="1">
                <a:solidFill>
                  <a:srgbClr val="0A0908"/>
                </a:solidFill>
                <a:effectLst/>
                <a:latin typeface="Calibri" panose="020F0502020204030204" pitchFamily="34" charset="0"/>
              </a:rPr>
              <a:t>logrotate.conf</a:t>
            </a:r>
            <a:endParaRPr lang="en-US" sz="1000" dirty="0">
              <a:solidFill>
                <a:srgbClr val="0A0908"/>
              </a:solidFill>
              <a:effectLst/>
              <a:latin typeface="Calibri" panose="020F0502020204030204" pitchFamily="34" charset="0"/>
            </a:endParaRPr>
          </a:p>
          <a:p>
            <a:pPr marL="0" marR="0" indent="0">
              <a:spcBef>
                <a:spcPts val="0"/>
              </a:spcBef>
              <a:buNone/>
            </a:pPr>
            <a:r>
              <a:rPr lang="en-US" sz="1000" dirty="0">
                <a:solidFill>
                  <a:srgbClr val="0A0908"/>
                </a:solidFill>
                <a:effectLst/>
                <a:latin typeface="Calibri" panose="020F0502020204030204" pitchFamily="34" charset="0"/>
              </a:rPr>
              <a:t>[root@ncorsl16-ncs-workerbm-13 ~]#</a:t>
            </a:r>
          </a:p>
          <a:p>
            <a:pPr marL="0" indent="0">
              <a:spcBef>
                <a:spcPts val="0"/>
              </a:spcBef>
              <a:buNone/>
            </a:pPr>
            <a:endParaRPr lang="en-US" sz="1000" dirty="0">
              <a:solidFill>
                <a:srgbClr val="0A0908"/>
              </a:solidFill>
              <a:latin typeface="Calibri" panose="020F0502020204030204" pitchFamily="34" charset="0"/>
            </a:endParaRPr>
          </a:p>
          <a:p>
            <a:pPr lvl="1">
              <a:spcBef>
                <a:spcPts val="0"/>
              </a:spcBef>
            </a:pPr>
            <a:endParaRPr lang="en-US" sz="1000" dirty="0">
              <a:solidFill>
                <a:srgbClr val="0A090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7273604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63D122-7AEB-0E1B-F760-7EA4B99FC347}"/>
            </a:ext>
          </a:extLst>
        </p:cNvPr>
        <p:cNvGrpSpPr/>
        <p:nvPr/>
      </p:nvGrpSpPr>
      <p:grpSpPr>
        <a:xfrm>
          <a:off x="0" y="0"/>
          <a:ext cx="0" cy="0"/>
          <a:chOff x="0" y="0"/>
          <a:chExt cx="0" cy="0"/>
        </a:xfrm>
      </p:grpSpPr>
      <p:sp>
        <p:nvSpPr>
          <p:cNvPr id="10" name="Text Placeholder 9">
            <a:extLst>
              <a:ext uri="{FF2B5EF4-FFF2-40B4-BE49-F238E27FC236}">
                <a16:creationId xmlns:a16="http://schemas.microsoft.com/office/drawing/2014/main" id="{94EDCAFE-1C4C-DBBE-A70F-4D130AA60067}"/>
              </a:ext>
            </a:extLst>
          </p:cNvPr>
          <p:cNvSpPr>
            <a:spLocks noGrp="1"/>
          </p:cNvSpPr>
          <p:nvPr>
            <p:ph type="body" sz="quarter" idx="12"/>
          </p:nvPr>
        </p:nvSpPr>
        <p:spPr>
          <a:xfrm>
            <a:off x="330518" y="162545"/>
            <a:ext cx="8312742" cy="423864"/>
          </a:xfrm>
        </p:spPr>
        <p:txBody>
          <a:bodyPr/>
          <a:lstStyle/>
          <a:p>
            <a:r>
              <a:rPr lang="en-GB" b="1" dirty="0">
                <a:solidFill>
                  <a:schemeClr val="tx2">
                    <a:lumMod val="75000"/>
                    <a:lumOff val="25000"/>
                  </a:schemeClr>
                </a:solidFill>
                <a:latin typeface="+mj-lt"/>
              </a:rPr>
              <a:t>Issue-2: Prepare step failure in Pre-Upgrade verification step</a:t>
            </a:r>
            <a:endParaRPr lang="en-US" b="1" dirty="0">
              <a:solidFill>
                <a:schemeClr val="tx2">
                  <a:lumMod val="75000"/>
                  <a:lumOff val="25000"/>
                </a:schemeClr>
              </a:solidFill>
              <a:latin typeface="+mj-lt"/>
            </a:endParaRPr>
          </a:p>
        </p:txBody>
      </p:sp>
      <p:sp>
        <p:nvSpPr>
          <p:cNvPr id="4" name="Footer Placeholder 3">
            <a:extLst>
              <a:ext uri="{FF2B5EF4-FFF2-40B4-BE49-F238E27FC236}">
                <a16:creationId xmlns:a16="http://schemas.microsoft.com/office/drawing/2014/main" id="{88277C2B-AD55-C9C8-13D6-79FAA3BBDED9}"/>
              </a:ext>
            </a:extLst>
          </p:cNvPr>
          <p:cNvSpPr>
            <a:spLocks noGrp="1"/>
          </p:cNvSpPr>
          <p:nvPr>
            <p:ph type="ftr" sz="quarter" idx="3"/>
          </p:nvPr>
        </p:nvSpPr>
        <p:spPr/>
        <p:txBody>
          <a:bodyPr/>
          <a:lstStyle/>
          <a:p>
            <a:r>
              <a:rPr lang="en-US" dirty="0"/>
              <a:t>Nokia Internal</a:t>
            </a:r>
          </a:p>
        </p:txBody>
      </p:sp>
      <p:sp>
        <p:nvSpPr>
          <p:cNvPr id="2" name="Text Placeholder 7">
            <a:extLst>
              <a:ext uri="{FF2B5EF4-FFF2-40B4-BE49-F238E27FC236}">
                <a16:creationId xmlns:a16="http://schemas.microsoft.com/office/drawing/2014/main" id="{80F42D59-C7DC-5E59-7888-4B7DB27D8AB6}"/>
              </a:ext>
            </a:extLst>
          </p:cNvPr>
          <p:cNvSpPr txBox="1">
            <a:spLocks/>
          </p:cNvSpPr>
          <p:nvPr/>
        </p:nvSpPr>
        <p:spPr>
          <a:xfrm>
            <a:off x="261840" y="612271"/>
            <a:ext cx="8245540" cy="4171443"/>
          </a:xfrm>
          <a:prstGeom prst="rect">
            <a:avLst/>
          </a:prstGeom>
        </p:spPr>
        <p:txBody>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en-US" sz="1200" b="1" dirty="0">
                <a:solidFill>
                  <a:srgbClr val="0A0908"/>
                </a:solidFill>
                <a:latin typeface="Calibri" panose="020F0502020204030204" pitchFamily="34" charset="0"/>
                <a:cs typeface="Calibri" panose="020F0502020204030204" pitchFamily="34" charset="0"/>
              </a:rPr>
              <a:t>Error:-</a:t>
            </a:r>
          </a:p>
          <a:p>
            <a:pPr marL="0" indent="0">
              <a:buNone/>
            </a:pPr>
            <a:r>
              <a:rPr lang="en-US" sz="1000" dirty="0">
                <a:solidFill>
                  <a:srgbClr val="0A0908"/>
                </a:solidFill>
                <a:latin typeface="Calibri" panose="020F0502020204030204" pitchFamily="34" charset="0"/>
                <a:cs typeface="Calibri" panose="020F0502020204030204" pitchFamily="34" charset="0"/>
              </a:rPr>
              <a:t>2025-02-17 08:01:40,649 [</a:t>
            </a:r>
            <a:r>
              <a:rPr lang="en-US" sz="1000" dirty="0" err="1">
                <a:solidFill>
                  <a:srgbClr val="0A0908"/>
                </a:solidFill>
                <a:latin typeface="Calibri" panose="020F0502020204030204" pitchFamily="34" charset="0"/>
                <a:cs typeface="Calibri" panose="020F0502020204030204" pitchFamily="34" charset="0"/>
              </a:rPr>
              <a:t>ncs_verify_setup</a:t>
            </a:r>
            <a:r>
              <a:rPr lang="en-US" sz="1000" dirty="0">
                <a:solidFill>
                  <a:srgbClr val="0A0908"/>
                </a:solidFill>
                <a:latin typeface="Calibri" panose="020F0502020204030204" pitchFamily="34" charset="0"/>
                <a:cs typeface="Calibri" panose="020F0502020204030204" pitchFamily="34" charset="0"/>
              </a:rPr>
              <a:t>    ] [INFO    ]     Failed on </a:t>
            </a:r>
            <a:r>
              <a:rPr lang="en-US" sz="1000" dirty="0" err="1">
                <a:solidFill>
                  <a:srgbClr val="0A0908"/>
                </a:solidFill>
                <a:latin typeface="Calibri" panose="020F0502020204030204" pitchFamily="34" charset="0"/>
                <a:cs typeface="Calibri" panose="020F0502020204030204" pitchFamily="34" charset="0"/>
              </a:rPr>
              <a:t>check_cbis_manager_functioning</a:t>
            </a:r>
            <a:r>
              <a:rPr lang="en-US" sz="1000" dirty="0">
                <a:solidFill>
                  <a:srgbClr val="0A0908"/>
                </a:solidFill>
                <a:latin typeface="Calibri" panose="020F0502020204030204" pitchFamily="34" charset="0"/>
                <a:cs typeface="Calibri" panose="020F0502020204030204" pitchFamily="34" charset="0"/>
              </a:rPr>
              <a:t> script on </a:t>
            </a:r>
            <a:r>
              <a:rPr lang="en-US" sz="1000" dirty="0" err="1">
                <a:solidFill>
                  <a:srgbClr val="0A0908"/>
                </a:solidFill>
                <a:latin typeface="Calibri" panose="020F0502020204030204" pitchFamily="34" charset="0"/>
                <a:cs typeface="Calibri" panose="020F0502020204030204" pitchFamily="34" charset="0"/>
              </a:rPr>
              <a:t>CbisException</a:t>
            </a:r>
            <a:r>
              <a:rPr lang="en-US" sz="1000" dirty="0">
                <a:solidFill>
                  <a:srgbClr val="0A0908"/>
                </a:solidFill>
                <a:latin typeface="Calibri" panose="020F0502020204030204" pitchFamily="34" charset="0"/>
                <a:cs typeface="Calibri" panose="020F0502020204030204" pitchFamily="34" charset="0"/>
              </a:rPr>
              <a:t>: error occurred during command:</a:t>
            </a:r>
          </a:p>
          <a:p>
            <a:pPr marL="0" indent="0">
              <a:buNone/>
            </a:pPr>
            <a:r>
              <a:rPr lang="en-US" sz="1000" dirty="0">
                <a:solidFill>
                  <a:srgbClr val="0A0908"/>
                </a:solidFill>
                <a:latin typeface="Calibri" panose="020F0502020204030204" pitchFamily="34" charset="0"/>
                <a:cs typeface="Calibri" panose="020F0502020204030204" pitchFamily="34" charset="0"/>
              </a:rPr>
              <a:t>2025-02-17 08:01:40,649 [</a:t>
            </a:r>
            <a:r>
              <a:rPr lang="en-US" sz="1000" dirty="0" err="1">
                <a:solidFill>
                  <a:srgbClr val="0A0908"/>
                </a:solidFill>
                <a:latin typeface="Calibri" panose="020F0502020204030204" pitchFamily="34" charset="0"/>
                <a:cs typeface="Calibri" panose="020F0502020204030204" pitchFamily="34" charset="0"/>
              </a:rPr>
              <a:t>ncs_verify_setup</a:t>
            </a:r>
            <a:r>
              <a:rPr lang="en-US" sz="1000" dirty="0">
                <a:solidFill>
                  <a:srgbClr val="0A0908"/>
                </a:solidFill>
                <a:latin typeface="Calibri" panose="020F0502020204030204" pitchFamily="34" charset="0"/>
                <a:cs typeface="Calibri" panose="020F0502020204030204" pitchFamily="34" charset="0"/>
              </a:rPr>
              <a:t>    ] [INFO    ]     </a:t>
            </a:r>
            <a:r>
              <a:rPr lang="en-US" sz="1000" dirty="0" err="1">
                <a:solidFill>
                  <a:srgbClr val="0A0908"/>
                </a:solidFill>
                <a:latin typeface="Calibri" panose="020F0502020204030204" pitchFamily="34" charset="0"/>
                <a:cs typeface="Calibri" panose="020F0502020204030204" pitchFamily="34" charset="0"/>
              </a:rPr>
              <a:t>sudo</a:t>
            </a:r>
            <a:r>
              <a:rPr lang="en-US" sz="1000" dirty="0">
                <a:solidFill>
                  <a:srgbClr val="0A0908"/>
                </a:solidFill>
                <a:latin typeface="Calibri" panose="020F0502020204030204" pitchFamily="34" charset="0"/>
                <a:cs typeface="Calibri" panose="020F0502020204030204" pitchFamily="34" charset="0"/>
              </a:rPr>
              <a:t> /root/cbis/check_cbis_manager_functioning.py </a:t>
            </a:r>
          </a:p>
          <a:p>
            <a:pPr marL="0" indent="0">
              <a:buNone/>
            </a:pPr>
            <a:r>
              <a:rPr lang="en-US" sz="1000" dirty="0">
                <a:solidFill>
                  <a:srgbClr val="0A0908"/>
                </a:solidFill>
                <a:latin typeface="Calibri" panose="020F0502020204030204" pitchFamily="34" charset="0"/>
                <a:cs typeface="Calibri" panose="020F0502020204030204" pitchFamily="34" charset="0"/>
              </a:rPr>
              <a:t>2025-02-17 08:01:40,649 [</a:t>
            </a:r>
            <a:r>
              <a:rPr lang="en-US" sz="1000" dirty="0" err="1">
                <a:solidFill>
                  <a:srgbClr val="0A0908"/>
                </a:solidFill>
                <a:latin typeface="Calibri" panose="020F0502020204030204" pitchFamily="34" charset="0"/>
                <a:cs typeface="Calibri" panose="020F0502020204030204" pitchFamily="34" charset="0"/>
              </a:rPr>
              <a:t>ncs_verify_setup</a:t>
            </a:r>
            <a:r>
              <a:rPr lang="en-US" sz="1000" dirty="0">
                <a:solidFill>
                  <a:srgbClr val="0A0908"/>
                </a:solidFill>
                <a:latin typeface="Calibri" panose="020F0502020204030204" pitchFamily="34" charset="0"/>
                <a:cs typeface="Calibri" panose="020F0502020204030204" pitchFamily="34" charset="0"/>
              </a:rPr>
              <a:t>    ] [INFO    ]     error:</a:t>
            </a:r>
          </a:p>
          <a:p>
            <a:pPr marL="0" indent="0">
              <a:buNone/>
            </a:pPr>
            <a:endParaRPr lang="en-US" sz="1100" dirty="0">
              <a:solidFill>
                <a:srgbClr val="0A0908"/>
              </a:solidFill>
              <a:latin typeface="Calibri" panose="020F0502020204030204" pitchFamily="34" charset="0"/>
              <a:cs typeface="Calibri" panose="020F0502020204030204" pitchFamily="34" charset="0"/>
            </a:endParaRPr>
          </a:p>
          <a:p>
            <a:pPr marL="0" indent="0">
              <a:spcBef>
                <a:spcPts val="0"/>
              </a:spcBef>
              <a:buNone/>
            </a:pPr>
            <a:r>
              <a:rPr lang="en-US" sz="1200" b="1" dirty="0">
                <a:solidFill>
                  <a:srgbClr val="0A0908"/>
                </a:solidFill>
                <a:latin typeface="Calibri" panose="020F0502020204030204" pitchFamily="34" charset="0"/>
                <a:cs typeface="Calibri" panose="020F0502020204030204" pitchFamily="34" charset="0"/>
              </a:rPr>
              <a:t>Solution:-</a:t>
            </a:r>
          </a:p>
          <a:p>
            <a:pPr marL="0" marR="0" indent="0">
              <a:spcBef>
                <a:spcPts val="0"/>
              </a:spcBef>
              <a:buNone/>
            </a:pPr>
            <a:endParaRPr lang="en-US" sz="1100" dirty="0">
              <a:solidFill>
                <a:srgbClr val="0A0908"/>
              </a:solidFill>
              <a:effectLst/>
              <a:latin typeface="Calibri" panose="020F0502020204030204" pitchFamily="34" charset="0"/>
            </a:endParaRPr>
          </a:p>
          <a:p>
            <a:pPr marL="0" marR="0" indent="0">
              <a:spcBef>
                <a:spcPts val="0"/>
              </a:spcBef>
              <a:buNone/>
            </a:pPr>
            <a:r>
              <a:rPr lang="en-US" sz="1000" dirty="0">
                <a:solidFill>
                  <a:srgbClr val="0A0908"/>
                </a:solidFill>
                <a:latin typeface="Calibri" panose="020F0502020204030204" pitchFamily="34" charset="0"/>
              </a:rPr>
              <a:t>The api.log size in /var/log/</a:t>
            </a:r>
            <a:r>
              <a:rPr lang="en-US" sz="1000" dirty="0" err="1">
                <a:solidFill>
                  <a:srgbClr val="0A0908"/>
                </a:solidFill>
                <a:latin typeface="Calibri" panose="020F0502020204030204" pitchFamily="34" charset="0"/>
              </a:rPr>
              <a:t>cbis</a:t>
            </a:r>
            <a:r>
              <a:rPr lang="en-US" sz="1000" dirty="0">
                <a:solidFill>
                  <a:srgbClr val="0A0908"/>
                </a:solidFill>
                <a:latin typeface="Calibri" panose="020F0502020204030204" pitchFamily="34" charset="0"/>
              </a:rPr>
              <a:t>/ is large in monitoring node, need to empty the api.log file as WA.</a:t>
            </a:r>
          </a:p>
          <a:p>
            <a:pPr marL="0" marR="0" indent="0">
              <a:spcBef>
                <a:spcPts val="0"/>
              </a:spcBef>
              <a:buNone/>
            </a:pPr>
            <a:endParaRPr lang="en-US" sz="1000" dirty="0">
              <a:solidFill>
                <a:srgbClr val="0A0908"/>
              </a:solidFill>
              <a:effectLst/>
              <a:latin typeface="Calibri" panose="020F0502020204030204" pitchFamily="34" charset="0"/>
            </a:endParaRPr>
          </a:p>
          <a:p>
            <a:pPr marL="0" marR="0" indent="0">
              <a:spcBef>
                <a:spcPts val="0"/>
              </a:spcBef>
              <a:buNone/>
            </a:pPr>
            <a:r>
              <a:rPr lang="en-US" sz="1000" dirty="0">
                <a:solidFill>
                  <a:srgbClr val="0A0908"/>
                </a:solidFill>
                <a:effectLst/>
                <a:latin typeface="Calibri" panose="020F0502020204030204" pitchFamily="34" charset="0"/>
              </a:rPr>
              <a:t>[cbis-admin@ncorsl16-centralsite-centralsitemanager-0 </a:t>
            </a:r>
            <a:r>
              <a:rPr lang="en-US" sz="1000" dirty="0" err="1">
                <a:solidFill>
                  <a:srgbClr val="0A0908"/>
                </a:solidFill>
                <a:effectLst/>
                <a:latin typeface="Calibri" panose="020F0502020204030204" pitchFamily="34" charset="0"/>
              </a:rPr>
              <a:t>cbis</a:t>
            </a:r>
            <a:r>
              <a:rPr lang="en-US" sz="1000" dirty="0">
                <a:solidFill>
                  <a:srgbClr val="0A0908"/>
                </a:solidFill>
                <a:effectLst/>
                <a:latin typeface="Calibri" panose="020F0502020204030204" pitchFamily="34" charset="0"/>
              </a:rPr>
              <a:t> (Active)]$ </a:t>
            </a:r>
            <a:r>
              <a:rPr lang="en-US" sz="1000" dirty="0">
                <a:solidFill>
                  <a:schemeClr val="accent1"/>
                </a:solidFill>
                <a:latin typeface="Calibri" panose="020F0502020204030204" pitchFamily="34" charset="0"/>
              </a:rPr>
              <a:t>du -</a:t>
            </a:r>
            <a:r>
              <a:rPr lang="en-US" sz="1000" dirty="0" err="1">
                <a:solidFill>
                  <a:schemeClr val="accent1"/>
                </a:solidFill>
                <a:latin typeface="Calibri" panose="020F0502020204030204" pitchFamily="34" charset="0"/>
              </a:rPr>
              <a:t>kh</a:t>
            </a:r>
            <a:r>
              <a:rPr lang="en-US" sz="1000" dirty="0">
                <a:solidFill>
                  <a:schemeClr val="accent1"/>
                </a:solidFill>
                <a:latin typeface="Calibri" panose="020F0502020204030204" pitchFamily="34" charset="0"/>
              </a:rPr>
              <a:t> api.log</a:t>
            </a:r>
          </a:p>
          <a:p>
            <a:pPr marL="0" marR="0" indent="0">
              <a:spcBef>
                <a:spcPts val="0"/>
              </a:spcBef>
              <a:buNone/>
            </a:pPr>
            <a:r>
              <a:rPr lang="en-US" sz="1000" dirty="0">
                <a:solidFill>
                  <a:srgbClr val="0A0908"/>
                </a:solidFill>
                <a:effectLst/>
                <a:highlight>
                  <a:srgbClr val="FF0000"/>
                </a:highlight>
                <a:latin typeface="Calibri" panose="020F0502020204030204" pitchFamily="34" charset="0"/>
              </a:rPr>
              <a:t>4.7G    api.log</a:t>
            </a:r>
          </a:p>
          <a:p>
            <a:pPr marL="0" marR="0" indent="0">
              <a:spcBef>
                <a:spcPts val="0"/>
              </a:spcBef>
              <a:buNone/>
            </a:pPr>
            <a:r>
              <a:rPr lang="en-US" sz="1000" dirty="0">
                <a:solidFill>
                  <a:srgbClr val="0A0908"/>
                </a:solidFill>
                <a:effectLst/>
                <a:latin typeface="Calibri" panose="020F0502020204030204" pitchFamily="34" charset="0"/>
              </a:rPr>
              <a:t>[cbis-admin@ncorsl16-centralsite-centralsitemanager-0 </a:t>
            </a:r>
            <a:r>
              <a:rPr lang="en-US" sz="1000" dirty="0" err="1">
                <a:solidFill>
                  <a:srgbClr val="0A0908"/>
                </a:solidFill>
                <a:effectLst/>
                <a:latin typeface="Calibri" panose="020F0502020204030204" pitchFamily="34" charset="0"/>
              </a:rPr>
              <a:t>cbis</a:t>
            </a:r>
            <a:r>
              <a:rPr lang="en-US" sz="1000" dirty="0">
                <a:solidFill>
                  <a:srgbClr val="0A0908"/>
                </a:solidFill>
                <a:effectLst/>
                <a:latin typeface="Calibri" panose="020F0502020204030204" pitchFamily="34" charset="0"/>
              </a:rPr>
              <a:t> (Active)]$ </a:t>
            </a:r>
            <a:r>
              <a:rPr lang="en-US" sz="1000" dirty="0">
                <a:solidFill>
                  <a:schemeClr val="accent1"/>
                </a:solidFill>
                <a:latin typeface="Calibri" panose="020F0502020204030204" pitchFamily="34" charset="0"/>
              </a:rPr>
              <a:t>&gt;api.log</a:t>
            </a:r>
          </a:p>
          <a:p>
            <a:pPr marL="0" marR="0" indent="0">
              <a:spcBef>
                <a:spcPts val="0"/>
              </a:spcBef>
              <a:buNone/>
            </a:pPr>
            <a:r>
              <a:rPr lang="en-US" sz="1000" dirty="0">
                <a:solidFill>
                  <a:srgbClr val="0A0908"/>
                </a:solidFill>
                <a:effectLst/>
                <a:latin typeface="Calibri" panose="020F0502020204030204" pitchFamily="34" charset="0"/>
              </a:rPr>
              <a:t>[cbis-admin@ncorsl16-centralsite-centralsitemanager-0 </a:t>
            </a:r>
            <a:r>
              <a:rPr lang="en-US" sz="1000" dirty="0" err="1">
                <a:solidFill>
                  <a:srgbClr val="0A0908"/>
                </a:solidFill>
                <a:effectLst/>
                <a:latin typeface="Calibri" panose="020F0502020204030204" pitchFamily="34" charset="0"/>
              </a:rPr>
              <a:t>cbis</a:t>
            </a:r>
            <a:r>
              <a:rPr lang="en-US" sz="1000" dirty="0">
                <a:solidFill>
                  <a:srgbClr val="0A0908"/>
                </a:solidFill>
                <a:effectLst/>
                <a:latin typeface="Calibri" panose="020F0502020204030204" pitchFamily="34" charset="0"/>
              </a:rPr>
              <a:t> (Active)]$ </a:t>
            </a:r>
            <a:r>
              <a:rPr lang="en-US" sz="1000" dirty="0">
                <a:solidFill>
                  <a:schemeClr val="accent1"/>
                </a:solidFill>
                <a:latin typeface="Calibri" panose="020F0502020204030204" pitchFamily="34" charset="0"/>
              </a:rPr>
              <a:t>du -</a:t>
            </a:r>
            <a:r>
              <a:rPr lang="en-US" sz="1000" dirty="0" err="1">
                <a:solidFill>
                  <a:schemeClr val="accent1"/>
                </a:solidFill>
                <a:latin typeface="Calibri" panose="020F0502020204030204" pitchFamily="34" charset="0"/>
              </a:rPr>
              <a:t>kh</a:t>
            </a:r>
            <a:r>
              <a:rPr lang="en-US" sz="1000" dirty="0">
                <a:solidFill>
                  <a:schemeClr val="accent1"/>
                </a:solidFill>
                <a:latin typeface="Calibri" panose="020F0502020204030204" pitchFamily="34" charset="0"/>
              </a:rPr>
              <a:t> api.log</a:t>
            </a:r>
          </a:p>
          <a:p>
            <a:pPr marL="0" marR="0" indent="0">
              <a:spcBef>
                <a:spcPts val="0"/>
              </a:spcBef>
              <a:buNone/>
            </a:pPr>
            <a:r>
              <a:rPr lang="en-US" sz="1000" dirty="0">
                <a:solidFill>
                  <a:srgbClr val="0A0908"/>
                </a:solidFill>
                <a:effectLst/>
                <a:highlight>
                  <a:srgbClr val="00FF00"/>
                </a:highlight>
                <a:latin typeface="Calibri" panose="020F0502020204030204" pitchFamily="34" charset="0"/>
              </a:rPr>
              <a:t>0       api.log</a:t>
            </a:r>
          </a:p>
          <a:p>
            <a:pPr marL="0" marR="0" indent="0">
              <a:spcBef>
                <a:spcPts val="0"/>
              </a:spcBef>
              <a:buNone/>
            </a:pPr>
            <a:r>
              <a:rPr lang="en-US" sz="1000" dirty="0">
                <a:solidFill>
                  <a:srgbClr val="0A0908"/>
                </a:solidFill>
                <a:effectLst/>
                <a:latin typeface="Calibri" panose="020F0502020204030204" pitchFamily="34" charset="0"/>
              </a:rPr>
              <a:t>[cbis-admin@ncorsl16-centralsite-centralsitemanager-0 </a:t>
            </a:r>
            <a:r>
              <a:rPr lang="en-US" sz="1000" dirty="0" err="1">
                <a:solidFill>
                  <a:srgbClr val="0A0908"/>
                </a:solidFill>
                <a:effectLst/>
                <a:latin typeface="Calibri" panose="020F0502020204030204" pitchFamily="34" charset="0"/>
              </a:rPr>
              <a:t>cbis</a:t>
            </a:r>
            <a:r>
              <a:rPr lang="en-US" sz="1000" dirty="0">
                <a:solidFill>
                  <a:srgbClr val="0A0908"/>
                </a:solidFill>
                <a:effectLst/>
                <a:latin typeface="Calibri" panose="020F0502020204030204" pitchFamily="34" charset="0"/>
              </a:rPr>
              <a:t> (Active)]$ </a:t>
            </a:r>
            <a:r>
              <a:rPr lang="en-US" sz="1000" dirty="0">
                <a:solidFill>
                  <a:schemeClr val="accent1"/>
                </a:solidFill>
                <a:latin typeface="Calibri" panose="020F0502020204030204" pitchFamily="34" charset="0"/>
              </a:rPr>
              <a:t>ls -</a:t>
            </a:r>
            <a:r>
              <a:rPr lang="en-US" sz="1000" dirty="0" err="1">
                <a:solidFill>
                  <a:schemeClr val="accent1"/>
                </a:solidFill>
                <a:latin typeface="Calibri" panose="020F0502020204030204" pitchFamily="34" charset="0"/>
              </a:rPr>
              <a:t>lrt</a:t>
            </a:r>
            <a:r>
              <a:rPr lang="en-US" sz="1000" dirty="0">
                <a:solidFill>
                  <a:schemeClr val="accent1"/>
                </a:solidFill>
                <a:latin typeface="Calibri" panose="020F0502020204030204" pitchFamily="34" charset="0"/>
              </a:rPr>
              <a:t> | grep </a:t>
            </a:r>
            <a:r>
              <a:rPr lang="en-US" sz="1000" dirty="0" err="1">
                <a:solidFill>
                  <a:schemeClr val="accent1"/>
                </a:solidFill>
                <a:latin typeface="Calibri" panose="020F0502020204030204" pitchFamily="34" charset="0"/>
              </a:rPr>
              <a:t>api</a:t>
            </a:r>
            <a:endParaRPr lang="en-US" sz="1000" dirty="0">
              <a:solidFill>
                <a:schemeClr val="accent1"/>
              </a:solidFill>
              <a:latin typeface="Calibri" panose="020F0502020204030204" pitchFamily="34" charset="0"/>
            </a:endParaRPr>
          </a:p>
          <a:p>
            <a:pPr marL="0" marR="0" indent="0">
              <a:spcBef>
                <a:spcPts val="0"/>
              </a:spcBef>
              <a:buNone/>
            </a:pPr>
            <a:r>
              <a:rPr lang="en-US" sz="1000" dirty="0">
                <a:solidFill>
                  <a:srgbClr val="0A0908"/>
                </a:solidFill>
                <a:effectLst/>
                <a:latin typeface="Calibri" panose="020F0502020204030204" pitchFamily="34" charset="0"/>
              </a:rPr>
              <a:t>-</a:t>
            </a:r>
            <a:r>
              <a:rPr lang="en-US" sz="1000" dirty="0" err="1">
                <a:solidFill>
                  <a:srgbClr val="0A0908"/>
                </a:solidFill>
                <a:effectLst/>
                <a:latin typeface="Calibri" panose="020F0502020204030204" pitchFamily="34" charset="0"/>
              </a:rPr>
              <a:t>rwxr</a:t>
            </a:r>
            <a:r>
              <a:rPr lang="en-US" sz="1000" dirty="0">
                <a:solidFill>
                  <a:srgbClr val="0A0908"/>
                </a:solidFill>
                <a:effectLst/>
                <a:latin typeface="Calibri" panose="020F0502020204030204" pitchFamily="34" charset="0"/>
              </a:rPr>
              <a:t>-</a:t>
            </a:r>
            <a:r>
              <a:rPr lang="en-US" sz="1000" dirty="0" err="1">
                <a:solidFill>
                  <a:srgbClr val="0A0908"/>
                </a:solidFill>
                <a:effectLst/>
                <a:latin typeface="Calibri" panose="020F0502020204030204" pitchFamily="34" charset="0"/>
              </a:rPr>
              <a:t>xr</a:t>
            </a:r>
            <a:r>
              <a:rPr lang="en-US" sz="1000" dirty="0">
                <a:solidFill>
                  <a:srgbClr val="0A0908"/>
                </a:solidFill>
                <a:effectLst/>
                <a:latin typeface="Calibri" panose="020F0502020204030204" pitchFamily="34" charset="0"/>
              </a:rPr>
              <a:t>-x. 1 </a:t>
            </a:r>
            <a:r>
              <a:rPr lang="en-US" sz="1000" dirty="0" err="1">
                <a:solidFill>
                  <a:srgbClr val="0A0908"/>
                </a:solidFill>
                <a:effectLst/>
                <a:latin typeface="Calibri" panose="020F0502020204030204" pitchFamily="34" charset="0"/>
              </a:rPr>
              <a:t>cbis</a:t>
            </a:r>
            <a:r>
              <a:rPr lang="en-US" sz="1000" dirty="0">
                <a:solidFill>
                  <a:srgbClr val="0A0908"/>
                </a:solidFill>
                <a:effectLst/>
                <a:latin typeface="Calibri" panose="020F0502020204030204" pitchFamily="34" charset="0"/>
              </a:rPr>
              <a:t>-admin </a:t>
            </a:r>
            <a:r>
              <a:rPr lang="en-US" sz="1000" dirty="0" err="1">
                <a:solidFill>
                  <a:srgbClr val="0A0908"/>
                </a:solidFill>
                <a:effectLst/>
                <a:latin typeface="Calibri" panose="020F0502020204030204" pitchFamily="34" charset="0"/>
              </a:rPr>
              <a:t>cbis</a:t>
            </a:r>
            <a:r>
              <a:rPr lang="en-US" sz="1000" dirty="0">
                <a:solidFill>
                  <a:srgbClr val="0A0908"/>
                </a:solidFill>
                <a:effectLst/>
                <a:latin typeface="Calibri" panose="020F0502020204030204" pitchFamily="34" charset="0"/>
              </a:rPr>
              <a:t>-admin  857468005 Apr 21  2023 api.log.2023-04-21T08:43:42.317106</a:t>
            </a:r>
          </a:p>
          <a:p>
            <a:pPr marL="0" marR="0" indent="0">
              <a:spcBef>
                <a:spcPts val="0"/>
              </a:spcBef>
              <a:buNone/>
            </a:pPr>
            <a:r>
              <a:rPr lang="en-US" sz="1000" dirty="0">
                <a:solidFill>
                  <a:srgbClr val="0A0908"/>
                </a:solidFill>
                <a:effectLst/>
                <a:latin typeface="Calibri" panose="020F0502020204030204" pitchFamily="34" charset="0"/>
              </a:rPr>
              <a:t>-</a:t>
            </a:r>
            <a:r>
              <a:rPr lang="en-US" sz="1000" dirty="0" err="1">
                <a:solidFill>
                  <a:srgbClr val="0A0908"/>
                </a:solidFill>
                <a:effectLst/>
                <a:latin typeface="Calibri" panose="020F0502020204030204" pitchFamily="34" charset="0"/>
              </a:rPr>
              <a:t>rwxr</a:t>
            </a:r>
            <a:r>
              <a:rPr lang="en-US" sz="1000" dirty="0">
                <a:solidFill>
                  <a:srgbClr val="0A0908"/>
                </a:solidFill>
                <a:effectLst/>
                <a:latin typeface="Calibri" panose="020F0502020204030204" pitchFamily="34" charset="0"/>
              </a:rPr>
              <a:t>-</a:t>
            </a:r>
            <a:r>
              <a:rPr lang="en-US" sz="1000" dirty="0" err="1">
                <a:solidFill>
                  <a:srgbClr val="0A0908"/>
                </a:solidFill>
                <a:effectLst/>
                <a:latin typeface="Calibri" panose="020F0502020204030204" pitchFamily="34" charset="0"/>
              </a:rPr>
              <a:t>xr</a:t>
            </a:r>
            <a:r>
              <a:rPr lang="en-US" sz="1000" dirty="0">
                <a:solidFill>
                  <a:srgbClr val="0A0908"/>
                </a:solidFill>
                <a:effectLst/>
                <a:latin typeface="Calibri" panose="020F0502020204030204" pitchFamily="34" charset="0"/>
              </a:rPr>
              <a:t>-x. 1 </a:t>
            </a:r>
            <a:r>
              <a:rPr lang="en-US" sz="1000" dirty="0" err="1">
                <a:solidFill>
                  <a:srgbClr val="0A0908"/>
                </a:solidFill>
                <a:effectLst/>
                <a:latin typeface="Calibri" panose="020F0502020204030204" pitchFamily="34" charset="0"/>
              </a:rPr>
              <a:t>cbis</a:t>
            </a:r>
            <a:r>
              <a:rPr lang="en-US" sz="1000" dirty="0">
                <a:solidFill>
                  <a:srgbClr val="0A0908"/>
                </a:solidFill>
                <a:effectLst/>
                <a:latin typeface="Calibri" panose="020F0502020204030204" pitchFamily="34" charset="0"/>
              </a:rPr>
              <a:t>-admin </a:t>
            </a:r>
            <a:r>
              <a:rPr lang="en-US" sz="1000" dirty="0" err="1">
                <a:solidFill>
                  <a:srgbClr val="0A0908"/>
                </a:solidFill>
                <a:effectLst/>
                <a:latin typeface="Calibri" panose="020F0502020204030204" pitchFamily="34" charset="0"/>
              </a:rPr>
              <a:t>cbis</a:t>
            </a:r>
            <a:r>
              <a:rPr lang="en-US" sz="1000" dirty="0">
                <a:solidFill>
                  <a:srgbClr val="0A0908"/>
                </a:solidFill>
                <a:effectLst/>
                <a:latin typeface="Calibri" panose="020F0502020204030204" pitchFamily="34" charset="0"/>
              </a:rPr>
              <a:t>-admin  765809906 May 31  2023 api.log.2023-05-31T09:55:13.686767</a:t>
            </a:r>
          </a:p>
          <a:p>
            <a:pPr marL="0" marR="0" indent="0">
              <a:spcBef>
                <a:spcPts val="0"/>
              </a:spcBef>
              <a:buNone/>
            </a:pPr>
            <a:r>
              <a:rPr lang="en-US" sz="1000" dirty="0">
                <a:solidFill>
                  <a:srgbClr val="0A0908"/>
                </a:solidFill>
                <a:effectLst/>
                <a:latin typeface="Calibri" panose="020F0502020204030204" pitchFamily="34" charset="0"/>
              </a:rPr>
              <a:t>-</a:t>
            </a:r>
            <a:r>
              <a:rPr lang="en-US" sz="1000" dirty="0" err="1">
                <a:solidFill>
                  <a:srgbClr val="0A0908"/>
                </a:solidFill>
                <a:effectLst/>
                <a:latin typeface="Calibri" panose="020F0502020204030204" pitchFamily="34" charset="0"/>
              </a:rPr>
              <a:t>rwxr</a:t>
            </a:r>
            <a:r>
              <a:rPr lang="en-US" sz="1000" dirty="0">
                <a:solidFill>
                  <a:srgbClr val="0A0908"/>
                </a:solidFill>
                <a:effectLst/>
                <a:latin typeface="Calibri" panose="020F0502020204030204" pitchFamily="34" charset="0"/>
              </a:rPr>
              <a:t>-</a:t>
            </a:r>
            <a:r>
              <a:rPr lang="en-US" sz="1000" dirty="0" err="1">
                <a:solidFill>
                  <a:srgbClr val="0A0908"/>
                </a:solidFill>
                <a:effectLst/>
                <a:latin typeface="Calibri" panose="020F0502020204030204" pitchFamily="34" charset="0"/>
              </a:rPr>
              <a:t>xr</a:t>
            </a:r>
            <a:r>
              <a:rPr lang="en-US" sz="1000" dirty="0">
                <a:solidFill>
                  <a:srgbClr val="0A0908"/>
                </a:solidFill>
                <a:effectLst/>
                <a:latin typeface="Calibri" panose="020F0502020204030204" pitchFamily="34" charset="0"/>
              </a:rPr>
              <a:t>-x. 1 </a:t>
            </a:r>
            <a:r>
              <a:rPr lang="en-US" sz="1000" dirty="0" err="1">
                <a:solidFill>
                  <a:srgbClr val="0A0908"/>
                </a:solidFill>
                <a:effectLst/>
                <a:latin typeface="Calibri" panose="020F0502020204030204" pitchFamily="34" charset="0"/>
              </a:rPr>
              <a:t>cbis</a:t>
            </a:r>
            <a:r>
              <a:rPr lang="en-US" sz="1000" dirty="0">
                <a:solidFill>
                  <a:srgbClr val="0A0908"/>
                </a:solidFill>
                <a:effectLst/>
                <a:latin typeface="Calibri" panose="020F0502020204030204" pitchFamily="34" charset="0"/>
              </a:rPr>
              <a:t>-admin </a:t>
            </a:r>
            <a:r>
              <a:rPr lang="en-US" sz="1000" dirty="0" err="1">
                <a:solidFill>
                  <a:srgbClr val="0A0908"/>
                </a:solidFill>
                <a:effectLst/>
                <a:latin typeface="Calibri" panose="020F0502020204030204" pitchFamily="34" charset="0"/>
              </a:rPr>
              <a:t>cbis</a:t>
            </a:r>
            <a:r>
              <a:rPr lang="en-US" sz="1000" dirty="0">
                <a:solidFill>
                  <a:srgbClr val="0A0908"/>
                </a:solidFill>
                <a:effectLst/>
                <a:latin typeface="Calibri" panose="020F0502020204030204" pitchFamily="34" charset="0"/>
              </a:rPr>
              <a:t>-admin 2492376442 Oct 11  2023 api.log.2023-10-11T20:30:52.831974</a:t>
            </a:r>
          </a:p>
          <a:p>
            <a:pPr marL="0" marR="0" indent="0">
              <a:spcBef>
                <a:spcPts val="0"/>
              </a:spcBef>
              <a:buNone/>
            </a:pPr>
            <a:r>
              <a:rPr lang="en-US" sz="1000" dirty="0">
                <a:solidFill>
                  <a:srgbClr val="0A0908"/>
                </a:solidFill>
                <a:effectLst/>
                <a:latin typeface="Calibri" panose="020F0502020204030204" pitchFamily="34" charset="0"/>
              </a:rPr>
              <a:t>-</a:t>
            </a:r>
            <a:r>
              <a:rPr lang="en-US" sz="1000" dirty="0" err="1">
                <a:solidFill>
                  <a:srgbClr val="0A0908"/>
                </a:solidFill>
                <a:effectLst/>
                <a:latin typeface="Calibri" panose="020F0502020204030204" pitchFamily="34" charset="0"/>
              </a:rPr>
              <a:t>rwxr</a:t>
            </a:r>
            <a:r>
              <a:rPr lang="en-US" sz="1000" dirty="0">
                <a:solidFill>
                  <a:srgbClr val="0A0908"/>
                </a:solidFill>
                <a:effectLst/>
                <a:latin typeface="Calibri" panose="020F0502020204030204" pitchFamily="34" charset="0"/>
              </a:rPr>
              <a:t>-</a:t>
            </a:r>
            <a:r>
              <a:rPr lang="en-US" sz="1000" dirty="0" err="1">
                <a:solidFill>
                  <a:srgbClr val="0A0908"/>
                </a:solidFill>
                <a:effectLst/>
                <a:latin typeface="Calibri" panose="020F0502020204030204" pitchFamily="34" charset="0"/>
              </a:rPr>
              <a:t>xr</a:t>
            </a:r>
            <a:r>
              <a:rPr lang="en-US" sz="1000" dirty="0">
                <a:solidFill>
                  <a:srgbClr val="0A0908"/>
                </a:solidFill>
                <a:effectLst/>
                <a:latin typeface="Calibri" panose="020F0502020204030204" pitchFamily="34" charset="0"/>
              </a:rPr>
              <a:t>-x. 1 </a:t>
            </a:r>
            <a:r>
              <a:rPr lang="en-US" sz="1000" dirty="0" err="1">
                <a:solidFill>
                  <a:srgbClr val="0A0908"/>
                </a:solidFill>
                <a:effectLst/>
                <a:latin typeface="Calibri" panose="020F0502020204030204" pitchFamily="34" charset="0"/>
              </a:rPr>
              <a:t>cbis</a:t>
            </a:r>
            <a:r>
              <a:rPr lang="en-US" sz="1000" dirty="0">
                <a:solidFill>
                  <a:srgbClr val="0A0908"/>
                </a:solidFill>
                <a:effectLst/>
                <a:latin typeface="Calibri" panose="020F0502020204030204" pitchFamily="34" charset="0"/>
              </a:rPr>
              <a:t>-admin </a:t>
            </a:r>
            <a:r>
              <a:rPr lang="en-US" sz="1000" dirty="0" err="1">
                <a:solidFill>
                  <a:srgbClr val="0A0908"/>
                </a:solidFill>
                <a:effectLst/>
                <a:latin typeface="Calibri" panose="020F0502020204030204" pitchFamily="34" charset="0"/>
              </a:rPr>
              <a:t>cbis</a:t>
            </a:r>
            <a:r>
              <a:rPr lang="en-US" sz="1000" dirty="0">
                <a:solidFill>
                  <a:srgbClr val="0A0908"/>
                </a:solidFill>
                <a:effectLst/>
                <a:latin typeface="Calibri" panose="020F0502020204030204" pitchFamily="34" charset="0"/>
              </a:rPr>
              <a:t>-admin 5441606252 Jul 10  2024 api.log.2024-07-10T08:13:02.359252</a:t>
            </a:r>
          </a:p>
          <a:p>
            <a:pPr marL="0" marR="0" indent="0">
              <a:spcBef>
                <a:spcPts val="0"/>
              </a:spcBef>
              <a:buNone/>
            </a:pPr>
            <a:r>
              <a:rPr lang="en-US" sz="1000" dirty="0">
                <a:solidFill>
                  <a:srgbClr val="0A0908"/>
                </a:solidFill>
                <a:effectLst/>
                <a:latin typeface="Calibri" panose="020F0502020204030204" pitchFamily="34" charset="0"/>
              </a:rPr>
              <a:t>-</a:t>
            </a:r>
            <a:r>
              <a:rPr lang="en-US" sz="1000" dirty="0" err="1">
                <a:solidFill>
                  <a:srgbClr val="0A0908"/>
                </a:solidFill>
                <a:effectLst/>
                <a:latin typeface="Calibri" panose="020F0502020204030204" pitchFamily="34" charset="0"/>
              </a:rPr>
              <a:t>rwxr</a:t>
            </a:r>
            <a:r>
              <a:rPr lang="en-US" sz="1000" dirty="0">
                <a:solidFill>
                  <a:srgbClr val="0A0908"/>
                </a:solidFill>
                <a:effectLst/>
                <a:latin typeface="Calibri" panose="020F0502020204030204" pitchFamily="34" charset="0"/>
              </a:rPr>
              <a:t>-</a:t>
            </a:r>
            <a:r>
              <a:rPr lang="en-US" sz="1000" dirty="0" err="1">
                <a:solidFill>
                  <a:srgbClr val="0A0908"/>
                </a:solidFill>
                <a:effectLst/>
                <a:latin typeface="Calibri" panose="020F0502020204030204" pitchFamily="34" charset="0"/>
              </a:rPr>
              <a:t>xr</a:t>
            </a:r>
            <a:r>
              <a:rPr lang="en-US" sz="1000" dirty="0">
                <a:solidFill>
                  <a:srgbClr val="0A0908"/>
                </a:solidFill>
                <a:effectLst/>
                <a:latin typeface="Calibri" panose="020F0502020204030204" pitchFamily="34" charset="0"/>
              </a:rPr>
              <a:t>-x+ 1 </a:t>
            </a:r>
            <a:r>
              <a:rPr lang="en-US" sz="1000" dirty="0" err="1">
                <a:solidFill>
                  <a:srgbClr val="0A0908"/>
                </a:solidFill>
                <a:effectLst/>
                <a:latin typeface="Calibri" panose="020F0502020204030204" pitchFamily="34" charset="0"/>
              </a:rPr>
              <a:t>cbis</a:t>
            </a:r>
            <a:r>
              <a:rPr lang="en-US" sz="1000" dirty="0">
                <a:solidFill>
                  <a:srgbClr val="0A0908"/>
                </a:solidFill>
                <a:effectLst/>
                <a:latin typeface="Calibri" panose="020F0502020204030204" pitchFamily="34" charset="0"/>
              </a:rPr>
              <a:t>-admin </a:t>
            </a:r>
            <a:r>
              <a:rPr lang="en-US" sz="1000" dirty="0" err="1">
                <a:solidFill>
                  <a:srgbClr val="0A0908"/>
                </a:solidFill>
                <a:effectLst/>
                <a:latin typeface="Calibri" panose="020F0502020204030204" pitchFamily="34" charset="0"/>
              </a:rPr>
              <a:t>cbis</a:t>
            </a:r>
            <a:r>
              <a:rPr lang="en-US" sz="1000" dirty="0">
                <a:solidFill>
                  <a:srgbClr val="0A0908"/>
                </a:solidFill>
                <a:effectLst/>
                <a:latin typeface="Calibri" panose="020F0502020204030204" pitchFamily="34" charset="0"/>
              </a:rPr>
              <a:t>-admin       7494 Feb 17 08:19 api.log</a:t>
            </a:r>
          </a:p>
          <a:p>
            <a:pPr marL="0" marR="0" indent="0">
              <a:spcBef>
                <a:spcPts val="0"/>
              </a:spcBef>
              <a:buNone/>
            </a:pPr>
            <a:r>
              <a:rPr lang="en-US" sz="1000" dirty="0">
                <a:solidFill>
                  <a:srgbClr val="0A0908"/>
                </a:solidFill>
                <a:effectLst/>
                <a:latin typeface="Calibri" panose="020F0502020204030204" pitchFamily="34" charset="0"/>
              </a:rPr>
              <a:t>[cbis-admin@ncorsl16-centralsite-centralsitemanager-0 </a:t>
            </a:r>
            <a:r>
              <a:rPr lang="en-US" sz="1000" dirty="0" err="1">
                <a:solidFill>
                  <a:srgbClr val="0A0908"/>
                </a:solidFill>
                <a:effectLst/>
                <a:latin typeface="Calibri" panose="020F0502020204030204" pitchFamily="34" charset="0"/>
              </a:rPr>
              <a:t>cbis</a:t>
            </a:r>
            <a:r>
              <a:rPr lang="en-US" sz="1000" dirty="0">
                <a:solidFill>
                  <a:srgbClr val="0A0908"/>
                </a:solidFill>
                <a:effectLst/>
                <a:latin typeface="Calibri" panose="020F0502020204030204" pitchFamily="34" charset="0"/>
              </a:rPr>
              <a:t> (Active)]$</a:t>
            </a:r>
          </a:p>
          <a:p>
            <a:pPr marL="0" indent="0">
              <a:buNone/>
            </a:pPr>
            <a:endParaRPr lang="en-US" sz="1100" dirty="0">
              <a:solidFill>
                <a:srgbClr val="0A0908"/>
              </a:solidFill>
              <a:latin typeface="Calibri" panose="020F0502020204030204" pitchFamily="34" charset="0"/>
              <a:cs typeface="Calibri" panose="020F0502020204030204" pitchFamily="34" charset="0"/>
            </a:endParaRPr>
          </a:p>
          <a:p>
            <a:pPr lvl="1"/>
            <a:endParaRPr lang="en-US" sz="1100" dirty="0">
              <a:solidFill>
                <a:srgbClr val="001135"/>
              </a:solidFill>
              <a:latin typeface="Calibri" panose="020F0502020204030204" pitchFamily="34" charset="0"/>
              <a:cs typeface="Calibri" panose="020F0502020204030204" pitchFamily="34" charset="0"/>
            </a:endParaRPr>
          </a:p>
          <a:p>
            <a:pPr lvl="1"/>
            <a:endParaRPr lang="en-US" sz="1100" dirty="0">
              <a:solidFill>
                <a:srgbClr val="001135"/>
              </a:solidFill>
              <a:latin typeface="Calibri" panose="020F0502020204030204" pitchFamily="34" charset="0"/>
              <a:cs typeface="Calibri" panose="020F0502020204030204" pitchFamily="34" charset="0"/>
            </a:endParaRPr>
          </a:p>
          <a:p>
            <a:pPr lvl="1"/>
            <a:endParaRPr lang="en-US" sz="1100" dirty="0">
              <a:solidFill>
                <a:srgbClr val="001135"/>
              </a:solidFill>
              <a:latin typeface="Calibri" panose="020F0502020204030204" pitchFamily="34" charset="0"/>
              <a:cs typeface="Calibri" panose="020F0502020204030204" pitchFamily="34" charset="0"/>
            </a:endParaRPr>
          </a:p>
          <a:p>
            <a:pPr lvl="1"/>
            <a:endParaRPr lang="en-US" sz="1400" dirty="0">
              <a:solidFill>
                <a:srgbClr val="001135"/>
              </a:solidFill>
              <a:latin typeface="Calibri" panose="020F0502020204030204" pitchFamily="34" charset="0"/>
              <a:cs typeface="Calibri" panose="020F0502020204030204" pitchFamily="34" charset="0"/>
            </a:endParaRPr>
          </a:p>
        </p:txBody>
      </p:sp>
      <p:sp>
        <p:nvSpPr>
          <p:cNvPr id="6" name="Text Placeholder 7">
            <a:extLst>
              <a:ext uri="{FF2B5EF4-FFF2-40B4-BE49-F238E27FC236}">
                <a16:creationId xmlns:a16="http://schemas.microsoft.com/office/drawing/2014/main" id="{FDF04172-2BFF-AA0B-DB37-287DCB6546F0}"/>
              </a:ext>
            </a:extLst>
          </p:cNvPr>
          <p:cNvSpPr txBox="1">
            <a:spLocks/>
          </p:cNvSpPr>
          <p:nvPr/>
        </p:nvSpPr>
        <p:spPr>
          <a:xfrm>
            <a:off x="397720" y="1997562"/>
            <a:ext cx="8075389" cy="2526720"/>
          </a:xfrm>
          <a:prstGeom prst="rect">
            <a:avLst/>
          </a:prstGeom>
        </p:spPr>
        <p:txBody>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spcBef>
                <a:spcPts val="0"/>
              </a:spcBef>
              <a:buNone/>
            </a:pPr>
            <a:endParaRPr lang="en-US" sz="1000" dirty="0">
              <a:solidFill>
                <a:srgbClr val="0A0908"/>
              </a:solidFill>
              <a:latin typeface="Calibri" panose="020F0502020204030204" pitchFamily="34" charset="0"/>
            </a:endParaRPr>
          </a:p>
          <a:p>
            <a:pPr lvl="1">
              <a:spcBef>
                <a:spcPts val="0"/>
              </a:spcBef>
            </a:pPr>
            <a:endParaRPr lang="en-US" sz="1000" dirty="0">
              <a:solidFill>
                <a:srgbClr val="0A090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1175342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E289E9-719F-D916-B00D-92A610132A63}"/>
            </a:ext>
          </a:extLst>
        </p:cNvPr>
        <p:cNvGrpSpPr/>
        <p:nvPr/>
      </p:nvGrpSpPr>
      <p:grpSpPr>
        <a:xfrm>
          <a:off x="0" y="0"/>
          <a:ext cx="0" cy="0"/>
          <a:chOff x="0" y="0"/>
          <a:chExt cx="0" cy="0"/>
        </a:xfrm>
      </p:grpSpPr>
      <p:sp>
        <p:nvSpPr>
          <p:cNvPr id="10" name="Text Placeholder 9">
            <a:extLst>
              <a:ext uri="{FF2B5EF4-FFF2-40B4-BE49-F238E27FC236}">
                <a16:creationId xmlns:a16="http://schemas.microsoft.com/office/drawing/2014/main" id="{DCD76BE5-C17A-1AA7-629A-0D81EADD20A7}"/>
              </a:ext>
            </a:extLst>
          </p:cNvPr>
          <p:cNvSpPr>
            <a:spLocks noGrp="1"/>
          </p:cNvSpPr>
          <p:nvPr>
            <p:ph type="body" sz="quarter" idx="12"/>
          </p:nvPr>
        </p:nvSpPr>
        <p:spPr>
          <a:xfrm>
            <a:off x="330518" y="162545"/>
            <a:ext cx="8312742" cy="423864"/>
          </a:xfrm>
        </p:spPr>
        <p:txBody>
          <a:bodyPr/>
          <a:lstStyle/>
          <a:p>
            <a:r>
              <a:rPr lang="en-GB" b="1" dirty="0">
                <a:solidFill>
                  <a:schemeClr val="tx2">
                    <a:lumMod val="75000"/>
                    <a:lumOff val="25000"/>
                  </a:schemeClr>
                </a:solidFill>
                <a:latin typeface="+mj-lt"/>
              </a:rPr>
              <a:t>Issue-3: NCS manager Issue</a:t>
            </a:r>
            <a:endParaRPr lang="en-US" b="1" dirty="0">
              <a:solidFill>
                <a:schemeClr val="tx2">
                  <a:lumMod val="75000"/>
                  <a:lumOff val="25000"/>
                </a:schemeClr>
              </a:solidFill>
              <a:latin typeface="+mj-lt"/>
            </a:endParaRPr>
          </a:p>
        </p:txBody>
      </p:sp>
      <p:sp>
        <p:nvSpPr>
          <p:cNvPr id="4" name="Footer Placeholder 3">
            <a:extLst>
              <a:ext uri="{FF2B5EF4-FFF2-40B4-BE49-F238E27FC236}">
                <a16:creationId xmlns:a16="http://schemas.microsoft.com/office/drawing/2014/main" id="{C3E8C4EE-7D48-4087-66CF-9E4E7684C0DB}"/>
              </a:ext>
            </a:extLst>
          </p:cNvPr>
          <p:cNvSpPr>
            <a:spLocks noGrp="1"/>
          </p:cNvSpPr>
          <p:nvPr>
            <p:ph type="ftr" sz="quarter" idx="3"/>
          </p:nvPr>
        </p:nvSpPr>
        <p:spPr/>
        <p:txBody>
          <a:bodyPr/>
          <a:lstStyle/>
          <a:p>
            <a:r>
              <a:rPr lang="en-US" dirty="0"/>
              <a:t>Nokia Internal</a:t>
            </a:r>
          </a:p>
        </p:txBody>
      </p:sp>
      <p:sp>
        <p:nvSpPr>
          <p:cNvPr id="2" name="Text Placeholder 7">
            <a:extLst>
              <a:ext uri="{FF2B5EF4-FFF2-40B4-BE49-F238E27FC236}">
                <a16:creationId xmlns:a16="http://schemas.microsoft.com/office/drawing/2014/main" id="{AA819B75-3B9C-9AD1-756C-DFDE5CFD825E}"/>
              </a:ext>
            </a:extLst>
          </p:cNvPr>
          <p:cNvSpPr txBox="1">
            <a:spLocks/>
          </p:cNvSpPr>
          <p:nvPr/>
        </p:nvSpPr>
        <p:spPr>
          <a:xfrm>
            <a:off x="273481" y="586409"/>
            <a:ext cx="8070419" cy="4002478"/>
          </a:xfrm>
          <a:prstGeom prst="rect">
            <a:avLst/>
          </a:prstGeom>
        </p:spPr>
        <p:txBody>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en-US" sz="1200" b="1" dirty="0">
                <a:solidFill>
                  <a:srgbClr val="0A0908"/>
                </a:solidFill>
                <a:latin typeface="Calibri" panose="020F0502020204030204" pitchFamily="34" charset="0"/>
                <a:cs typeface="Calibri" panose="020F0502020204030204" pitchFamily="34" charset="0"/>
              </a:rPr>
              <a:t>Error:-</a:t>
            </a:r>
          </a:p>
          <a:p>
            <a:pPr marL="0" indent="0">
              <a:buNone/>
            </a:pPr>
            <a:r>
              <a:rPr lang="en-US" sz="1000" dirty="0">
                <a:solidFill>
                  <a:srgbClr val="0A0908"/>
                </a:solidFill>
                <a:latin typeface="Calibri" panose="020F0502020204030204" pitchFamily="34" charset="0"/>
                <a:cs typeface="Calibri" panose="020F0502020204030204" pitchFamily="34" charset="0"/>
              </a:rPr>
              <a:t>NCS manager UI is not opening and the NCS manager PODs are not starting in the monitoring node</a:t>
            </a:r>
          </a:p>
          <a:p>
            <a:pPr marL="0" indent="0">
              <a:spcBef>
                <a:spcPts val="0"/>
              </a:spcBef>
              <a:buNone/>
            </a:pPr>
            <a:endParaRPr lang="en-US" sz="1100" b="1" dirty="0">
              <a:solidFill>
                <a:srgbClr val="0A0908"/>
              </a:solidFill>
              <a:latin typeface="Calibri" panose="020F0502020204030204" pitchFamily="34" charset="0"/>
              <a:cs typeface="Calibri" panose="020F0502020204030204" pitchFamily="34" charset="0"/>
            </a:endParaRPr>
          </a:p>
          <a:p>
            <a:pPr marL="0" indent="0">
              <a:spcBef>
                <a:spcPts val="0"/>
              </a:spcBef>
              <a:buNone/>
            </a:pPr>
            <a:r>
              <a:rPr lang="en-US" sz="1200" b="1" dirty="0">
                <a:solidFill>
                  <a:srgbClr val="0A0908"/>
                </a:solidFill>
                <a:latin typeface="Calibri" panose="020F0502020204030204" pitchFamily="34" charset="0"/>
                <a:cs typeface="Calibri" panose="020F0502020204030204" pitchFamily="34" charset="0"/>
              </a:rPr>
              <a:t>Solution:-</a:t>
            </a:r>
          </a:p>
          <a:p>
            <a:pPr marL="0" indent="0">
              <a:spcBef>
                <a:spcPts val="0"/>
              </a:spcBef>
              <a:buNone/>
            </a:pPr>
            <a:endParaRPr lang="en-US" sz="1100" b="1" dirty="0">
              <a:solidFill>
                <a:srgbClr val="0A0908"/>
              </a:solidFill>
              <a:latin typeface="Calibri" panose="020F0502020204030204" pitchFamily="34" charset="0"/>
              <a:cs typeface="Calibri" panose="020F0502020204030204" pitchFamily="34" charset="0"/>
            </a:endParaRPr>
          </a:p>
          <a:p>
            <a:pPr marL="0" indent="0">
              <a:spcBef>
                <a:spcPts val="0"/>
              </a:spcBef>
              <a:buNone/>
            </a:pPr>
            <a:r>
              <a:rPr lang="en-US" sz="1000" dirty="0">
                <a:solidFill>
                  <a:srgbClr val="0A0908"/>
                </a:solidFill>
                <a:latin typeface="Calibri" panose="020F0502020204030204" pitchFamily="34" charset="0"/>
                <a:cs typeface="Calibri" panose="020F0502020204030204" pitchFamily="34" charset="0"/>
              </a:rPr>
              <a:t>The management cluster shutdown/startup activity was performed long back and was not successful then. </a:t>
            </a:r>
            <a:r>
              <a:rPr lang="en-US" sz="1000" b="0" i="0" dirty="0">
                <a:solidFill>
                  <a:srgbClr val="172B4D"/>
                </a:solidFill>
                <a:effectLst/>
                <a:latin typeface="Calibri" panose="020F0502020204030204" pitchFamily="34" charset="0"/>
                <a:cs typeface="Calibri" panose="020F0502020204030204" pitchFamily="34" charset="0"/>
              </a:rPr>
              <a:t>The link folders related to </a:t>
            </a:r>
            <a:r>
              <a:rPr lang="en-US" sz="1000" b="0" i="0" dirty="0" err="1">
                <a:solidFill>
                  <a:srgbClr val="172B4D"/>
                </a:solidFill>
                <a:effectLst/>
                <a:latin typeface="Calibri" panose="020F0502020204030204" pitchFamily="34" charset="0"/>
                <a:cs typeface="Calibri" panose="020F0502020204030204" pitchFamily="34" charset="0"/>
              </a:rPr>
              <a:t>ncs_manager</a:t>
            </a:r>
            <a:r>
              <a:rPr lang="en-US" sz="1000" b="0" i="0" dirty="0">
                <a:solidFill>
                  <a:srgbClr val="172B4D"/>
                </a:solidFill>
                <a:effectLst/>
                <a:latin typeface="Calibri" panose="020F0502020204030204" pitchFamily="34" charset="0"/>
                <a:cs typeface="Calibri" panose="020F0502020204030204" pitchFamily="34" charset="0"/>
              </a:rPr>
              <a:t> and cluster inventory was not pointing to the correct destination path, and hence </a:t>
            </a:r>
            <a:r>
              <a:rPr lang="en-US" sz="1000" dirty="0">
                <a:solidFill>
                  <a:srgbClr val="0A0908"/>
                </a:solidFill>
                <a:latin typeface="Calibri" panose="020F0502020204030204" pitchFamily="34" charset="0"/>
                <a:cs typeface="Calibri" panose="020F0502020204030204" pitchFamily="34" charset="0"/>
              </a:rPr>
              <a:t>there was no config and log files. </a:t>
            </a:r>
          </a:p>
          <a:p>
            <a:pPr marL="0" indent="0">
              <a:spcBef>
                <a:spcPts val="0"/>
              </a:spcBef>
              <a:buNone/>
            </a:pPr>
            <a:endParaRPr lang="en-US" sz="1000" b="1" dirty="0">
              <a:solidFill>
                <a:srgbClr val="0A0908"/>
              </a:solidFill>
              <a:latin typeface="Calibri" panose="020F0502020204030204" pitchFamily="34" charset="0"/>
              <a:cs typeface="Calibri" panose="020F0502020204030204" pitchFamily="34" charset="0"/>
            </a:endParaRPr>
          </a:p>
          <a:p>
            <a:pPr marL="0" marR="0" indent="0">
              <a:spcBef>
                <a:spcPts val="0"/>
              </a:spcBef>
              <a:buNone/>
            </a:pPr>
            <a:r>
              <a:rPr lang="en-US" sz="1000" dirty="0">
                <a:solidFill>
                  <a:srgbClr val="0A0908"/>
                </a:solidFill>
                <a:effectLst/>
                <a:latin typeface="Calibri" panose="020F0502020204030204" pitchFamily="34" charset="0"/>
                <a:cs typeface="Calibri" panose="020F0502020204030204" pitchFamily="34" charset="0"/>
              </a:rPr>
              <a:t>[root@ncdcwaaa02-centralsite-centralsitemanager-0 ansible (Active)]# </a:t>
            </a:r>
            <a:r>
              <a:rPr lang="en-US" sz="1000" b="1" dirty="0">
                <a:solidFill>
                  <a:srgbClr val="0A0908"/>
                </a:solidFill>
                <a:effectLst/>
                <a:highlight>
                  <a:srgbClr val="FFFF00"/>
                </a:highlight>
                <a:latin typeface="Calibri" panose="020F0502020204030204" pitchFamily="34" charset="0"/>
                <a:cs typeface="Calibri" panose="020F0502020204030204" pitchFamily="34" charset="0"/>
              </a:rPr>
              <a:t>cd /opt/install/</a:t>
            </a:r>
          </a:p>
          <a:p>
            <a:pPr marL="0" marR="0" indent="0">
              <a:spcBef>
                <a:spcPts val="0"/>
              </a:spcBef>
              <a:buNone/>
            </a:pPr>
            <a:r>
              <a:rPr lang="en-US" sz="1000" dirty="0">
                <a:solidFill>
                  <a:srgbClr val="0A0908"/>
                </a:solidFill>
                <a:effectLst/>
                <a:latin typeface="Calibri" panose="020F0502020204030204" pitchFamily="34" charset="0"/>
                <a:cs typeface="Calibri" panose="020F0502020204030204" pitchFamily="34" charset="0"/>
              </a:rPr>
              <a:t>[root@ncdcwaaa02-centralsite-centralsitemanager-0 install (Active)]# ls -</a:t>
            </a:r>
            <a:r>
              <a:rPr lang="en-US" sz="1000" dirty="0" err="1">
                <a:solidFill>
                  <a:srgbClr val="0A0908"/>
                </a:solidFill>
                <a:effectLst/>
                <a:latin typeface="Calibri" panose="020F0502020204030204" pitchFamily="34" charset="0"/>
                <a:cs typeface="Calibri" panose="020F0502020204030204" pitchFamily="34" charset="0"/>
              </a:rPr>
              <a:t>lrt</a:t>
            </a:r>
            <a:endParaRPr lang="en-US" sz="1000" dirty="0">
              <a:solidFill>
                <a:srgbClr val="0A0908"/>
              </a:solidFill>
              <a:effectLst/>
              <a:latin typeface="Calibri" panose="020F0502020204030204" pitchFamily="34" charset="0"/>
              <a:cs typeface="Calibri" panose="020F0502020204030204" pitchFamily="34" charset="0"/>
            </a:endParaRPr>
          </a:p>
          <a:p>
            <a:pPr marL="0" marR="0" indent="0">
              <a:spcBef>
                <a:spcPts val="0"/>
              </a:spcBef>
              <a:buNone/>
            </a:pPr>
            <a:r>
              <a:rPr lang="en-US" sz="1000" dirty="0">
                <a:solidFill>
                  <a:srgbClr val="0A0908"/>
                </a:solidFill>
                <a:effectLst/>
                <a:latin typeface="Calibri" panose="020F0502020204030204" pitchFamily="34" charset="0"/>
                <a:cs typeface="Calibri" panose="020F0502020204030204" pitchFamily="34" charset="0"/>
              </a:rPr>
              <a:t>total 0</a:t>
            </a:r>
          </a:p>
          <a:p>
            <a:pPr marL="0" marR="0" indent="0">
              <a:spcBef>
                <a:spcPts val="0"/>
              </a:spcBef>
              <a:buNone/>
            </a:pPr>
            <a:r>
              <a:rPr lang="en-US" sz="1000" dirty="0" err="1">
                <a:solidFill>
                  <a:srgbClr val="0A0908"/>
                </a:solidFill>
                <a:effectLst/>
                <a:latin typeface="Calibri" panose="020F0502020204030204" pitchFamily="34" charset="0"/>
                <a:cs typeface="Calibri" panose="020F0502020204030204" pitchFamily="34" charset="0"/>
              </a:rPr>
              <a:t>drwxr</a:t>
            </a:r>
            <a:r>
              <a:rPr lang="en-US" sz="1000" dirty="0">
                <a:solidFill>
                  <a:srgbClr val="0A0908"/>
                </a:solidFill>
                <a:effectLst/>
                <a:latin typeface="Calibri" panose="020F0502020204030204" pitchFamily="34" charset="0"/>
                <a:cs typeface="Calibri" panose="020F0502020204030204" pitchFamily="34" charset="0"/>
              </a:rPr>
              <a:t>-</a:t>
            </a:r>
            <a:r>
              <a:rPr lang="en-US" sz="1000" dirty="0" err="1">
                <a:solidFill>
                  <a:srgbClr val="0A0908"/>
                </a:solidFill>
                <a:effectLst/>
                <a:latin typeface="Calibri" panose="020F0502020204030204" pitchFamily="34" charset="0"/>
                <a:cs typeface="Calibri" panose="020F0502020204030204" pitchFamily="34" charset="0"/>
              </a:rPr>
              <a:t>xr</a:t>
            </a:r>
            <a:r>
              <a:rPr lang="en-US" sz="1000" dirty="0">
                <a:solidFill>
                  <a:srgbClr val="0A0908"/>
                </a:solidFill>
                <a:effectLst/>
                <a:latin typeface="Calibri" panose="020F0502020204030204" pitchFamily="34" charset="0"/>
                <a:cs typeface="Calibri" panose="020F0502020204030204" pitchFamily="34" charset="0"/>
              </a:rPr>
              <a:t>-x. 3 root </a:t>
            </a:r>
            <a:r>
              <a:rPr lang="en-US" sz="1000" dirty="0" err="1">
                <a:solidFill>
                  <a:srgbClr val="0A0908"/>
                </a:solidFill>
                <a:effectLst/>
                <a:latin typeface="Calibri" panose="020F0502020204030204" pitchFamily="34" charset="0"/>
                <a:cs typeface="Calibri" panose="020F0502020204030204" pitchFamily="34" charset="0"/>
              </a:rPr>
              <a:t>root</a:t>
            </a:r>
            <a:r>
              <a:rPr lang="en-US" sz="1000" dirty="0">
                <a:solidFill>
                  <a:srgbClr val="0A0908"/>
                </a:solidFill>
                <a:effectLst/>
                <a:latin typeface="Calibri" panose="020F0502020204030204" pitchFamily="34" charset="0"/>
                <a:cs typeface="Calibri" panose="020F0502020204030204" pitchFamily="34" charset="0"/>
              </a:rPr>
              <a:t> 21 May 19  2023 conf</a:t>
            </a:r>
          </a:p>
          <a:p>
            <a:pPr marL="0" marR="0" indent="0">
              <a:spcBef>
                <a:spcPts val="0"/>
              </a:spcBef>
              <a:buNone/>
            </a:pPr>
            <a:r>
              <a:rPr lang="en-US" sz="1000" dirty="0" err="1">
                <a:solidFill>
                  <a:srgbClr val="0A0908"/>
                </a:solidFill>
                <a:effectLst/>
                <a:latin typeface="Calibri" panose="020F0502020204030204" pitchFamily="34" charset="0"/>
                <a:cs typeface="Calibri" panose="020F0502020204030204" pitchFamily="34" charset="0"/>
              </a:rPr>
              <a:t>drwxr</a:t>
            </a:r>
            <a:r>
              <a:rPr lang="en-US" sz="1000" dirty="0">
                <a:solidFill>
                  <a:srgbClr val="0A0908"/>
                </a:solidFill>
                <a:effectLst/>
                <a:latin typeface="Calibri" panose="020F0502020204030204" pitchFamily="34" charset="0"/>
                <a:cs typeface="Calibri" panose="020F0502020204030204" pitchFamily="34" charset="0"/>
              </a:rPr>
              <a:t>-x---. 3 root </a:t>
            </a:r>
            <a:r>
              <a:rPr lang="en-US" sz="1000" dirty="0" err="1">
                <a:solidFill>
                  <a:srgbClr val="0A0908"/>
                </a:solidFill>
                <a:effectLst/>
                <a:latin typeface="Calibri" panose="020F0502020204030204" pitchFamily="34" charset="0"/>
                <a:cs typeface="Calibri" panose="020F0502020204030204" pitchFamily="34" charset="0"/>
              </a:rPr>
              <a:t>root</a:t>
            </a:r>
            <a:r>
              <a:rPr lang="en-US" sz="1000" dirty="0">
                <a:solidFill>
                  <a:srgbClr val="0A0908"/>
                </a:solidFill>
                <a:effectLst/>
                <a:latin typeface="Calibri" panose="020F0502020204030204" pitchFamily="34" charset="0"/>
                <a:cs typeface="Calibri" panose="020F0502020204030204" pitchFamily="34" charset="0"/>
              </a:rPr>
              <a:t> 25 Dec 26  2023 backup_v22.12</a:t>
            </a:r>
          </a:p>
          <a:p>
            <a:pPr marL="0" marR="0" indent="0">
              <a:spcBef>
                <a:spcPts val="0"/>
              </a:spcBef>
              <a:buNone/>
            </a:pPr>
            <a:r>
              <a:rPr lang="en-US" sz="1000" dirty="0" err="1">
                <a:solidFill>
                  <a:srgbClr val="FF0000"/>
                </a:solidFill>
                <a:effectLst/>
                <a:latin typeface="Calibri" panose="020F0502020204030204" pitchFamily="34" charset="0"/>
                <a:cs typeface="Calibri" panose="020F0502020204030204" pitchFamily="34" charset="0"/>
              </a:rPr>
              <a:t>lrwxrwxrwx</a:t>
            </a:r>
            <a:r>
              <a:rPr lang="en-US" sz="1000" dirty="0">
                <a:solidFill>
                  <a:srgbClr val="FF0000"/>
                </a:solidFill>
                <a:effectLst/>
                <a:latin typeface="Calibri" panose="020F0502020204030204" pitchFamily="34" charset="0"/>
                <a:cs typeface="Calibri" panose="020F0502020204030204" pitchFamily="34" charset="0"/>
              </a:rPr>
              <a:t>. 1 root </a:t>
            </a:r>
            <a:r>
              <a:rPr lang="en-US" sz="1000" dirty="0" err="1">
                <a:solidFill>
                  <a:srgbClr val="FF0000"/>
                </a:solidFill>
                <a:effectLst/>
                <a:latin typeface="Calibri" panose="020F0502020204030204" pitchFamily="34" charset="0"/>
                <a:cs typeface="Calibri" panose="020F0502020204030204" pitchFamily="34" charset="0"/>
              </a:rPr>
              <a:t>root</a:t>
            </a:r>
            <a:r>
              <a:rPr lang="en-US" sz="1000" dirty="0">
                <a:solidFill>
                  <a:srgbClr val="FF0000"/>
                </a:solidFill>
                <a:effectLst/>
                <a:latin typeface="Calibri" panose="020F0502020204030204" pitchFamily="34" charset="0"/>
                <a:cs typeface="Calibri" panose="020F0502020204030204" pitchFamily="34" charset="0"/>
              </a:rPr>
              <a:t> 26 Jan 12  2024 plugins -&gt; /</a:t>
            </a:r>
            <a:r>
              <a:rPr lang="en-US" sz="1000" dirty="0" err="1">
                <a:solidFill>
                  <a:srgbClr val="FF0000"/>
                </a:solidFill>
                <a:effectLst/>
                <a:latin typeface="Calibri" panose="020F0502020204030204" pitchFamily="34" charset="0"/>
                <a:cs typeface="Calibri" panose="020F0502020204030204" pitchFamily="34" charset="0"/>
              </a:rPr>
              <a:t>tmp</a:t>
            </a:r>
            <a:r>
              <a:rPr lang="en-US" sz="1000" dirty="0">
                <a:solidFill>
                  <a:srgbClr val="FF0000"/>
                </a:solidFill>
                <a:effectLst/>
                <a:latin typeface="Calibri" panose="020F0502020204030204" pitchFamily="34" charset="0"/>
                <a:cs typeface="Calibri" panose="020F0502020204030204" pitchFamily="34" charset="0"/>
              </a:rPr>
              <a:t>/</a:t>
            </a:r>
            <a:r>
              <a:rPr lang="en-US" sz="1000" dirty="0" err="1">
                <a:solidFill>
                  <a:srgbClr val="FF0000"/>
                </a:solidFill>
                <a:effectLst/>
                <a:latin typeface="Calibri" panose="020F0502020204030204" pitchFamily="34" charset="0"/>
                <a:cs typeface="Calibri" panose="020F0502020204030204" pitchFamily="34" charset="0"/>
              </a:rPr>
              <a:t>shutdown_cbis</a:t>
            </a:r>
            <a:r>
              <a:rPr lang="en-US" sz="1000" dirty="0">
                <a:solidFill>
                  <a:srgbClr val="FF0000"/>
                </a:solidFill>
                <a:effectLst/>
                <a:latin typeface="Calibri" panose="020F0502020204030204" pitchFamily="34" charset="0"/>
                <a:cs typeface="Calibri" panose="020F0502020204030204" pitchFamily="34" charset="0"/>
              </a:rPr>
              <a:t>/plugins</a:t>
            </a:r>
          </a:p>
          <a:p>
            <a:pPr marL="0" marR="0" indent="0">
              <a:spcBef>
                <a:spcPts val="0"/>
              </a:spcBef>
              <a:buNone/>
            </a:pPr>
            <a:r>
              <a:rPr lang="en-US" sz="1000" dirty="0" err="1">
                <a:solidFill>
                  <a:srgbClr val="FF0000"/>
                </a:solidFill>
                <a:effectLst/>
                <a:latin typeface="Calibri" panose="020F0502020204030204" pitchFamily="34" charset="0"/>
                <a:cs typeface="Calibri" panose="020F0502020204030204" pitchFamily="34" charset="0"/>
              </a:rPr>
              <a:t>lrwxrwxrwx</a:t>
            </a:r>
            <a:r>
              <a:rPr lang="en-US" sz="1000" dirty="0">
                <a:solidFill>
                  <a:srgbClr val="FF0000"/>
                </a:solidFill>
                <a:effectLst/>
                <a:latin typeface="Calibri" panose="020F0502020204030204" pitchFamily="34" charset="0"/>
                <a:cs typeface="Calibri" panose="020F0502020204030204" pitchFamily="34" charset="0"/>
              </a:rPr>
              <a:t>. 1 root </a:t>
            </a:r>
            <a:r>
              <a:rPr lang="en-US" sz="1000" dirty="0" err="1">
                <a:solidFill>
                  <a:srgbClr val="FF0000"/>
                </a:solidFill>
                <a:effectLst/>
                <a:latin typeface="Calibri" panose="020F0502020204030204" pitchFamily="34" charset="0"/>
                <a:cs typeface="Calibri" panose="020F0502020204030204" pitchFamily="34" charset="0"/>
              </a:rPr>
              <a:t>root</a:t>
            </a:r>
            <a:r>
              <a:rPr lang="en-US" sz="1000" dirty="0">
                <a:solidFill>
                  <a:srgbClr val="FF0000"/>
                </a:solidFill>
                <a:effectLst/>
                <a:latin typeface="Calibri" panose="020F0502020204030204" pitchFamily="34" charset="0"/>
                <a:cs typeface="Calibri" panose="020F0502020204030204" pitchFamily="34" charset="0"/>
              </a:rPr>
              <a:t> 29 Jan 12  2024 </a:t>
            </a:r>
            <a:r>
              <a:rPr lang="en-US" sz="1000" dirty="0" err="1">
                <a:solidFill>
                  <a:srgbClr val="FF0000"/>
                </a:solidFill>
                <a:effectLst/>
                <a:latin typeface="Calibri" panose="020F0502020204030204" pitchFamily="34" charset="0"/>
                <a:cs typeface="Calibri" panose="020F0502020204030204" pitchFamily="34" charset="0"/>
              </a:rPr>
              <a:t>temp_files</a:t>
            </a:r>
            <a:r>
              <a:rPr lang="en-US" sz="1000" dirty="0">
                <a:solidFill>
                  <a:srgbClr val="FF0000"/>
                </a:solidFill>
                <a:effectLst/>
                <a:latin typeface="Calibri" panose="020F0502020204030204" pitchFamily="34" charset="0"/>
                <a:cs typeface="Calibri" panose="020F0502020204030204" pitchFamily="34" charset="0"/>
              </a:rPr>
              <a:t> -&gt; /</a:t>
            </a:r>
            <a:r>
              <a:rPr lang="en-US" sz="1000" dirty="0" err="1">
                <a:solidFill>
                  <a:srgbClr val="FF0000"/>
                </a:solidFill>
                <a:effectLst/>
                <a:latin typeface="Calibri" panose="020F0502020204030204" pitchFamily="34" charset="0"/>
                <a:cs typeface="Calibri" panose="020F0502020204030204" pitchFamily="34" charset="0"/>
              </a:rPr>
              <a:t>tmp</a:t>
            </a:r>
            <a:r>
              <a:rPr lang="en-US" sz="1000" dirty="0">
                <a:solidFill>
                  <a:srgbClr val="FF0000"/>
                </a:solidFill>
                <a:effectLst/>
                <a:latin typeface="Calibri" panose="020F0502020204030204" pitchFamily="34" charset="0"/>
                <a:cs typeface="Calibri" panose="020F0502020204030204" pitchFamily="34" charset="0"/>
              </a:rPr>
              <a:t>/</a:t>
            </a:r>
            <a:r>
              <a:rPr lang="en-US" sz="1000" dirty="0" err="1">
                <a:solidFill>
                  <a:srgbClr val="FF0000"/>
                </a:solidFill>
                <a:effectLst/>
                <a:latin typeface="Calibri" panose="020F0502020204030204" pitchFamily="34" charset="0"/>
                <a:cs typeface="Calibri" panose="020F0502020204030204" pitchFamily="34" charset="0"/>
              </a:rPr>
              <a:t>shutdown_cbis</a:t>
            </a:r>
            <a:r>
              <a:rPr lang="en-US" sz="1000" dirty="0">
                <a:solidFill>
                  <a:srgbClr val="FF0000"/>
                </a:solidFill>
                <a:effectLst/>
                <a:latin typeface="Calibri" panose="020F0502020204030204" pitchFamily="34" charset="0"/>
                <a:cs typeface="Calibri" panose="020F0502020204030204" pitchFamily="34" charset="0"/>
              </a:rPr>
              <a:t>/</a:t>
            </a:r>
            <a:r>
              <a:rPr lang="en-US" sz="1000" dirty="0" err="1">
                <a:solidFill>
                  <a:srgbClr val="FF0000"/>
                </a:solidFill>
                <a:effectLst/>
                <a:latin typeface="Calibri" panose="020F0502020204030204" pitchFamily="34" charset="0"/>
                <a:cs typeface="Calibri" panose="020F0502020204030204" pitchFamily="34" charset="0"/>
              </a:rPr>
              <a:t>temp_files</a:t>
            </a:r>
            <a:endParaRPr lang="en-US" sz="1000" dirty="0">
              <a:solidFill>
                <a:srgbClr val="FF0000"/>
              </a:solidFill>
              <a:effectLst/>
              <a:latin typeface="Calibri" panose="020F0502020204030204" pitchFamily="34" charset="0"/>
              <a:cs typeface="Calibri" panose="020F0502020204030204" pitchFamily="34" charset="0"/>
            </a:endParaRPr>
          </a:p>
          <a:p>
            <a:pPr marL="0" marR="0" indent="0">
              <a:spcBef>
                <a:spcPts val="0"/>
              </a:spcBef>
              <a:buNone/>
            </a:pPr>
            <a:r>
              <a:rPr lang="en-US" sz="1000" dirty="0" err="1">
                <a:solidFill>
                  <a:srgbClr val="0A0908"/>
                </a:solidFill>
                <a:effectLst/>
                <a:latin typeface="Calibri" panose="020F0502020204030204" pitchFamily="34" charset="0"/>
                <a:cs typeface="Calibri" panose="020F0502020204030204" pitchFamily="34" charset="0"/>
              </a:rPr>
              <a:t>drwxr</a:t>
            </a:r>
            <a:r>
              <a:rPr lang="en-US" sz="1000" dirty="0">
                <a:solidFill>
                  <a:srgbClr val="0A0908"/>
                </a:solidFill>
                <a:effectLst/>
                <a:latin typeface="Calibri" panose="020F0502020204030204" pitchFamily="34" charset="0"/>
                <a:cs typeface="Calibri" panose="020F0502020204030204" pitchFamily="34" charset="0"/>
              </a:rPr>
              <a:t>-</a:t>
            </a:r>
            <a:r>
              <a:rPr lang="en-US" sz="1000" dirty="0" err="1">
                <a:solidFill>
                  <a:srgbClr val="0A0908"/>
                </a:solidFill>
                <a:effectLst/>
                <a:latin typeface="Calibri" panose="020F0502020204030204" pitchFamily="34" charset="0"/>
                <a:cs typeface="Calibri" panose="020F0502020204030204" pitchFamily="34" charset="0"/>
              </a:rPr>
              <a:t>xr</a:t>
            </a:r>
            <a:r>
              <a:rPr lang="en-US" sz="1000" dirty="0">
                <a:solidFill>
                  <a:srgbClr val="0A0908"/>
                </a:solidFill>
                <a:effectLst/>
                <a:latin typeface="Calibri" panose="020F0502020204030204" pitchFamily="34" charset="0"/>
                <a:cs typeface="Calibri" panose="020F0502020204030204" pitchFamily="34" charset="0"/>
              </a:rPr>
              <a:t>-x. 4 root </a:t>
            </a:r>
            <a:r>
              <a:rPr lang="en-US" sz="1000" dirty="0" err="1">
                <a:solidFill>
                  <a:srgbClr val="0A0908"/>
                </a:solidFill>
                <a:effectLst/>
                <a:latin typeface="Calibri" panose="020F0502020204030204" pitchFamily="34" charset="0"/>
                <a:cs typeface="Calibri" panose="020F0502020204030204" pitchFamily="34" charset="0"/>
              </a:rPr>
              <a:t>root</a:t>
            </a:r>
            <a:r>
              <a:rPr lang="en-US" sz="1000" dirty="0">
                <a:solidFill>
                  <a:srgbClr val="0A0908"/>
                </a:solidFill>
                <a:effectLst/>
                <a:latin typeface="Calibri" panose="020F0502020204030204" pitchFamily="34" charset="0"/>
                <a:cs typeface="Calibri" panose="020F0502020204030204" pitchFamily="34" charset="0"/>
              </a:rPr>
              <a:t> 72 Jan 12  2024 data</a:t>
            </a:r>
          </a:p>
          <a:p>
            <a:pPr marL="0" marR="0" indent="0">
              <a:spcBef>
                <a:spcPts val="0"/>
              </a:spcBef>
              <a:buNone/>
            </a:pPr>
            <a:r>
              <a:rPr lang="en-US" sz="1000" dirty="0" err="1">
                <a:solidFill>
                  <a:srgbClr val="FF0000"/>
                </a:solidFill>
                <a:effectLst/>
                <a:latin typeface="Calibri" panose="020F0502020204030204" pitchFamily="34" charset="0"/>
                <a:cs typeface="Calibri" panose="020F0502020204030204" pitchFamily="34" charset="0"/>
              </a:rPr>
              <a:t>lrwxrwxrwx</a:t>
            </a:r>
            <a:r>
              <a:rPr lang="en-US" sz="1000" dirty="0">
                <a:solidFill>
                  <a:srgbClr val="FF0000"/>
                </a:solidFill>
                <a:effectLst/>
                <a:latin typeface="Calibri" panose="020F0502020204030204" pitchFamily="34" charset="0"/>
                <a:cs typeface="Calibri" panose="020F0502020204030204" pitchFamily="34" charset="0"/>
              </a:rPr>
              <a:t>. 1 root </a:t>
            </a:r>
            <a:r>
              <a:rPr lang="en-US" sz="1000" dirty="0" err="1">
                <a:solidFill>
                  <a:srgbClr val="FF0000"/>
                </a:solidFill>
                <a:effectLst/>
                <a:latin typeface="Calibri" panose="020F0502020204030204" pitchFamily="34" charset="0"/>
                <a:cs typeface="Calibri" panose="020F0502020204030204" pitchFamily="34" charset="0"/>
              </a:rPr>
              <a:t>root</a:t>
            </a:r>
            <a:r>
              <a:rPr lang="en-US" sz="1000" dirty="0">
                <a:solidFill>
                  <a:srgbClr val="FF0000"/>
                </a:solidFill>
                <a:effectLst/>
                <a:latin typeface="Calibri" panose="020F0502020204030204" pitchFamily="34" charset="0"/>
                <a:cs typeface="Calibri" panose="020F0502020204030204" pitchFamily="34" charset="0"/>
              </a:rPr>
              <a:t> 24 Jan 12  2024 patch -&gt; /</a:t>
            </a:r>
            <a:r>
              <a:rPr lang="en-US" sz="1000" dirty="0" err="1">
                <a:solidFill>
                  <a:srgbClr val="FF0000"/>
                </a:solidFill>
                <a:effectLst/>
                <a:latin typeface="Calibri" panose="020F0502020204030204" pitchFamily="34" charset="0"/>
                <a:cs typeface="Calibri" panose="020F0502020204030204" pitchFamily="34" charset="0"/>
              </a:rPr>
              <a:t>tmp</a:t>
            </a:r>
            <a:r>
              <a:rPr lang="en-US" sz="1000" dirty="0">
                <a:solidFill>
                  <a:srgbClr val="FF0000"/>
                </a:solidFill>
                <a:effectLst/>
                <a:latin typeface="Calibri" panose="020F0502020204030204" pitchFamily="34" charset="0"/>
                <a:cs typeface="Calibri" panose="020F0502020204030204" pitchFamily="34" charset="0"/>
              </a:rPr>
              <a:t>/</a:t>
            </a:r>
            <a:r>
              <a:rPr lang="en-US" sz="1000" dirty="0" err="1">
                <a:solidFill>
                  <a:srgbClr val="FF0000"/>
                </a:solidFill>
                <a:effectLst/>
                <a:latin typeface="Calibri" panose="020F0502020204030204" pitchFamily="34" charset="0"/>
                <a:cs typeface="Calibri" panose="020F0502020204030204" pitchFamily="34" charset="0"/>
              </a:rPr>
              <a:t>shutdown_cbis</a:t>
            </a:r>
            <a:r>
              <a:rPr lang="en-US" sz="1000" dirty="0">
                <a:solidFill>
                  <a:srgbClr val="FF0000"/>
                </a:solidFill>
                <a:effectLst/>
                <a:latin typeface="Calibri" panose="020F0502020204030204" pitchFamily="34" charset="0"/>
                <a:cs typeface="Calibri" panose="020F0502020204030204" pitchFamily="34" charset="0"/>
              </a:rPr>
              <a:t>/patch</a:t>
            </a:r>
          </a:p>
          <a:p>
            <a:pPr marL="0" marR="0" indent="0">
              <a:spcBef>
                <a:spcPts val="0"/>
              </a:spcBef>
              <a:buNone/>
            </a:pPr>
            <a:r>
              <a:rPr lang="en-US" sz="1000" dirty="0">
                <a:solidFill>
                  <a:srgbClr val="0A0908"/>
                </a:solidFill>
                <a:effectLst/>
                <a:latin typeface="Calibri" panose="020F0502020204030204" pitchFamily="34" charset="0"/>
                <a:cs typeface="Calibri" panose="020F0502020204030204" pitchFamily="34" charset="0"/>
              </a:rPr>
              <a:t>[root@ncdcwaaa02-centralsite-centralsitemanager-0 install (Active)]# </a:t>
            </a:r>
          </a:p>
          <a:p>
            <a:pPr marL="0" marR="0" indent="0">
              <a:spcBef>
                <a:spcPts val="0"/>
              </a:spcBef>
              <a:buNone/>
            </a:pPr>
            <a:endParaRPr lang="en-US" sz="1000" dirty="0">
              <a:solidFill>
                <a:srgbClr val="0A0908"/>
              </a:solidFill>
              <a:effectLst/>
              <a:latin typeface="Calibri" panose="020F0502020204030204" pitchFamily="34" charset="0"/>
              <a:cs typeface="Calibri" panose="020F0502020204030204" pitchFamily="34" charset="0"/>
            </a:endParaRPr>
          </a:p>
          <a:p>
            <a:pPr marL="0" marR="0" indent="0">
              <a:spcBef>
                <a:spcPts val="0"/>
              </a:spcBef>
              <a:buNone/>
            </a:pPr>
            <a:r>
              <a:rPr lang="en-US" sz="1000" dirty="0">
                <a:solidFill>
                  <a:srgbClr val="0A0908"/>
                </a:solidFill>
                <a:latin typeface="Calibri" panose="020F0502020204030204" pitchFamily="34" charset="0"/>
                <a:cs typeface="Calibri" panose="020F0502020204030204" pitchFamily="34" charset="0"/>
              </a:rPr>
              <a:t>[cbis-admin@ncdcwaaa02-centralsite-centralsitemanager-0 install (Active)]$ </a:t>
            </a:r>
            <a:r>
              <a:rPr lang="en-US" sz="1000" b="1" dirty="0">
                <a:solidFill>
                  <a:srgbClr val="0A0908"/>
                </a:solidFill>
                <a:highlight>
                  <a:srgbClr val="FFFF00"/>
                </a:highlight>
                <a:latin typeface="Calibri" panose="020F0502020204030204" pitchFamily="34" charset="0"/>
                <a:cs typeface="Calibri" panose="020F0502020204030204" pitchFamily="34" charset="0"/>
              </a:rPr>
              <a:t>cd /var/log/</a:t>
            </a:r>
          </a:p>
          <a:p>
            <a:pPr marL="0" marR="0" indent="0">
              <a:spcBef>
                <a:spcPts val="0"/>
              </a:spcBef>
              <a:buNone/>
            </a:pPr>
            <a:r>
              <a:rPr lang="en-US" sz="1000" dirty="0">
                <a:solidFill>
                  <a:srgbClr val="0A0908"/>
                </a:solidFill>
                <a:latin typeface="Calibri" panose="020F0502020204030204" pitchFamily="34" charset="0"/>
                <a:cs typeface="Calibri" panose="020F0502020204030204" pitchFamily="34" charset="0"/>
              </a:rPr>
              <a:t>[cbis-admin@ncdcwaaa02-centralsite-centralsitemanager-0 log (Active)]$ ls -</a:t>
            </a:r>
            <a:r>
              <a:rPr lang="en-US" sz="1000" dirty="0" err="1">
                <a:solidFill>
                  <a:srgbClr val="0A0908"/>
                </a:solidFill>
                <a:latin typeface="Calibri" panose="020F0502020204030204" pitchFamily="34" charset="0"/>
                <a:cs typeface="Calibri" panose="020F0502020204030204" pitchFamily="34" charset="0"/>
              </a:rPr>
              <a:t>lrt</a:t>
            </a:r>
            <a:r>
              <a:rPr lang="en-US" sz="1000" dirty="0">
                <a:solidFill>
                  <a:srgbClr val="0A0908"/>
                </a:solidFill>
                <a:latin typeface="Calibri" panose="020F0502020204030204" pitchFamily="34" charset="0"/>
                <a:cs typeface="Calibri" panose="020F0502020204030204" pitchFamily="34" charset="0"/>
              </a:rPr>
              <a:t> | grep </a:t>
            </a:r>
            <a:r>
              <a:rPr lang="en-US" sz="1000" dirty="0" err="1">
                <a:solidFill>
                  <a:srgbClr val="0A0908"/>
                </a:solidFill>
                <a:latin typeface="Calibri" panose="020F0502020204030204" pitchFamily="34" charset="0"/>
                <a:cs typeface="Calibri" panose="020F0502020204030204" pitchFamily="34" charset="0"/>
              </a:rPr>
              <a:t>cbis</a:t>
            </a:r>
            <a:endParaRPr lang="en-US" sz="1000" dirty="0">
              <a:solidFill>
                <a:srgbClr val="0A0908"/>
              </a:solidFill>
              <a:latin typeface="Calibri" panose="020F0502020204030204" pitchFamily="34" charset="0"/>
              <a:cs typeface="Calibri" panose="020F0502020204030204" pitchFamily="34" charset="0"/>
            </a:endParaRPr>
          </a:p>
          <a:p>
            <a:pPr marL="0" marR="0" indent="0">
              <a:spcBef>
                <a:spcPts val="0"/>
              </a:spcBef>
              <a:buNone/>
            </a:pPr>
            <a:r>
              <a:rPr lang="en-US" sz="1000" dirty="0" err="1">
                <a:solidFill>
                  <a:srgbClr val="0A0908"/>
                </a:solidFill>
                <a:latin typeface="Calibri" panose="020F0502020204030204" pitchFamily="34" charset="0"/>
                <a:cs typeface="Calibri" panose="020F0502020204030204" pitchFamily="34" charset="0"/>
              </a:rPr>
              <a:t>drwxr</a:t>
            </a:r>
            <a:r>
              <a:rPr lang="en-US" sz="1000" dirty="0">
                <a:solidFill>
                  <a:srgbClr val="0A0908"/>
                </a:solidFill>
                <a:latin typeface="Calibri" panose="020F0502020204030204" pitchFamily="34" charset="0"/>
                <a:cs typeface="Calibri" panose="020F0502020204030204" pitchFamily="34" charset="0"/>
              </a:rPr>
              <a:t>-</a:t>
            </a:r>
            <a:r>
              <a:rPr lang="en-US" sz="1000" dirty="0" err="1">
                <a:solidFill>
                  <a:srgbClr val="0A0908"/>
                </a:solidFill>
                <a:latin typeface="Calibri" panose="020F0502020204030204" pitchFamily="34" charset="0"/>
                <a:cs typeface="Calibri" panose="020F0502020204030204" pitchFamily="34" charset="0"/>
              </a:rPr>
              <a:t>xr</a:t>
            </a:r>
            <a:r>
              <a:rPr lang="en-US" sz="1000" dirty="0">
                <a:solidFill>
                  <a:srgbClr val="0A0908"/>
                </a:solidFill>
                <a:latin typeface="Calibri" panose="020F0502020204030204" pitchFamily="34" charset="0"/>
                <a:cs typeface="Calibri" panose="020F0502020204030204" pitchFamily="34" charset="0"/>
              </a:rPr>
              <a:t>-x. 2 </a:t>
            </a:r>
            <a:r>
              <a:rPr lang="en-US" sz="1000" dirty="0" err="1">
                <a:solidFill>
                  <a:srgbClr val="0A0908"/>
                </a:solidFill>
                <a:latin typeface="Calibri" panose="020F0502020204030204" pitchFamily="34" charset="0"/>
                <a:cs typeface="Calibri" panose="020F0502020204030204" pitchFamily="34" charset="0"/>
              </a:rPr>
              <a:t>cbis</a:t>
            </a:r>
            <a:r>
              <a:rPr lang="en-US" sz="1000" dirty="0">
                <a:solidFill>
                  <a:srgbClr val="0A0908"/>
                </a:solidFill>
                <a:latin typeface="Calibri" panose="020F0502020204030204" pitchFamily="34" charset="0"/>
                <a:cs typeface="Calibri" panose="020F0502020204030204" pitchFamily="34" charset="0"/>
              </a:rPr>
              <a:t>-admin  </a:t>
            </a:r>
            <a:r>
              <a:rPr lang="en-US" sz="1000" dirty="0" err="1">
                <a:solidFill>
                  <a:srgbClr val="0A0908"/>
                </a:solidFill>
                <a:latin typeface="Calibri" panose="020F0502020204030204" pitchFamily="34" charset="0"/>
                <a:cs typeface="Calibri" panose="020F0502020204030204" pitchFamily="34" charset="0"/>
              </a:rPr>
              <a:t>cbis</a:t>
            </a:r>
            <a:r>
              <a:rPr lang="en-US" sz="1000" dirty="0">
                <a:solidFill>
                  <a:srgbClr val="0A0908"/>
                </a:solidFill>
                <a:latin typeface="Calibri" panose="020F0502020204030204" pitchFamily="34" charset="0"/>
                <a:cs typeface="Calibri" panose="020F0502020204030204" pitchFamily="34" charset="0"/>
              </a:rPr>
              <a:t>-admin              20 May 19  2023 salt</a:t>
            </a:r>
          </a:p>
          <a:p>
            <a:pPr marL="0" marR="0" indent="0">
              <a:spcBef>
                <a:spcPts val="0"/>
              </a:spcBef>
              <a:buNone/>
            </a:pPr>
            <a:r>
              <a:rPr lang="en-US" sz="1000" dirty="0" err="1">
                <a:solidFill>
                  <a:srgbClr val="FF0000"/>
                </a:solidFill>
                <a:latin typeface="Calibri" panose="020F0502020204030204" pitchFamily="34" charset="0"/>
                <a:cs typeface="Calibri" panose="020F0502020204030204" pitchFamily="34" charset="0"/>
              </a:rPr>
              <a:t>lrwxrwxrwx</a:t>
            </a:r>
            <a:r>
              <a:rPr lang="en-US" sz="1000" dirty="0">
                <a:solidFill>
                  <a:srgbClr val="FF0000"/>
                </a:solidFill>
                <a:latin typeface="Calibri" panose="020F0502020204030204" pitchFamily="34" charset="0"/>
                <a:cs typeface="Calibri" panose="020F0502020204030204" pitchFamily="34" charset="0"/>
              </a:rPr>
              <a:t>. 1 root        </a:t>
            </a:r>
            <a:r>
              <a:rPr lang="en-US" sz="1000" dirty="0" err="1">
                <a:solidFill>
                  <a:srgbClr val="FF0000"/>
                </a:solidFill>
                <a:latin typeface="Calibri" panose="020F0502020204030204" pitchFamily="34" charset="0"/>
                <a:cs typeface="Calibri" panose="020F0502020204030204" pitchFamily="34" charset="0"/>
              </a:rPr>
              <a:t>root</a:t>
            </a:r>
            <a:r>
              <a:rPr lang="en-US" sz="1000" dirty="0">
                <a:solidFill>
                  <a:srgbClr val="FF0000"/>
                </a:solidFill>
                <a:latin typeface="Calibri" panose="020F0502020204030204" pitchFamily="34" charset="0"/>
                <a:cs typeface="Calibri" panose="020F0502020204030204" pitchFamily="34" charset="0"/>
              </a:rPr>
              <a:t>                    32 Jan 12  2024 </a:t>
            </a:r>
            <a:r>
              <a:rPr lang="en-US" sz="1000" dirty="0" err="1">
                <a:solidFill>
                  <a:srgbClr val="FF0000"/>
                </a:solidFill>
                <a:latin typeface="Calibri" panose="020F0502020204030204" pitchFamily="34" charset="0"/>
                <a:cs typeface="Calibri" panose="020F0502020204030204" pitchFamily="34" charset="0"/>
              </a:rPr>
              <a:t>cbis_services</a:t>
            </a:r>
            <a:r>
              <a:rPr lang="en-US" sz="1000" dirty="0">
                <a:solidFill>
                  <a:srgbClr val="FF0000"/>
                </a:solidFill>
                <a:latin typeface="Calibri" panose="020F0502020204030204" pitchFamily="34" charset="0"/>
                <a:cs typeface="Calibri" panose="020F0502020204030204" pitchFamily="34" charset="0"/>
              </a:rPr>
              <a:t> -&gt; /</a:t>
            </a:r>
            <a:r>
              <a:rPr lang="en-US" sz="1000" dirty="0" err="1">
                <a:solidFill>
                  <a:srgbClr val="FF0000"/>
                </a:solidFill>
                <a:latin typeface="Calibri" panose="020F0502020204030204" pitchFamily="34" charset="0"/>
                <a:cs typeface="Calibri" panose="020F0502020204030204" pitchFamily="34" charset="0"/>
              </a:rPr>
              <a:t>tmp</a:t>
            </a:r>
            <a:r>
              <a:rPr lang="en-US" sz="1000" dirty="0">
                <a:solidFill>
                  <a:srgbClr val="FF0000"/>
                </a:solidFill>
                <a:latin typeface="Calibri" panose="020F0502020204030204" pitchFamily="34" charset="0"/>
                <a:cs typeface="Calibri" panose="020F0502020204030204" pitchFamily="34" charset="0"/>
              </a:rPr>
              <a:t>/</a:t>
            </a:r>
            <a:r>
              <a:rPr lang="en-US" sz="1000" dirty="0" err="1">
                <a:solidFill>
                  <a:srgbClr val="FF0000"/>
                </a:solidFill>
                <a:latin typeface="Calibri" panose="020F0502020204030204" pitchFamily="34" charset="0"/>
                <a:cs typeface="Calibri" panose="020F0502020204030204" pitchFamily="34" charset="0"/>
              </a:rPr>
              <a:t>shutdown_cbis</a:t>
            </a:r>
            <a:r>
              <a:rPr lang="en-US" sz="1000" dirty="0">
                <a:solidFill>
                  <a:srgbClr val="FF0000"/>
                </a:solidFill>
                <a:latin typeface="Calibri" panose="020F0502020204030204" pitchFamily="34" charset="0"/>
                <a:cs typeface="Calibri" panose="020F0502020204030204" pitchFamily="34" charset="0"/>
              </a:rPr>
              <a:t>/</a:t>
            </a:r>
            <a:r>
              <a:rPr lang="en-US" sz="1000" dirty="0" err="1">
                <a:solidFill>
                  <a:srgbClr val="FF0000"/>
                </a:solidFill>
                <a:latin typeface="Calibri" panose="020F0502020204030204" pitchFamily="34" charset="0"/>
                <a:cs typeface="Calibri" panose="020F0502020204030204" pitchFamily="34" charset="0"/>
              </a:rPr>
              <a:t>cbis_services</a:t>
            </a:r>
            <a:endParaRPr lang="en-US" sz="1000" dirty="0">
              <a:solidFill>
                <a:srgbClr val="FF0000"/>
              </a:solidFill>
              <a:latin typeface="Calibri" panose="020F0502020204030204" pitchFamily="34" charset="0"/>
              <a:cs typeface="Calibri" panose="020F0502020204030204" pitchFamily="34" charset="0"/>
            </a:endParaRPr>
          </a:p>
          <a:p>
            <a:pPr marL="0" marR="0" indent="0">
              <a:spcBef>
                <a:spcPts val="0"/>
              </a:spcBef>
              <a:buNone/>
            </a:pPr>
            <a:r>
              <a:rPr lang="en-US" sz="1000" dirty="0" err="1">
                <a:solidFill>
                  <a:srgbClr val="0A0908"/>
                </a:solidFill>
                <a:latin typeface="Calibri" panose="020F0502020204030204" pitchFamily="34" charset="0"/>
                <a:cs typeface="Calibri" panose="020F0502020204030204" pitchFamily="34" charset="0"/>
              </a:rPr>
              <a:t>drwxrwxrwx</a:t>
            </a:r>
            <a:r>
              <a:rPr lang="en-US" sz="1000" dirty="0">
                <a:solidFill>
                  <a:srgbClr val="0A0908"/>
                </a:solidFill>
                <a:latin typeface="Calibri" panose="020F0502020204030204" pitchFamily="34" charset="0"/>
                <a:cs typeface="Calibri" panose="020F0502020204030204" pitchFamily="34" charset="0"/>
              </a:rPr>
              <a:t>. 3 root        </a:t>
            </a:r>
            <a:r>
              <a:rPr lang="en-US" sz="1000" dirty="0" err="1">
                <a:solidFill>
                  <a:srgbClr val="0A0908"/>
                </a:solidFill>
                <a:latin typeface="Calibri" panose="020F0502020204030204" pitchFamily="34" charset="0"/>
                <a:cs typeface="Calibri" panose="020F0502020204030204" pitchFamily="34" charset="0"/>
              </a:rPr>
              <a:t>root</a:t>
            </a:r>
            <a:r>
              <a:rPr lang="en-US" sz="1000" dirty="0">
                <a:solidFill>
                  <a:srgbClr val="0A0908"/>
                </a:solidFill>
                <a:latin typeface="Calibri" panose="020F0502020204030204" pitchFamily="34" charset="0"/>
                <a:cs typeface="Calibri" panose="020F0502020204030204" pitchFamily="34" charset="0"/>
              </a:rPr>
              <a:t>                  4096 Jan  3 04:54 </a:t>
            </a:r>
            <a:r>
              <a:rPr lang="en-US" sz="1000" dirty="0" err="1">
                <a:solidFill>
                  <a:srgbClr val="0A0908"/>
                </a:solidFill>
                <a:latin typeface="Calibri" panose="020F0502020204030204" pitchFamily="34" charset="0"/>
                <a:cs typeface="Calibri" panose="020F0502020204030204" pitchFamily="34" charset="0"/>
              </a:rPr>
              <a:t>cbis</a:t>
            </a:r>
            <a:endParaRPr lang="en-US" sz="1000" dirty="0">
              <a:solidFill>
                <a:srgbClr val="0A0908"/>
              </a:solidFill>
              <a:latin typeface="Calibri" panose="020F0502020204030204" pitchFamily="34" charset="0"/>
              <a:cs typeface="Calibri" panose="020F0502020204030204" pitchFamily="34" charset="0"/>
            </a:endParaRPr>
          </a:p>
          <a:p>
            <a:pPr marL="0" marR="0" indent="0">
              <a:spcBef>
                <a:spcPts val="0"/>
              </a:spcBef>
              <a:buNone/>
            </a:pPr>
            <a:r>
              <a:rPr lang="en-US" sz="1000" dirty="0">
                <a:solidFill>
                  <a:srgbClr val="0A0908"/>
                </a:solidFill>
                <a:latin typeface="Calibri" panose="020F0502020204030204" pitchFamily="34" charset="0"/>
                <a:cs typeface="Calibri" panose="020F0502020204030204" pitchFamily="34" charset="0"/>
              </a:rPr>
              <a:t>-</a:t>
            </a:r>
            <a:r>
              <a:rPr lang="en-US" sz="1000" dirty="0" err="1">
                <a:solidFill>
                  <a:srgbClr val="0A0908"/>
                </a:solidFill>
                <a:latin typeface="Calibri" panose="020F0502020204030204" pitchFamily="34" charset="0"/>
                <a:cs typeface="Calibri" panose="020F0502020204030204" pitchFamily="34" charset="0"/>
              </a:rPr>
              <a:t>rw</a:t>
            </a:r>
            <a:r>
              <a:rPr lang="en-US" sz="1000" dirty="0">
                <a:solidFill>
                  <a:srgbClr val="0A0908"/>
                </a:solidFill>
                <a:latin typeface="Calibri" panose="020F0502020204030204" pitchFamily="34" charset="0"/>
                <a:cs typeface="Calibri" panose="020F0502020204030204" pitchFamily="34" charset="0"/>
              </a:rPr>
              <a:t>-r-----. 1 root        </a:t>
            </a:r>
            <a:r>
              <a:rPr lang="en-US" sz="1000" dirty="0" err="1">
                <a:solidFill>
                  <a:srgbClr val="0A0908"/>
                </a:solidFill>
                <a:latin typeface="Calibri" panose="020F0502020204030204" pitchFamily="34" charset="0"/>
                <a:cs typeface="Calibri" panose="020F0502020204030204" pitchFamily="34" charset="0"/>
              </a:rPr>
              <a:t>root</a:t>
            </a:r>
            <a:r>
              <a:rPr lang="en-US" sz="1000" dirty="0">
                <a:solidFill>
                  <a:srgbClr val="0A0908"/>
                </a:solidFill>
                <a:latin typeface="Calibri" panose="020F0502020204030204" pitchFamily="34" charset="0"/>
                <a:cs typeface="Calibri" panose="020F0502020204030204" pitchFamily="34" charset="0"/>
              </a:rPr>
              <a:t>               3621513 Jan  7 07:07 cbis_pods.log</a:t>
            </a:r>
          </a:p>
          <a:p>
            <a:pPr marL="0" marR="0" indent="0">
              <a:spcBef>
                <a:spcPts val="0"/>
              </a:spcBef>
              <a:buNone/>
            </a:pPr>
            <a:r>
              <a:rPr lang="en-US" sz="1000" dirty="0">
                <a:solidFill>
                  <a:srgbClr val="0A0908"/>
                </a:solidFill>
                <a:latin typeface="Calibri" panose="020F0502020204030204" pitchFamily="34" charset="0"/>
                <a:cs typeface="Calibri" panose="020F0502020204030204" pitchFamily="34" charset="0"/>
              </a:rPr>
              <a:t>[cbis-admin@ncdcwaaa02-centralsite-centralsitemanager-0 log (Active)]$</a:t>
            </a:r>
          </a:p>
          <a:p>
            <a:pPr lvl="1"/>
            <a:endParaRPr lang="en-US" sz="1100" dirty="0">
              <a:solidFill>
                <a:srgbClr val="001135"/>
              </a:solidFill>
              <a:latin typeface="Calibri" panose="020F0502020204030204" pitchFamily="34" charset="0"/>
              <a:cs typeface="Calibri" panose="020F0502020204030204" pitchFamily="34" charset="0"/>
            </a:endParaRPr>
          </a:p>
          <a:p>
            <a:pPr marL="342900" lvl="1" indent="0">
              <a:buNone/>
            </a:pPr>
            <a:endParaRPr lang="en-US" sz="1400" dirty="0">
              <a:solidFill>
                <a:srgbClr val="001135"/>
              </a:solidFill>
              <a:latin typeface="Calibri" panose="020F0502020204030204" pitchFamily="34" charset="0"/>
              <a:cs typeface="Calibri" panose="020F0502020204030204" pitchFamily="34" charset="0"/>
            </a:endParaRPr>
          </a:p>
        </p:txBody>
      </p:sp>
      <p:sp>
        <p:nvSpPr>
          <p:cNvPr id="6" name="Text Placeholder 7">
            <a:extLst>
              <a:ext uri="{FF2B5EF4-FFF2-40B4-BE49-F238E27FC236}">
                <a16:creationId xmlns:a16="http://schemas.microsoft.com/office/drawing/2014/main" id="{68C85C5C-B826-B467-82FE-2746B64E6D9E}"/>
              </a:ext>
            </a:extLst>
          </p:cNvPr>
          <p:cNvSpPr txBox="1">
            <a:spLocks/>
          </p:cNvSpPr>
          <p:nvPr/>
        </p:nvSpPr>
        <p:spPr>
          <a:xfrm>
            <a:off x="397720" y="1157610"/>
            <a:ext cx="8312742" cy="3503841"/>
          </a:xfrm>
          <a:prstGeom prst="rect">
            <a:avLst/>
          </a:prstGeom>
        </p:spPr>
        <p:txBody>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spcBef>
                <a:spcPts val="0"/>
              </a:spcBef>
              <a:buNone/>
            </a:pPr>
            <a:endParaRPr lang="en-US" sz="1100" dirty="0">
              <a:solidFill>
                <a:srgbClr val="0A0908"/>
              </a:solidFill>
              <a:latin typeface="Calibri" panose="020F0502020204030204" pitchFamily="34" charset="0"/>
            </a:endParaRPr>
          </a:p>
        </p:txBody>
      </p:sp>
    </p:spTree>
    <p:extLst>
      <p:ext uri="{BB962C8B-B14F-4D97-AF65-F5344CB8AC3E}">
        <p14:creationId xmlns:p14="http://schemas.microsoft.com/office/powerpoint/2010/main" val="6665264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6233C3-4062-7A6C-780F-CE0F94A9D575}"/>
            </a:ext>
          </a:extLst>
        </p:cNvPr>
        <p:cNvGrpSpPr/>
        <p:nvPr/>
      </p:nvGrpSpPr>
      <p:grpSpPr>
        <a:xfrm>
          <a:off x="0" y="0"/>
          <a:ext cx="0" cy="0"/>
          <a:chOff x="0" y="0"/>
          <a:chExt cx="0" cy="0"/>
        </a:xfrm>
      </p:grpSpPr>
      <p:sp>
        <p:nvSpPr>
          <p:cNvPr id="10" name="Text Placeholder 9">
            <a:extLst>
              <a:ext uri="{FF2B5EF4-FFF2-40B4-BE49-F238E27FC236}">
                <a16:creationId xmlns:a16="http://schemas.microsoft.com/office/drawing/2014/main" id="{6D5110FA-81A2-57F4-D9D9-20D2B23402E4}"/>
              </a:ext>
            </a:extLst>
          </p:cNvPr>
          <p:cNvSpPr>
            <a:spLocks noGrp="1"/>
          </p:cNvSpPr>
          <p:nvPr>
            <p:ph type="body" sz="quarter" idx="12"/>
          </p:nvPr>
        </p:nvSpPr>
        <p:spPr>
          <a:xfrm>
            <a:off x="330518" y="162545"/>
            <a:ext cx="8312742" cy="423864"/>
          </a:xfrm>
        </p:spPr>
        <p:txBody>
          <a:bodyPr/>
          <a:lstStyle/>
          <a:p>
            <a:r>
              <a:rPr lang="en-GB" b="1" dirty="0">
                <a:solidFill>
                  <a:schemeClr val="tx2">
                    <a:lumMod val="75000"/>
                    <a:lumOff val="25000"/>
                  </a:schemeClr>
                </a:solidFill>
                <a:latin typeface="+mj-lt"/>
              </a:rPr>
              <a:t>Issue-3: NCS manager Issue- Continued</a:t>
            </a:r>
            <a:endParaRPr lang="en-US" b="1" dirty="0">
              <a:solidFill>
                <a:schemeClr val="tx2">
                  <a:lumMod val="75000"/>
                  <a:lumOff val="25000"/>
                </a:schemeClr>
              </a:solidFill>
              <a:latin typeface="+mj-lt"/>
            </a:endParaRPr>
          </a:p>
        </p:txBody>
      </p:sp>
      <p:sp>
        <p:nvSpPr>
          <p:cNvPr id="4" name="Footer Placeholder 3">
            <a:extLst>
              <a:ext uri="{FF2B5EF4-FFF2-40B4-BE49-F238E27FC236}">
                <a16:creationId xmlns:a16="http://schemas.microsoft.com/office/drawing/2014/main" id="{064B26C3-1E92-AEDC-A034-5E4D2F17BB4E}"/>
              </a:ext>
            </a:extLst>
          </p:cNvPr>
          <p:cNvSpPr>
            <a:spLocks noGrp="1"/>
          </p:cNvSpPr>
          <p:nvPr>
            <p:ph type="ftr" sz="quarter" idx="3"/>
          </p:nvPr>
        </p:nvSpPr>
        <p:spPr/>
        <p:txBody>
          <a:bodyPr/>
          <a:lstStyle/>
          <a:p>
            <a:r>
              <a:rPr lang="en-US" dirty="0"/>
              <a:t>Nokia Internal</a:t>
            </a:r>
          </a:p>
        </p:txBody>
      </p:sp>
      <p:sp>
        <p:nvSpPr>
          <p:cNvPr id="6" name="Text Placeholder 7">
            <a:extLst>
              <a:ext uri="{FF2B5EF4-FFF2-40B4-BE49-F238E27FC236}">
                <a16:creationId xmlns:a16="http://schemas.microsoft.com/office/drawing/2014/main" id="{AE6620BF-D8AF-7F2F-DFB2-D4853DEBBB59}"/>
              </a:ext>
            </a:extLst>
          </p:cNvPr>
          <p:cNvSpPr txBox="1">
            <a:spLocks/>
          </p:cNvSpPr>
          <p:nvPr/>
        </p:nvSpPr>
        <p:spPr>
          <a:xfrm>
            <a:off x="246035" y="513404"/>
            <a:ext cx="8738939" cy="4277255"/>
          </a:xfrm>
          <a:prstGeom prst="rect">
            <a:avLst/>
          </a:prstGeom>
        </p:spPr>
        <p:txBody>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spcBef>
                <a:spcPts val="0"/>
              </a:spcBef>
              <a:buNone/>
            </a:pPr>
            <a:r>
              <a:rPr lang="en-US" sz="1100" b="1" dirty="0">
                <a:solidFill>
                  <a:srgbClr val="0A0908"/>
                </a:solidFill>
                <a:latin typeface="Calibri" panose="020F0502020204030204" pitchFamily="34" charset="0"/>
                <a:cs typeface="Calibri" panose="020F0502020204030204" pitchFamily="34" charset="0"/>
              </a:rPr>
              <a:t>Solution:-</a:t>
            </a:r>
          </a:p>
          <a:p>
            <a:pPr marL="0" indent="0">
              <a:spcBef>
                <a:spcPts val="0"/>
              </a:spcBef>
              <a:buNone/>
            </a:pPr>
            <a:r>
              <a:rPr lang="en-US" sz="1100" b="0" i="0" dirty="0">
                <a:solidFill>
                  <a:srgbClr val="0A0908"/>
                </a:solidFill>
                <a:effectLst/>
                <a:latin typeface="Calibri" panose="020F0502020204030204" pitchFamily="34" charset="0"/>
                <a:cs typeface="Calibri" panose="020F0502020204030204" pitchFamily="34" charset="0"/>
              </a:rPr>
              <a:t>We recreated the problematic link files manually.</a:t>
            </a:r>
          </a:p>
          <a:p>
            <a:pPr marL="0" indent="0">
              <a:spcBef>
                <a:spcPts val="0"/>
              </a:spcBef>
              <a:buNone/>
            </a:pPr>
            <a:r>
              <a:rPr lang="en-US" sz="1100" b="1" u="sng" dirty="0">
                <a:solidFill>
                  <a:srgbClr val="0A0908"/>
                </a:solidFill>
                <a:latin typeface="Calibri" panose="020F0502020204030204" pitchFamily="34" charset="0"/>
                <a:cs typeface="Calibri" panose="020F0502020204030204" pitchFamily="34" charset="0"/>
              </a:rPr>
              <a:t>Example:</a:t>
            </a:r>
          </a:p>
          <a:p>
            <a:pPr marL="0" indent="0">
              <a:spcBef>
                <a:spcPts val="0"/>
              </a:spcBef>
              <a:buNone/>
            </a:pPr>
            <a:r>
              <a:rPr lang="en-US" sz="900" dirty="0">
                <a:solidFill>
                  <a:srgbClr val="0A0908"/>
                </a:solidFill>
                <a:latin typeface="Calibri" panose="020F0502020204030204" pitchFamily="34" charset="0"/>
                <a:cs typeface="Calibri" panose="020F0502020204030204" pitchFamily="34" charset="0"/>
              </a:rPr>
              <a:t>[root@ncdcwaaa02-centralsite-centralsitemanager-0 ~ (Active)]$ </a:t>
            </a:r>
            <a:r>
              <a:rPr lang="en-US" sz="900" dirty="0">
                <a:solidFill>
                  <a:schemeClr val="accent1"/>
                </a:solidFill>
                <a:latin typeface="Calibri" panose="020F0502020204030204" pitchFamily="34" charset="0"/>
              </a:rPr>
              <a:t>ls -</a:t>
            </a:r>
            <a:r>
              <a:rPr lang="en-US" sz="900" dirty="0" err="1">
                <a:solidFill>
                  <a:schemeClr val="accent1"/>
                </a:solidFill>
                <a:latin typeface="Calibri" panose="020F0502020204030204" pitchFamily="34" charset="0"/>
              </a:rPr>
              <a:t>ld</a:t>
            </a:r>
            <a:r>
              <a:rPr lang="en-US" sz="900" dirty="0">
                <a:solidFill>
                  <a:schemeClr val="accent1"/>
                </a:solidFill>
                <a:latin typeface="Calibri" panose="020F0502020204030204" pitchFamily="34" charset="0"/>
              </a:rPr>
              <a:t> /opt/install/data/</a:t>
            </a:r>
            <a:r>
              <a:rPr lang="en-US" sz="900" dirty="0" err="1">
                <a:solidFill>
                  <a:schemeClr val="accent1"/>
                </a:solidFill>
                <a:latin typeface="Calibri" panose="020F0502020204030204" pitchFamily="34" charset="0"/>
              </a:rPr>
              <a:t>cbis</a:t>
            </a:r>
            <a:r>
              <a:rPr lang="en-US" sz="900" dirty="0">
                <a:solidFill>
                  <a:schemeClr val="accent1"/>
                </a:solidFill>
                <a:latin typeface="Calibri" panose="020F0502020204030204" pitchFamily="34" charset="0"/>
              </a:rPr>
              <a:t>-clusters</a:t>
            </a:r>
          </a:p>
          <a:p>
            <a:pPr marL="0" indent="0">
              <a:spcBef>
                <a:spcPts val="0"/>
              </a:spcBef>
              <a:buNone/>
            </a:pPr>
            <a:r>
              <a:rPr lang="en-US" sz="900" dirty="0" err="1">
                <a:solidFill>
                  <a:srgbClr val="0A0908"/>
                </a:solidFill>
                <a:latin typeface="Calibri" panose="020F0502020204030204" pitchFamily="34" charset="0"/>
                <a:cs typeface="Calibri" panose="020F0502020204030204" pitchFamily="34" charset="0"/>
              </a:rPr>
              <a:t>lrwxrwxrwx</a:t>
            </a:r>
            <a:r>
              <a:rPr lang="en-US" sz="900" dirty="0">
                <a:solidFill>
                  <a:srgbClr val="0A0908"/>
                </a:solidFill>
                <a:latin typeface="Calibri" panose="020F0502020204030204" pitchFamily="34" charset="0"/>
                <a:cs typeface="Calibri" panose="020F0502020204030204" pitchFamily="34" charset="0"/>
              </a:rPr>
              <a:t>. 1 root </a:t>
            </a:r>
            <a:r>
              <a:rPr lang="en-US" sz="900" dirty="0" err="1">
                <a:solidFill>
                  <a:srgbClr val="0A0908"/>
                </a:solidFill>
                <a:latin typeface="Calibri" panose="020F0502020204030204" pitchFamily="34" charset="0"/>
                <a:cs typeface="Calibri" panose="020F0502020204030204" pitchFamily="34" charset="0"/>
              </a:rPr>
              <a:t>root</a:t>
            </a:r>
            <a:r>
              <a:rPr lang="en-US" sz="900" dirty="0">
                <a:solidFill>
                  <a:srgbClr val="0A0908"/>
                </a:solidFill>
                <a:latin typeface="Calibri" panose="020F0502020204030204" pitchFamily="34" charset="0"/>
                <a:cs typeface="Calibri" panose="020F0502020204030204" pitchFamily="34" charset="0"/>
              </a:rPr>
              <a:t> 32 Jan 12  2024 /opt/install/data/</a:t>
            </a:r>
            <a:r>
              <a:rPr lang="en-US" sz="900" dirty="0" err="1">
                <a:solidFill>
                  <a:srgbClr val="0A0908"/>
                </a:solidFill>
                <a:latin typeface="Calibri" panose="020F0502020204030204" pitchFamily="34" charset="0"/>
                <a:cs typeface="Calibri" panose="020F0502020204030204" pitchFamily="34" charset="0"/>
              </a:rPr>
              <a:t>cbis</a:t>
            </a:r>
            <a:r>
              <a:rPr lang="en-US" sz="900" dirty="0">
                <a:solidFill>
                  <a:srgbClr val="0A0908"/>
                </a:solidFill>
                <a:latin typeface="Calibri" panose="020F0502020204030204" pitchFamily="34" charset="0"/>
                <a:cs typeface="Calibri" panose="020F0502020204030204" pitchFamily="34" charset="0"/>
              </a:rPr>
              <a:t>-clusters -&gt; /</a:t>
            </a:r>
            <a:r>
              <a:rPr lang="en-US" sz="900" dirty="0" err="1">
                <a:solidFill>
                  <a:srgbClr val="0A0908"/>
                </a:solidFill>
                <a:latin typeface="Calibri" panose="020F0502020204030204" pitchFamily="34" charset="0"/>
                <a:cs typeface="Calibri" panose="020F0502020204030204" pitchFamily="34" charset="0"/>
              </a:rPr>
              <a:t>tmp</a:t>
            </a:r>
            <a:r>
              <a:rPr lang="en-US" sz="900" dirty="0">
                <a:solidFill>
                  <a:srgbClr val="0A0908"/>
                </a:solidFill>
                <a:latin typeface="Calibri" panose="020F0502020204030204" pitchFamily="34" charset="0"/>
                <a:cs typeface="Calibri" panose="020F0502020204030204" pitchFamily="34" charset="0"/>
              </a:rPr>
              <a:t>/</a:t>
            </a:r>
            <a:r>
              <a:rPr lang="en-US" sz="900" dirty="0" err="1">
                <a:solidFill>
                  <a:srgbClr val="0A0908"/>
                </a:solidFill>
                <a:latin typeface="Calibri" panose="020F0502020204030204" pitchFamily="34" charset="0"/>
                <a:cs typeface="Calibri" panose="020F0502020204030204" pitchFamily="34" charset="0"/>
              </a:rPr>
              <a:t>shutdown_cbis</a:t>
            </a:r>
            <a:r>
              <a:rPr lang="en-US" sz="900" dirty="0">
                <a:solidFill>
                  <a:srgbClr val="0A0908"/>
                </a:solidFill>
                <a:latin typeface="Calibri" panose="020F0502020204030204" pitchFamily="34" charset="0"/>
                <a:cs typeface="Calibri" panose="020F0502020204030204" pitchFamily="34" charset="0"/>
              </a:rPr>
              <a:t>/</a:t>
            </a:r>
            <a:r>
              <a:rPr lang="en-US" sz="900" dirty="0" err="1">
                <a:solidFill>
                  <a:srgbClr val="0A0908"/>
                </a:solidFill>
                <a:latin typeface="Calibri" panose="020F0502020204030204" pitchFamily="34" charset="0"/>
                <a:cs typeface="Calibri" panose="020F0502020204030204" pitchFamily="34" charset="0"/>
              </a:rPr>
              <a:t>cbis</a:t>
            </a:r>
            <a:r>
              <a:rPr lang="en-US" sz="900" dirty="0">
                <a:solidFill>
                  <a:srgbClr val="0A0908"/>
                </a:solidFill>
                <a:latin typeface="Calibri" panose="020F0502020204030204" pitchFamily="34" charset="0"/>
                <a:cs typeface="Calibri" panose="020F0502020204030204" pitchFamily="34" charset="0"/>
              </a:rPr>
              <a:t>-clusters</a:t>
            </a:r>
          </a:p>
          <a:p>
            <a:pPr marL="0" indent="0">
              <a:spcBef>
                <a:spcPts val="0"/>
              </a:spcBef>
              <a:buNone/>
            </a:pPr>
            <a:r>
              <a:rPr lang="en-US" sz="900" dirty="0">
                <a:solidFill>
                  <a:srgbClr val="0A0908"/>
                </a:solidFill>
                <a:latin typeface="Calibri" panose="020F0502020204030204" pitchFamily="34" charset="0"/>
                <a:cs typeface="Calibri" panose="020F0502020204030204" pitchFamily="34" charset="0"/>
              </a:rPr>
              <a:t>[root@ncdcwaaa02-centralsite-centralsitemanager-0 ~ (Active)]$ </a:t>
            </a:r>
            <a:r>
              <a:rPr lang="en-US" sz="900" dirty="0">
                <a:solidFill>
                  <a:schemeClr val="accent1"/>
                </a:solidFill>
                <a:highlight>
                  <a:srgbClr val="FFFF00"/>
                </a:highlight>
                <a:latin typeface="Calibri" panose="020F0502020204030204" pitchFamily="34" charset="0"/>
              </a:rPr>
              <a:t>rm -f  /opt/install/data/</a:t>
            </a:r>
            <a:r>
              <a:rPr lang="en-US" sz="900" dirty="0" err="1">
                <a:solidFill>
                  <a:schemeClr val="accent1"/>
                </a:solidFill>
                <a:highlight>
                  <a:srgbClr val="FFFF00"/>
                </a:highlight>
                <a:latin typeface="Calibri" panose="020F0502020204030204" pitchFamily="34" charset="0"/>
              </a:rPr>
              <a:t>cbis</a:t>
            </a:r>
            <a:r>
              <a:rPr lang="en-US" sz="900" dirty="0">
                <a:solidFill>
                  <a:schemeClr val="accent1"/>
                </a:solidFill>
                <a:highlight>
                  <a:srgbClr val="FFFF00"/>
                </a:highlight>
                <a:latin typeface="Calibri" panose="020F0502020204030204" pitchFamily="34" charset="0"/>
              </a:rPr>
              <a:t>-clusters</a:t>
            </a:r>
          </a:p>
          <a:p>
            <a:pPr marL="0" indent="0">
              <a:spcBef>
                <a:spcPts val="0"/>
              </a:spcBef>
              <a:buNone/>
            </a:pPr>
            <a:endParaRPr lang="en-US" sz="900" dirty="0">
              <a:solidFill>
                <a:srgbClr val="0A0908"/>
              </a:solidFill>
              <a:latin typeface="Calibri" panose="020F0502020204030204" pitchFamily="34" charset="0"/>
              <a:cs typeface="Calibri" panose="020F0502020204030204" pitchFamily="34" charset="0"/>
            </a:endParaRPr>
          </a:p>
          <a:p>
            <a:pPr marL="0" indent="0">
              <a:spcBef>
                <a:spcPts val="0"/>
              </a:spcBef>
              <a:buNone/>
            </a:pPr>
            <a:r>
              <a:rPr lang="en-US" sz="900" dirty="0">
                <a:solidFill>
                  <a:srgbClr val="0A0908"/>
                </a:solidFill>
                <a:latin typeface="Calibri" panose="020F0502020204030204" pitchFamily="34" charset="0"/>
                <a:cs typeface="Calibri" panose="020F0502020204030204" pitchFamily="34" charset="0"/>
              </a:rPr>
              <a:t>[root@ncdcwaaa02-centralsite-centralsitemanager-0 ~ (Active)]$ </a:t>
            </a:r>
            <a:r>
              <a:rPr lang="en-US" sz="900" dirty="0">
                <a:solidFill>
                  <a:srgbClr val="0A0908"/>
                </a:solidFill>
                <a:highlight>
                  <a:srgbClr val="FFFF00"/>
                </a:highlight>
                <a:latin typeface="Calibri" panose="020F0502020204030204" pitchFamily="34" charset="0"/>
                <a:cs typeface="Calibri" panose="020F0502020204030204" pitchFamily="34" charset="0"/>
              </a:rPr>
              <a:t>l</a:t>
            </a:r>
            <a:r>
              <a:rPr lang="en-US" sz="900" dirty="0">
                <a:solidFill>
                  <a:schemeClr val="accent1"/>
                </a:solidFill>
                <a:highlight>
                  <a:srgbClr val="FFFF00"/>
                </a:highlight>
                <a:latin typeface="Calibri" panose="020F0502020204030204" pitchFamily="34" charset="0"/>
              </a:rPr>
              <a:t>n -</a:t>
            </a:r>
            <a:r>
              <a:rPr lang="en-US" sz="900" dirty="0" err="1">
                <a:solidFill>
                  <a:schemeClr val="accent1"/>
                </a:solidFill>
                <a:highlight>
                  <a:srgbClr val="FFFF00"/>
                </a:highlight>
                <a:latin typeface="Calibri" panose="020F0502020204030204" pitchFamily="34" charset="0"/>
              </a:rPr>
              <a:t>svf</a:t>
            </a:r>
            <a:r>
              <a:rPr lang="en-US" sz="900" dirty="0">
                <a:solidFill>
                  <a:schemeClr val="accent1"/>
                </a:solidFill>
                <a:highlight>
                  <a:srgbClr val="FFFF00"/>
                </a:highlight>
                <a:latin typeface="Calibri" panose="020F0502020204030204" pitchFamily="34" charset="0"/>
              </a:rPr>
              <a:t> /opt/management/manager/</a:t>
            </a:r>
            <a:r>
              <a:rPr lang="en-US" sz="900" dirty="0" err="1">
                <a:solidFill>
                  <a:schemeClr val="accent1"/>
                </a:solidFill>
                <a:highlight>
                  <a:srgbClr val="FFFF00"/>
                </a:highlight>
                <a:latin typeface="Calibri" panose="020F0502020204030204" pitchFamily="34" charset="0"/>
              </a:rPr>
              <a:t>cbis</a:t>
            </a:r>
            <a:r>
              <a:rPr lang="en-US" sz="900" dirty="0">
                <a:solidFill>
                  <a:schemeClr val="accent1"/>
                </a:solidFill>
                <a:highlight>
                  <a:srgbClr val="FFFF00"/>
                </a:highlight>
                <a:latin typeface="Calibri" panose="020F0502020204030204" pitchFamily="34" charset="0"/>
              </a:rPr>
              <a:t>-clusters /opt/install/data/</a:t>
            </a:r>
            <a:r>
              <a:rPr lang="en-US" sz="900" dirty="0" err="1">
                <a:solidFill>
                  <a:schemeClr val="accent1"/>
                </a:solidFill>
                <a:highlight>
                  <a:srgbClr val="FFFF00"/>
                </a:highlight>
                <a:latin typeface="Calibri" panose="020F0502020204030204" pitchFamily="34" charset="0"/>
              </a:rPr>
              <a:t>cbis</a:t>
            </a:r>
            <a:r>
              <a:rPr lang="en-US" sz="900" dirty="0">
                <a:solidFill>
                  <a:schemeClr val="accent1"/>
                </a:solidFill>
                <a:highlight>
                  <a:srgbClr val="FFFF00"/>
                </a:highlight>
                <a:latin typeface="Calibri" panose="020F0502020204030204" pitchFamily="34" charset="0"/>
              </a:rPr>
              <a:t>-clusters</a:t>
            </a:r>
          </a:p>
          <a:p>
            <a:pPr marL="0" indent="0">
              <a:spcBef>
                <a:spcPts val="0"/>
              </a:spcBef>
              <a:buNone/>
            </a:pPr>
            <a:r>
              <a:rPr lang="en-US" sz="900" dirty="0">
                <a:solidFill>
                  <a:srgbClr val="0A0908"/>
                </a:solidFill>
                <a:latin typeface="Calibri" panose="020F0502020204030204" pitchFamily="34" charset="0"/>
              </a:rPr>
              <a:t>/opt/install/data/</a:t>
            </a:r>
            <a:r>
              <a:rPr lang="en-US" sz="900" dirty="0" err="1">
                <a:solidFill>
                  <a:srgbClr val="0A0908"/>
                </a:solidFill>
                <a:latin typeface="Calibri" panose="020F0502020204030204" pitchFamily="34" charset="0"/>
              </a:rPr>
              <a:t>cbis</a:t>
            </a:r>
            <a:r>
              <a:rPr lang="en-US" sz="900" dirty="0">
                <a:solidFill>
                  <a:srgbClr val="0A0908"/>
                </a:solidFill>
                <a:latin typeface="Calibri" panose="020F0502020204030204" pitchFamily="34" charset="0"/>
              </a:rPr>
              <a:t>-clusters -&gt; /opt/management/manager/</a:t>
            </a:r>
            <a:r>
              <a:rPr lang="en-US" sz="900" dirty="0" err="1">
                <a:solidFill>
                  <a:srgbClr val="0A0908"/>
                </a:solidFill>
                <a:latin typeface="Calibri" panose="020F0502020204030204" pitchFamily="34" charset="0"/>
              </a:rPr>
              <a:t>cbis</a:t>
            </a:r>
            <a:r>
              <a:rPr lang="en-US" sz="900" dirty="0">
                <a:solidFill>
                  <a:srgbClr val="0A0908"/>
                </a:solidFill>
                <a:latin typeface="Calibri" panose="020F0502020204030204" pitchFamily="34" charset="0"/>
              </a:rPr>
              <a:t>-clusters</a:t>
            </a:r>
          </a:p>
          <a:p>
            <a:pPr marL="0" indent="0">
              <a:spcBef>
                <a:spcPts val="0"/>
              </a:spcBef>
              <a:buNone/>
            </a:pPr>
            <a:r>
              <a:rPr lang="en-US" sz="900" dirty="0">
                <a:solidFill>
                  <a:srgbClr val="0A0908"/>
                </a:solidFill>
                <a:latin typeface="Calibri" panose="020F0502020204030204" pitchFamily="34" charset="0"/>
                <a:cs typeface="Calibri" panose="020F0502020204030204" pitchFamily="34" charset="0"/>
              </a:rPr>
              <a:t>[root@ncdcwaaa02-centralsite-centralsitemanager-0 ~ (Active)]$</a:t>
            </a:r>
          </a:p>
          <a:p>
            <a:pPr marL="0" indent="0">
              <a:spcBef>
                <a:spcPts val="0"/>
              </a:spcBef>
              <a:buNone/>
            </a:pPr>
            <a:r>
              <a:rPr lang="en-US" sz="900" dirty="0">
                <a:solidFill>
                  <a:srgbClr val="0A0908"/>
                </a:solidFill>
                <a:latin typeface="Calibri" panose="020F0502020204030204" pitchFamily="34" charset="0"/>
                <a:cs typeface="Calibri" panose="020F0502020204030204" pitchFamily="34" charset="0"/>
              </a:rPr>
              <a:t>============================================================================================================================</a:t>
            </a:r>
          </a:p>
          <a:p>
            <a:pPr marL="0" indent="0">
              <a:spcBef>
                <a:spcPts val="0"/>
              </a:spcBef>
              <a:buNone/>
            </a:pPr>
            <a:endParaRPr lang="en-US" sz="900" dirty="0">
              <a:solidFill>
                <a:srgbClr val="0A0908"/>
              </a:solidFill>
              <a:latin typeface="Calibri" panose="020F0502020204030204" pitchFamily="34" charset="0"/>
              <a:cs typeface="Calibri" panose="020F0502020204030204" pitchFamily="34" charset="0"/>
            </a:endParaRPr>
          </a:p>
          <a:p>
            <a:pPr marL="0" indent="0">
              <a:spcBef>
                <a:spcPts val="0"/>
              </a:spcBef>
              <a:buNone/>
            </a:pPr>
            <a:r>
              <a:rPr lang="en-US" sz="900" dirty="0">
                <a:solidFill>
                  <a:srgbClr val="0A0908"/>
                </a:solidFill>
                <a:latin typeface="Calibri" panose="020F0502020204030204" pitchFamily="34" charset="0"/>
                <a:cs typeface="Calibri" panose="020F0502020204030204" pitchFamily="34" charset="0"/>
              </a:rPr>
              <a:t>[root@ncdcwaaa02-centralsite-centralsitemanager-0 ~ (Active)]$ </a:t>
            </a:r>
            <a:r>
              <a:rPr lang="en-US" sz="900" dirty="0">
                <a:solidFill>
                  <a:schemeClr val="accent1"/>
                </a:solidFill>
                <a:latin typeface="Calibri" panose="020F0502020204030204" pitchFamily="34" charset="0"/>
              </a:rPr>
              <a:t>ls -l /opt/install/data</a:t>
            </a:r>
          </a:p>
          <a:p>
            <a:pPr marL="0" indent="0">
              <a:spcBef>
                <a:spcPts val="0"/>
              </a:spcBef>
              <a:buNone/>
            </a:pPr>
            <a:r>
              <a:rPr lang="en-US" sz="900" dirty="0">
                <a:solidFill>
                  <a:srgbClr val="0A0908"/>
                </a:solidFill>
                <a:latin typeface="Calibri" panose="020F0502020204030204" pitchFamily="34" charset="0"/>
                <a:cs typeface="Calibri" panose="020F0502020204030204" pitchFamily="34" charset="0"/>
              </a:rPr>
              <a:t>total 0</a:t>
            </a:r>
          </a:p>
          <a:p>
            <a:pPr marL="0" indent="0">
              <a:spcBef>
                <a:spcPts val="0"/>
              </a:spcBef>
              <a:buNone/>
            </a:pPr>
            <a:r>
              <a:rPr lang="en-US" sz="900" dirty="0" err="1">
                <a:solidFill>
                  <a:srgbClr val="0A0908"/>
                </a:solidFill>
                <a:highlight>
                  <a:srgbClr val="00FF00"/>
                </a:highlight>
                <a:latin typeface="Calibri" panose="020F0502020204030204" pitchFamily="34" charset="0"/>
                <a:cs typeface="Calibri" panose="020F0502020204030204" pitchFamily="34" charset="0"/>
              </a:rPr>
              <a:t>lrwxrwxrwx</a:t>
            </a:r>
            <a:r>
              <a:rPr lang="en-US" sz="900" dirty="0">
                <a:solidFill>
                  <a:srgbClr val="0A0908"/>
                </a:solidFill>
                <a:highlight>
                  <a:srgbClr val="00FF00"/>
                </a:highlight>
                <a:latin typeface="Calibri" panose="020F0502020204030204" pitchFamily="34" charset="0"/>
                <a:cs typeface="Calibri" panose="020F0502020204030204" pitchFamily="34" charset="0"/>
              </a:rPr>
              <a:t>. 1 root    </a:t>
            </a:r>
            <a:r>
              <a:rPr lang="en-US" sz="900" dirty="0" err="1">
                <a:solidFill>
                  <a:srgbClr val="0A0908"/>
                </a:solidFill>
                <a:highlight>
                  <a:srgbClr val="00FF00"/>
                </a:highlight>
                <a:latin typeface="Calibri" panose="020F0502020204030204" pitchFamily="34" charset="0"/>
                <a:cs typeface="Calibri" panose="020F0502020204030204" pitchFamily="34" charset="0"/>
              </a:rPr>
              <a:t>root</a:t>
            </a:r>
            <a:r>
              <a:rPr lang="en-US" sz="900" dirty="0">
                <a:solidFill>
                  <a:srgbClr val="0A0908"/>
                </a:solidFill>
                <a:highlight>
                  <a:srgbClr val="00FF00"/>
                </a:highlight>
                <a:latin typeface="Calibri" panose="020F0502020204030204" pitchFamily="34" charset="0"/>
                <a:cs typeface="Calibri" panose="020F0502020204030204" pitchFamily="34" charset="0"/>
              </a:rPr>
              <a:t> 37 Dec 27 12:31 </a:t>
            </a:r>
            <a:r>
              <a:rPr lang="en-US" sz="900" dirty="0" err="1">
                <a:solidFill>
                  <a:srgbClr val="0A0908"/>
                </a:solidFill>
                <a:highlight>
                  <a:srgbClr val="00FF00"/>
                </a:highlight>
                <a:latin typeface="Calibri" panose="020F0502020204030204" pitchFamily="34" charset="0"/>
                <a:cs typeface="Calibri" panose="020F0502020204030204" pitchFamily="34" charset="0"/>
              </a:rPr>
              <a:t>cbis</a:t>
            </a:r>
            <a:r>
              <a:rPr lang="en-US" sz="900" dirty="0">
                <a:solidFill>
                  <a:srgbClr val="0A0908"/>
                </a:solidFill>
                <a:highlight>
                  <a:srgbClr val="00FF00"/>
                </a:highlight>
                <a:latin typeface="Calibri" panose="020F0502020204030204" pitchFamily="34" charset="0"/>
                <a:cs typeface="Calibri" panose="020F0502020204030204" pitchFamily="34" charset="0"/>
              </a:rPr>
              <a:t>-clusters -&gt; /opt/management/manager/</a:t>
            </a:r>
            <a:r>
              <a:rPr lang="en-US" sz="900" dirty="0" err="1">
                <a:solidFill>
                  <a:srgbClr val="0A0908"/>
                </a:solidFill>
                <a:highlight>
                  <a:srgbClr val="00FF00"/>
                </a:highlight>
                <a:latin typeface="Calibri" panose="020F0502020204030204" pitchFamily="34" charset="0"/>
                <a:cs typeface="Calibri" panose="020F0502020204030204" pitchFamily="34" charset="0"/>
              </a:rPr>
              <a:t>cbis</a:t>
            </a:r>
            <a:r>
              <a:rPr lang="en-US" sz="900" dirty="0">
                <a:solidFill>
                  <a:srgbClr val="0A0908"/>
                </a:solidFill>
                <a:highlight>
                  <a:srgbClr val="00FF00"/>
                </a:highlight>
                <a:latin typeface="Calibri" panose="020F0502020204030204" pitchFamily="34" charset="0"/>
                <a:cs typeface="Calibri" panose="020F0502020204030204" pitchFamily="34" charset="0"/>
              </a:rPr>
              <a:t>-clusters</a:t>
            </a:r>
          </a:p>
          <a:p>
            <a:pPr marL="0" indent="0">
              <a:spcBef>
                <a:spcPts val="0"/>
              </a:spcBef>
              <a:buNone/>
            </a:pPr>
            <a:r>
              <a:rPr lang="en-US" sz="900" dirty="0" err="1">
                <a:solidFill>
                  <a:srgbClr val="0A0908"/>
                </a:solidFill>
                <a:latin typeface="Calibri" panose="020F0502020204030204" pitchFamily="34" charset="0"/>
                <a:cs typeface="Calibri" panose="020F0502020204030204" pitchFamily="34" charset="0"/>
              </a:rPr>
              <a:t>drwxr</a:t>
            </a:r>
            <a:r>
              <a:rPr lang="en-US" sz="900" dirty="0">
                <a:solidFill>
                  <a:srgbClr val="0A0908"/>
                </a:solidFill>
                <a:latin typeface="Calibri" panose="020F0502020204030204" pitchFamily="34" charset="0"/>
                <a:cs typeface="Calibri" panose="020F0502020204030204" pitchFamily="34" charset="0"/>
              </a:rPr>
              <a:t>-</a:t>
            </a:r>
            <a:r>
              <a:rPr lang="en-US" sz="900" dirty="0" err="1">
                <a:solidFill>
                  <a:srgbClr val="0A0908"/>
                </a:solidFill>
                <a:latin typeface="Calibri" panose="020F0502020204030204" pitchFamily="34" charset="0"/>
                <a:cs typeface="Calibri" panose="020F0502020204030204" pitchFamily="34" charset="0"/>
              </a:rPr>
              <a:t>xr</a:t>
            </a:r>
            <a:r>
              <a:rPr lang="en-US" sz="900" dirty="0">
                <a:solidFill>
                  <a:srgbClr val="0A0908"/>
                </a:solidFill>
                <a:latin typeface="Calibri" panose="020F0502020204030204" pitchFamily="34" charset="0"/>
                <a:cs typeface="Calibri" panose="020F0502020204030204" pitchFamily="34" charset="0"/>
              </a:rPr>
              <a:t>-x. 2 root    </a:t>
            </a:r>
            <a:r>
              <a:rPr lang="en-US" sz="900" dirty="0" err="1">
                <a:solidFill>
                  <a:srgbClr val="0A0908"/>
                </a:solidFill>
                <a:latin typeface="Calibri" panose="020F0502020204030204" pitchFamily="34" charset="0"/>
                <a:cs typeface="Calibri" panose="020F0502020204030204" pitchFamily="34" charset="0"/>
              </a:rPr>
              <a:t>root</a:t>
            </a:r>
            <a:r>
              <a:rPr lang="en-US" sz="900" dirty="0">
                <a:solidFill>
                  <a:srgbClr val="0A0908"/>
                </a:solidFill>
                <a:latin typeface="Calibri" panose="020F0502020204030204" pitchFamily="34" charset="0"/>
                <a:cs typeface="Calibri" panose="020F0502020204030204" pitchFamily="34" charset="0"/>
              </a:rPr>
              <a:t>  6 Mar  8  2023 </a:t>
            </a:r>
            <a:r>
              <a:rPr lang="en-US" sz="900" dirty="0" err="1">
                <a:solidFill>
                  <a:srgbClr val="0A0908"/>
                </a:solidFill>
                <a:latin typeface="Calibri" panose="020F0502020204030204" pitchFamily="34" charset="0"/>
                <a:cs typeface="Calibri" panose="020F0502020204030204" pitchFamily="34" charset="0"/>
              </a:rPr>
              <a:t>page_data</a:t>
            </a:r>
            <a:endParaRPr lang="en-US" sz="900" dirty="0">
              <a:solidFill>
                <a:srgbClr val="0A0908"/>
              </a:solidFill>
              <a:latin typeface="Calibri" panose="020F0502020204030204" pitchFamily="34" charset="0"/>
              <a:cs typeface="Calibri" panose="020F0502020204030204" pitchFamily="34" charset="0"/>
            </a:endParaRPr>
          </a:p>
          <a:p>
            <a:pPr marL="0" indent="0">
              <a:spcBef>
                <a:spcPts val="0"/>
              </a:spcBef>
              <a:buNone/>
            </a:pPr>
            <a:r>
              <a:rPr lang="en-US" sz="900" dirty="0" err="1">
                <a:solidFill>
                  <a:srgbClr val="0A0908"/>
                </a:solidFill>
                <a:latin typeface="Calibri" panose="020F0502020204030204" pitchFamily="34" charset="0"/>
                <a:cs typeface="Calibri" panose="020F0502020204030204" pitchFamily="34" charset="0"/>
              </a:rPr>
              <a:t>drwxr</a:t>
            </a:r>
            <a:r>
              <a:rPr lang="en-US" sz="900" dirty="0">
                <a:solidFill>
                  <a:srgbClr val="0A0908"/>
                </a:solidFill>
                <a:latin typeface="Calibri" panose="020F0502020204030204" pitchFamily="34" charset="0"/>
                <a:cs typeface="Calibri" panose="020F0502020204030204" pitchFamily="34" charset="0"/>
              </a:rPr>
              <a:t>-</a:t>
            </a:r>
            <a:r>
              <a:rPr lang="en-US" sz="900" dirty="0" err="1">
                <a:solidFill>
                  <a:srgbClr val="0A0908"/>
                </a:solidFill>
                <a:latin typeface="Calibri" panose="020F0502020204030204" pitchFamily="34" charset="0"/>
                <a:cs typeface="Calibri" panose="020F0502020204030204" pitchFamily="34" charset="0"/>
              </a:rPr>
              <a:t>xr</a:t>
            </a:r>
            <a:r>
              <a:rPr lang="en-US" sz="900" dirty="0">
                <a:solidFill>
                  <a:srgbClr val="0A0908"/>
                </a:solidFill>
                <a:latin typeface="Calibri" panose="020F0502020204030204" pitchFamily="34" charset="0"/>
                <a:cs typeface="Calibri" panose="020F0502020204030204" pitchFamily="34" charset="0"/>
              </a:rPr>
              <a:t>-x. 2 </a:t>
            </a:r>
            <a:r>
              <a:rPr lang="en-US" sz="900" dirty="0" err="1">
                <a:solidFill>
                  <a:srgbClr val="0A0908"/>
                </a:solidFill>
                <a:latin typeface="Calibri" panose="020F0502020204030204" pitchFamily="34" charset="0"/>
                <a:cs typeface="Calibri" panose="020F0502020204030204" pitchFamily="34" charset="0"/>
              </a:rPr>
              <a:t>polkitd</a:t>
            </a:r>
            <a:r>
              <a:rPr lang="en-US" sz="900" dirty="0">
                <a:solidFill>
                  <a:srgbClr val="0A0908"/>
                </a:solidFill>
                <a:latin typeface="Calibri" panose="020F0502020204030204" pitchFamily="34" charset="0"/>
                <a:cs typeface="Calibri" panose="020F0502020204030204" pitchFamily="34" charset="0"/>
              </a:rPr>
              <a:t> root 44 Dec 27 12:32 </a:t>
            </a:r>
            <a:r>
              <a:rPr lang="en-US" sz="900" dirty="0" err="1">
                <a:solidFill>
                  <a:srgbClr val="0A0908"/>
                </a:solidFill>
                <a:latin typeface="Calibri" panose="020F0502020204030204" pitchFamily="34" charset="0"/>
                <a:cs typeface="Calibri" panose="020F0502020204030204" pitchFamily="34" charset="0"/>
              </a:rPr>
              <a:t>redis</a:t>
            </a:r>
            <a:endParaRPr lang="en-US" sz="900" dirty="0">
              <a:solidFill>
                <a:srgbClr val="0A0908"/>
              </a:solidFill>
              <a:latin typeface="Calibri" panose="020F0502020204030204" pitchFamily="34" charset="0"/>
              <a:cs typeface="Calibri" panose="020F0502020204030204" pitchFamily="34" charset="0"/>
            </a:endParaRPr>
          </a:p>
          <a:p>
            <a:pPr marL="0" indent="0">
              <a:spcBef>
                <a:spcPts val="0"/>
              </a:spcBef>
              <a:buNone/>
            </a:pPr>
            <a:r>
              <a:rPr lang="en-US" sz="900" dirty="0">
                <a:solidFill>
                  <a:srgbClr val="0A0908"/>
                </a:solidFill>
                <a:latin typeface="Calibri" panose="020F0502020204030204" pitchFamily="34" charset="0"/>
                <a:cs typeface="Calibri" panose="020F0502020204030204" pitchFamily="34" charset="0"/>
              </a:rPr>
              <a:t>[root@ncdcwaaa02-centralsite-centralsitemanager-0 ~ (Active)]$</a:t>
            </a:r>
          </a:p>
          <a:p>
            <a:pPr marL="0" indent="0">
              <a:spcBef>
                <a:spcPts val="0"/>
              </a:spcBef>
              <a:buNone/>
            </a:pPr>
            <a:endParaRPr lang="en-US" sz="900" dirty="0">
              <a:solidFill>
                <a:srgbClr val="0A0908"/>
              </a:solidFill>
              <a:latin typeface="Calibri" panose="020F0502020204030204" pitchFamily="34" charset="0"/>
              <a:cs typeface="Calibri" panose="020F0502020204030204" pitchFamily="34" charset="0"/>
            </a:endParaRPr>
          </a:p>
          <a:p>
            <a:pPr marL="0" indent="0">
              <a:spcBef>
                <a:spcPts val="0"/>
              </a:spcBef>
              <a:buNone/>
            </a:pPr>
            <a:r>
              <a:rPr lang="en-US" sz="900" dirty="0">
                <a:solidFill>
                  <a:srgbClr val="0A0908"/>
                </a:solidFill>
                <a:latin typeface="Calibri" panose="020F0502020204030204" pitchFamily="34" charset="0"/>
                <a:cs typeface="Calibri" panose="020F0502020204030204" pitchFamily="34" charset="0"/>
              </a:rPr>
              <a:t>[root@ncdcwaaa02-centralsite-centralsitemanager-0 ~ (Active)]$ </a:t>
            </a:r>
            <a:r>
              <a:rPr lang="en-US" sz="900" dirty="0">
                <a:solidFill>
                  <a:schemeClr val="accent1"/>
                </a:solidFill>
                <a:latin typeface="Calibri" panose="020F0502020204030204" pitchFamily="34" charset="0"/>
              </a:rPr>
              <a:t>ls -l /var/log | grep </a:t>
            </a:r>
            <a:r>
              <a:rPr lang="en-US" sz="900" dirty="0" err="1">
                <a:solidFill>
                  <a:schemeClr val="accent1"/>
                </a:solidFill>
                <a:latin typeface="Calibri" panose="020F0502020204030204" pitchFamily="34" charset="0"/>
              </a:rPr>
              <a:t>cbis</a:t>
            </a:r>
            <a:endParaRPr lang="en-US" sz="900" dirty="0">
              <a:solidFill>
                <a:schemeClr val="accent1"/>
              </a:solidFill>
              <a:latin typeface="Calibri" panose="020F0502020204030204" pitchFamily="34" charset="0"/>
            </a:endParaRPr>
          </a:p>
          <a:p>
            <a:pPr marL="0" indent="0">
              <a:spcBef>
                <a:spcPts val="0"/>
              </a:spcBef>
              <a:buNone/>
            </a:pPr>
            <a:r>
              <a:rPr lang="en-US" sz="900" dirty="0" err="1">
                <a:solidFill>
                  <a:srgbClr val="0A0908"/>
                </a:solidFill>
                <a:highlight>
                  <a:srgbClr val="00FF00"/>
                </a:highlight>
                <a:latin typeface="Calibri" panose="020F0502020204030204" pitchFamily="34" charset="0"/>
                <a:cs typeface="Calibri" panose="020F0502020204030204" pitchFamily="34" charset="0"/>
              </a:rPr>
              <a:t>lrwxrwxrwx</a:t>
            </a:r>
            <a:r>
              <a:rPr lang="en-US" sz="900" dirty="0">
                <a:solidFill>
                  <a:srgbClr val="0A0908"/>
                </a:solidFill>
                <a:highlight>
                  <a:srgbClr val="00FF00"/>
                </a:highlight>
                <a:latin typeface="Calibri" panose="020F0502020204030204" pitchFamily="34" charset="0"/>
                <a:cs typeface="Calibri" panose="020F0502020204030204" pitchFamily="34" charset="0"/>
              </a:rPr>
              <a:t>. 1 root        </a:t>
            </a:r>
            <a:r>
              <a:rPr lang="en-US" sz="900" dirty="0" err="1">
                <a:solidFill>
                  <a:srgbClr val="0A0908"/>
                </a:solidFill>
                <a:highlight>
                  <a:srgbClr val="00FF00"/>
                </a:highlight>
                <a:latin typeface="Calibri" panose="020F0502020204030204" pitchFamily="34" charset="0"/>
                <a:cs typeface="Calibri" panose="020F0502020204030204" pitchFamily="34" charset="0"/>
              </a:rPr>
              <a:t>root</a:t>
            </a:r>
            <a:r>
              <a:rPr lang="en-US" sz="900" dirty="0">
                <a:solidFill>
                  <a:srgbClr val="0A0908"/>
                </a:solidFill>
                <a:highlight>
                  <a:srgbClr val="00FF00"/>
                </a:highlight>
                <a:latin typeface="Calibri" panose="020F0502020204030204" pitchFamily="34" charset="0"/>
                <a:cs typeface="Calibri" panose="020F0502020204030204" pitchFamily="34" charset="0"/>
              </a:rPr>
              <a:t>                    28 Dec 27 12:25 </a:t>
            </a:r>
            <a:r>
              <a:rPr lang="en-US" sz="900" dirty="0" err="1">
                <a:solidFill>
                  <a:srgbClr val="0A0908"/>
                </a:solidFill>
                <a:highlight>
                  <a:srgbClr val="00FF00"/>
                </a:highlight>
                <a:latin typeface="Calibri" panose="020F0502020204030204" pitchFamily="34" charset="0"/>
                <a:cs typeface="Calibri" panose="020F0502020204030204" pitchFamily="34" charset="0"/>
              </a:rPr>
              <a:t>cbis</a:t>
            </a:r>
            <a:r>
              <a:rPr lang="en-US" sz="900" dirty="0">
                <a:solidFill>
                  <a:srgbClr val="0A0908"/>
                </a:solidFill>
                <a:highlight>
                  <a:srgbClr val="00FF00"/>
                </a:highlight>
                <a:latin typeface="Calibri" panose="020F0502020204030204" pitchFamily="34" charset="0"/>
                <a:cs typeface="Calibri" panose="020F0502020204030204" pitchFamily="34" charset="0"/>
              </a:rPr>
              <a:t> -&gt; /opt/management/manager/logs</a:t>
            </a:r>
          </a:p>
          <a:p>
            <a:pPr marL="0" indent="0">
              <a:spcBef>
                <a:spcPts val="0"/>
              </a:spcBef>
              <a:buNone/>
            </a:pPr>
            <a:r>
              <a:rPr lang="en-US" sz="900" dirty="0">
                <a:solidFill>
                  <a:srgbClr val="0A0908"/>
                </a:solidFill>
                <a:latin typeface="Calibri" panose="020F0502020204030204" pitchFamily="34" charset="0"/>
                <a:cs typeface="Calibri" panose="020F0502020204030204" pitchFamily="34" charset="0"/>
              </a:rPr>
              <a:t>-</a:t>
            </a:r>
            <a:r>
              <a:rPr lang="en-US" sz="900" dirty="0" err="1">
                <a:solidFill>
                  <a:srgbClr val="0A0908"/>
                </a:solidFill>
                <a:latin typeface="Calibri" panose="020F0502020204030204" pitchFamily="34" charset="0"/>
                <a:cs typeface="Calibri" panose="020F0502020204030204" pitchFamily="34" charset="0"/>
              </a:rPr>
              <a:t>rw</a:t>
            </a:r>
            <a:r>
              <a:rPr lang="en-US" sz="900" dirty="0">
                <a:solidFill>
                  <a:srgbClr val="0A0908"/>
                </a:solidFill>
                <a:latin typeface="Calibri" panose="020F0502020204030204" pitchFamily="34" charset="0"/>
                <a:cs typeface="Calibri" panose="020F0502020204030204" pitchFamily="34" charset="0"/>
              </a:rPr>
              <a:t>-r-----. 1 root        </a:t>
            </a:r>
            <a:r>
              <a:rPr lang="en-US" sz="900" dirty="0" err="1">
                <a:solidFill>
                  <a:srgbClr val="0A0908"/>
                </a:solidFill>
                <a:latin typeface="Calibri" panose="020F0502020204030204" pitchFamily="34" charset="0"/>
                <a:cs typeface="Calibri" panose="020F0502020204030204" pitchFamily="34" charset="0"/>
              </a:rPr>
              <a:t>root</a:t>
            </a:r>
            <a:r>
              <a:rPr lang="en-US" sz="900" dirty="0">
                <a:solidFill>
                  <a:srgbClr val="0A0908"/>
                </a:solidFill>
                <a:latin typeface="Calibri" panose="020F0502020204030204" pitchFamily="34" charset="0"/>
                <a:cs typeface="Calibri" panose="020F0502020204030204" pitchFamily="34" charset="0"/>
              </a:rPr>
              <a:t>                912362 Jan 23 12:47 cbis_pods.log</a:t>
            </a:r>
          </a:p>
          <a:p>
            <a:pPr marL="0" indent="0">
              <a:spcBef>
                <a:spcPts val="0"/>
              </a:spcBef>
              <a:buNone/>
            </a:pPr>
            <a:r>
              <a:rPr lang="en-US" sz="900" dirty="0" err="1">
                <a:solidFill>
                  <a:srgbClr val="0A0908"/>
                </a:solidFill>
                <a:highlight>
                  <a:srgbClr val="00FF00"/>
                </a:highlight>
                <a:latin typeface="Calibri" panose="020F0502020204030204" pitchFamily="34" charset="0"/>
                <a:cs typeface="Calibri" panose="020F0502020204030204" pitchFamily="34" charset="0"/>
              </a:rPr>
              <a:t>lrwxrwxrwx</a:t>
            </a:r>
            <a:r>
              <a:rPr lang="en-US" sz="900" dirty="0">
                <a:solidFill>
                  <a:srgbClr val="0A0908"/>
                </a:solidFill>
                <a:highlight>
                  <a:srgbClr val="00FF00"/>
                </a:highlight>
                <a:latin typeface="Calibri" panose="020F0502020204030204" pitchFamily="34" charset="0"/>
                <a:cs typeface="Calibri" panose="020F0502020204030204" pitchFamily="34" charset="0"/>
              </a:rPr>
              <a:t>. 1 root        </a:t>
            </a:r>
            <a:r>
              <a:rPr lang="en-US" sz="900" dirty="0" err="1">
                <a:solidFill>
                  <a:srgbClr val="0A0908"/>
                </a:solidFill>
                <a:highlight>
                  <a:srgbClr val="00FF00"/>
                </a:highlight>
                <a:latin typeface="Calibri" panose="020F0502020204030204" pitchFamily="34" charset="0"/>
                <a:cs typeface="Calibri" panose="020F0502020204030204" pitchFamily="34" charset="0"/>
              </a:rPr>
              <a:t>root</a:t>
            </a:r>
            <a:r>
              <a:rPr lang="en-US" sz="900" dirty="0">
                <a:solidFill>
                  <a:srgbClr val="0A0908"/>
                </a:solidFill>
                <a:highlight>
                  <a:srgbClr val="00FF00"/>
                </a:highlight>
                <a:latin typeface="Calibri" panose="020F0502020204030204" pitchFamily="34" charset="0"/>
                <a:cs typeface="Calibri" panose="020F0502020204030204" pitchFamily="34" charset="0"/>
              </a:rPr>
              <a:t>                    37 Dec 27 12:26 </a:t>
            </a:r>
            <a:r>
              <a:rPr lang="en-US" sz="900" dirty="0" err="1">
                <a:solidFill>
                  <a:srgbClr val="0A0908"/>
                </a:solidFill>
                <a:highlight>
                  <a:srgbClr val="00FF00"/>
                </a:highlight>
                <a:latin typeface="Calibri" panose="020F0502020204030204" pitchFamily="34" charset="0"/>
                <a:cs typeface="Calibri" panose="020F0502020204030204" pitchFamily="34" charset="0"/>
              </a:rPr>
              <a:t>cbis_services</a:t>
            </a:r>
            <a:r>
              <a:rPr lang="en-US" sz="900" dirty="0">
                <a:solidFill>
                  <a:srgbClr val="0A0908"/>
                </a:solidFill>
                <a:highlight>
                  <a:srgbClr val="00FF00"/>
                </a:highlight>
                <a:latin typeface="Calibri" panose="020F0502020204030204" pitchFamily="34" charset="0"/>
                <a:cs typeface="Calibri" panose="020F0502020204030204" pitchFamily="34" charset="0"/>
              </a:rPr>
              <a:t> -&gt; /opt/management/manager/logs/node_160</a:t>
            </a:r>
          </a:p>
          <a:p>
            <a:pPr marL="0" indent="0">
              <a:spcBef>
                <a:spcPts val="0"/>
              </a:spcBef>
              <a:buNone/>
            </a:pPr>
            <a:r>
              <a:rPr lang="en-US" sz="900" dirty="0" err="1">
                <a:solidFill>
                  <a:srgbClr val="0A0908"/>
                </a:solidFill>
                <a:latin typeface="Calibri" panose="020F0502020204030204" pitchFamily="34" charset="0"/>
                <a:cs typeface="Calibri" panose="020F0502020204030204" pitchFamily="34" charset="0"/>
              </a:rPr>
              <a:t>drwxr</a:t>
            </a:r>
            <a:r>
              <a:rPr lang="en-US" sz="900" dirty="0">
                <a:solidFill>
                  <a:srgbClr val="0A0908"/>
                </a:solidFill>
                <a:latin typeface="Calibri" panose="020F0502020204030204" pitchFamily="34" charset="0"/>
                <a:cs typeface="Calibri" panose="020F0502020204030204" pitchFamily="34" charset="0"/>
              </a:rPr>
              <a:t>-</a:t>
            </a:r>
            <a:r>
              <a:rPr lang="en-US" sz="900" dirty="0" err="1">
                <a:solidFill>
                  <a:srgbClr val="0A0908"/>
                </a:solidFill>
                <a:latin typeface="Calibri" panose="020F0502020204030204" pitchFamily="34" charset="0"/>
                <a:cs typeface="Calibri" panose="020F0502020204030204" pitchFamily="34" charset="0"/>
              </a:rPr>
              <a:t>xr</a:t>
            </a:r>
            <a:r>
              <a:rPr lang="en-US" sz="900" dirty="0">
                <a:solidFill>
                  <a:srgbClr val="0A0908"/>
                </a:solidFill>
                <a:latin typeface="Calibri" panose="020F0502020204030204" pitchFamily="34" charset="0"/>
                <a:cs typeface="Calibri" panose="020F0502020204030204" pitchFamily="34" charset="0"/>
              </a:rPr>
              <a:t>-x. 2 </a:t>
            </a:r>
            <a:r>
              <a:rPr lang="en-US" sz="900" dirty="0" err="1">
                <a:solidFill>
                  <a:srgbClr val="0A0908"/>
                </a:solidFill>
                <a:latin typeface="Calibri" panose="020F0502020204030204" pitchFamily="34" charset="0"/>
                <a:cs typeface="Calibri" panose="020F0502020204030204" pitchFamily="34" charset="0"/>
              </a:rPr>
              <a:t>cbis</a:t>
            </a:r>
            <a:r>
              <a:rPr lang="en-US" sz="900" dirty="0">
                <a:solidFill>
                  <a:srgbClr val="0A0908"/>
                </a:solidFill>
                <a:latin typeface="Calibri" panose="020F0502020204030204" pitchFamily="34" charset="0"/>
                <a:cs typeface="Calibri" panose="020F0502020204030204" pitchFamily="34" charset="0"/>
              </a:rPr>
              <a:t>-admin  </a:t>
            </a:r>
            <a:r>
              <a:rPr lang="en-US" sz="900" dirty="0" err="1">
                <a:solidFill>
                  <a:srgbClr val="0A0908"/>
                </a:solidFill>
                <a:latin typeface="Calibri" panose="020F0502020204030204" pitchFamily="34" charset="0"/>
                <a:cs typeface="Calibri" panose="020F0502020204030204" pitchFamily="34" charset="0"/>
              </a:rPr>
              <a:t>cbis</a:t>
            </a:r>
            <a:r>
              <a:rPr lang="en-US" sz="900" dirty="0">
                <a:solidFill>
                  <a:srgbClr val="0A0908"/>
                </a:solidFill>
                <a:latin typeface="Calibri" panose="020F0502020204030204" pitchFamily="34" charset="0"/>
                <a:cs typeface="Calibri" panose="020F0502020204030204" pitchFamily="34" charset="0"/>
              </a:rPr>
              <a:t>-admin              20 Jan 12  2024 salt</a:t>
            </a:r>
          </a:p>
          <a:p>
            <a:pPr marL="0" indent="0">
              <a:spcBef>
                <a:spcPts val="0"/>
              </a:spcBef>
              <a:buNone/>
            </a:pPr>
            <a:r>
              <a:rPr lang="en-US" sz="900" dirty="0">
                <a:solidFill>
                  <a:srgbClr val="0A0908"/>
                </a:solidFill>
                <a:latin typeface="Calibri" panose="020F0502020204030204" pitchFamily="34" charset="0"/>
                <a:cs typeface="Calibri" panose="020F0502020204030204" pitchFamily="34" charset="0"/>
              </a:rPr>
              <a:t>[root@ncdcwaaa02-centralsite-centralsitemanager-0 ~ (Active)]$ </a:t>
            </a:r>
            <a:r>
              <a:rPr lang="en-US" sz="900" dirty="0">
                <a:solidFill>
                  <a:schemeClr val="accent1"/>
                </a:solidFill>
                <a:latin typeface="Calibri" panose="020F0502020204030204" pitchFamily="34" charset="0"/>
              </a:rPr>
              <a:t>ls -</a:t>
            </a:r>
            <a:r>
              <a:rPr lang="en-US" sz="900" dirty="0" err="1">
                <a:solidFill>
                  <a:schemeClr val="accent1"/>
                </a:solidFill>
                <a:latin typeface="Calibri" panose="020F0502020204030204" pitchFamily="34" charset="0"/>
              </a:rPr>
              <a:t>lrt</a:t>
            </a:r>
            <a:r>
              <a:rPr lang="en-US" sz="900" dirty="0">
                <a:solidFill>
                  <a:schemeClr val="accent1"/>
                </a:solidFill>
                <a:latin typeface="Calibri" panose="020F0502020204030204" pitchFamily="34" charset="0"/>
              </a:rPr>
              <a:t> /opt/install</a:t>
            </a:r>
          </a:p>
          <a:p>
            <a:pPr marL="0" indent="0">
              <a:spcBef>
                <a:spcPts val="0"/>
              </a:spcBef>
              <a:buNone/>
            </a:pPr>
            <a:r>
              <a:rPr lang="en-US" sz="900" dirty="0">
                <a:solidFill>
                  <a:srgbClr val="0A0908"/>
                </a:solidFill>
                <a:latin typeface="Calibri" panose="020F0502020204030204" pitchFamily="34" charset="0"/>
                <a:cs typeface="Calibri" panose="020F0502020204030204" pitchFamily="34" charset="0"/>
              </a:rPr>
              <a:t>total 0</a:t>
            </a:r>
          </a:p>
          <a:p>
            <a:pPr marL="0" indent="0">
              <a:spcBef>
                <a:spcPts val="0"/>
              </a:spcBef>
              <a:buNone/>
            </a:pPr>
            <a:r>
              <a:rPr lang="en-US" sz="900" dirty="0" err="1">
                <a:solidFill>
                  <a:srgbClr val="0A0908"/>
                </a:solidFill>
                <a:latin typeface="Calibri" panose="020F0502020204030204" pitchFamily="34" charset="0"/>
                <a:cs typeface="Calibri" panose="020F0502020204030204" pitchFamily="34" charset="0"/>
              </a:rPr>
              <a:t>drwxr</a:t>
            </a:r>
            <a:r>
              <a:rPr lang="en-US" sz="900" dirty="0">
                <a:solidFill>
                  <a:srgbClr val="0A0908"/>
                </a:solidFill>
                <a:latin typeface="Calibri" panose="020F0502020204030204" pitchFamily="34" charset="0"/>
                <a:cs typeface="Calibri" panose="020F0502020204030204" pitchFamily="34" charset="0"/>
              </a:rPr>
              <a:t>-</a:t>
            </a:r>
            <a:r>
              <a:rPr lang="en-US" sz="900" dirty="0" err="1">
                <a:solidFill>
                  <a:srgbClr val="0A0908"/>
                </a:solidFill>
                <a:latin typeface="Calibri" panose="020F0502020204030204" pitchFamily="34" charset="0"/>
                <a:cs typeface="Calibri" panose="020F0502020204030204" pitchFamily="34" charset="0"/>
              </a:rPr>
              <a:t>xr</a:t>
            </a:r>
            <a:r>
              <a:rPr lang="en-US" sz="900" dirty="0">
                <a:solidFill>
                  <a:srgbClr val="0A0908"/>
                </a:solidFill>
                <a:latin typeface="Calibri" panose="020F0502020204030204" pitchFamily="34" charset="0"/>
                <a:cs typeface="Calibri" panose="020F0502020204030204" pitchFamily="34" charset="0"/>
              </a:rPr>
              <a:t>-x. 3 root </a:t>
            </a:r>
            <a:r>
              <a:rPr lang="en-US" sz="900" dirty="0" err="1">
                <a:solidFill>
                  <a:srgbClr val="0A0908"/>
                </a:solidFill>
                <a:latin typeface="Calibri" panose="020F0502020204030204" pitchFamily="34" charset="0"/>
                <a:cs typeface="Calibri" panose="020F0502020204030204" pitchFamily="34" charset="0"/>
              </a:rPr>
              <a:t>root</a:t>
            </a:r>
            <a:r>
              <a:rPr lang="en-US" sz="900" dirty="0">
                <a:solidFill>
                  <a:srgbClr val="0A0908"/>
                </a:solidFill>
                <a:latin typeface="Calibri" panose="020F0502020204030204" pitchFamily="34" charset="0"/>
                <a:cs typeface="Calibri" panose="020F0502020204030204" pitchFamily="34" charset="0"/>
              </a:rPr>
              <a:t> 21 May 19  2023 conf</a:t>
            </a:r>
          </a:p>
          <a:p>
            <a:pPr marL="0" indent="0">
              <a:spcBef>
                <a:spcPts val="0"/>
              </a:spcBef>
              <a:buNone/>
            </a:pPr>
            <a:r>
              <a:rPr lang="en-US" sz="900" dirty="0" err="1">
                <a:solidFill>
                  <a:srgbClr val="0A0908"/>
                </a:solidFill>
                <a:latin typeface="Calibri" panose="020F0502020204030204" pitchFamily="34" charset="0"/>
                <a:cs typeface="Calibri" panose="020F0502020204030204" pitchFamily="34" charset="0"/>
              </a:rPr>
              <a:t>drwxr</a:t>
            </a:r>
            <a:r>
              <a:rPr lang="en-US" sz="900" dirty="0">
                <a:solidFill>
                  <a:srgbClr val="0A0908"/>
                </a:solidFill>
                <a:latin typeface="Calibri" panose="020F0502020204030204" pitchFamily="34" charset="0"/>
                <a:cs typeface="Calibri" panose="020F0502020204030204" pitchFamily="34" charset="0"/>
              </a:rPr>
              <a:t>-x---. 3 root </a:t>
            </a:r>
            <a:r>
              <a:rPr lang="en-US" sz="900" dirty="0" err="1">
                <a:solidFill>
                  <a:srgbClr val="0A0908"/>
                </a:solidFill>
                <a:latin typeface="Calibri" panose="020F0502020204030204" pitchFamily="34" charset="0"/>
                <a:cs typeface="Calibri" panose="020F0502020204030204" pitchFamily="34" charset="0"/>
              </a:rPr>
              <a:t>root</a:t>
            </a:r>
            <a:r>
              <a:rPr lang="en-US" sz="900" dirty="0">
                <a:solidFill>
                  <a:srgbClr val="0A0908"/>
                </a:solidFill>
                <a:latin typeface="Calibri" panose="020F0502020204030204" pitchFamily="34" charset="0"/>
                <a:cs typeface="Calibri" panose="020F0502020204030204" pitchFamily="34" charset="0"/>
              </a:rPr>
              <a:t> 25 Dec 26  2023 backup_v22.12</a:t>
            </a:r>
          </a:p>
          <a:p>
            <a:pPr marL="0" indent="0">
              <a:spcBef>
                <a:spcPts val="0"/>
              </a:spcBef>
              <a:buNone/>
            </a:pPr>
            <a:r>
              <a:rPr lang="en-US" sz="900" dirty="0" err="1">
                <a:solidFill>
                  <a:srgbClr val="0A0908"/>
                </a:solidFill>
                <a:highlight>
                  <a:srgbClr val="00FF00"/>
                </a:highlight>
                <a:latin typeface="Calibri" panose="020F0502020204030204" pitchFamily="34" charset="0"/>
                <a:cs typeface="Calibri" panose="020F0502020204030204" pitchFamily="34" charset="0"/>
              </a:rPr>
              <a:t>lrwxrwxrwx</a:t>
            </a:r>
            <a:r>
              <a:rPr lang="en-US" sz="900" dirty="0">
                <a:solidFill>
                  <a:srgbClr val="0A0908"/>
                </a:solidFill>
                <a:highlight>
                  <a:srgbClr val="00FF00"/>
                </a:highlight>
                <a:latin typeface="Calibri" panose="020F0502020204030204" pitchFamily="34" charset="0"/>
                <a:cs typeface="Calibri" panose="020F0502020204030204" pitchFamily="34" charset="0"/>
              </a:rPr>
              <a:t>. 1 root </a:t>
            </a:r>
            <a:r>
              <a:rPr lang="en-US" sz="900" dirty="0" err="1">
                <a:solidFill>
                  <a:srgbClr val="0A0908"/>
                </a:solidFill>
                <a:highlight>
                  <a:srgbClr val="00FF00"/>
                </a:highlight>
                <a:latin typeface="Calibri" panose="020F0502020204030204" pitchFamily="34" charset="0"/>
                <a:cs typeface="Calibri" panose="020F0502020204030204" pitchFamily="34" charset="0"/>
              </a:rPr>
              <a:t>root</a:t>
            </a:r>
            <a:r>
              <a:rPr lang="en-US" sz="900" dirty="0">
                <a:solidFill>
                  <a:srgbClr val="0A0908"/>
                </a:solidFill>
                <a:highlight>
                  <a:srgbClr val="00FF00"/>
                </a:highlight>
                <a:latin typeface="Calibri" panose="020F0502020204030204" pitchFamily="34" charset="0"/>
                <a:cs typeface="Calibri" panose="020F0502020204030204" pitchFamily="34" charset="0"/>
              </a:rPr>
              <a:t> 24 Dec 27 12:28 patch -&gt; /opt/management/manager/patch</a:t>
            </a:r>
          </a:p>
          <a:p>
            <a:pPr marL="0" indent="0">
              <a:spcBef>
                <a:spcPts val="0"/>
              </a:spcBef>
              <a:buNone/>
            </a:pPr>
            <a:r>
              <a:rPr lang="en-US" sz="900" dirty="0" err="1">
                <a:solidFill>
                  <a:srgbClr val="0A0908"/>
                </a:solidFill>
                <a:highlight>
                  <a:srgbClr val="00FF00"/>
                </a:highlight>
                <a:latin typeface="Calibri" panose="020F0502020204030204" pitchFamily="34" charset="0"/>
                <a:cs typeface="Calibri" panose="020F0502020204030204" pitchFamily="34" charset="0"/>
              </a:rPr>
              <a:t>lrwxrwxrwx</a:t>
            </a:r>
            <a:r>
              <a:rPr lang="en-US" sz="900" dirty="0">
                <a:solidFill>
                  <a:srgbClr val="0A0908"/>
                </a:solidFill>
                <a:highlight>
                  <a:srgbClr val="00FF00"/>
                </a:highlight>
                <a:latin typeface="Calibri" panose="020F0502020204030204" pitchFamily="34" charset="0"/>
                <a:cs typeface="Calibri" panose="020F0502020204030204" pitchFamily="34" charset="0"/>
              </a:rPr>
              <a:t>. 1 root </a:t>
            </a:r>
            <a:r>
              <a:rPr lang="en-US" sz="900" dirty="0" err="1">
                <a:solidFill>
                  <a:srgbClr val="0A0908"/>
                </a:solidFill>
                <a:highlight>
                  <a:srgbClr val="00FF00"/>
                </a:highlight>
                <a:latin typeface="Calibri" panose="020F0502020204030204" pitchFamily="34" charset="0"/>
                <a:cs typeface="Calibri" panose="020F0502020204030204" pitchFamily="34" charset="0"/>
              </a:rPr>
              <a:t>root</a:t>
            </a:r>
            <a:r>
              <a:rPr lang="en-US" sz="900" dirty="0">
                <a:solidFill>
                  <a:srgbClr val="0A0908"/>
                </a:solidFill>
                <a:highlight>
                  <a:srgbClr val="00FF00"/>
                </a:highlight>
                <a:latin typeface="Calibri" panose="020F0502020204030204" pitchFamily="34" charset="0"/>
                <a:cs typeface="Calibri" panose="020F0502020204030204" pitchFamily="34" charset="0"/>
              </a:rPr>
              <a:t> 31 Dec 27 12:28 plugins -&gt; /opt/management/manager/plugins</a:t>
            </a:r>
          </a:p>
          <a:p>
            <a:pPr marL="0" indent="0">
              <a:spcBef>
                <a:spcPts val="0"/>
              </a:spcBef>
              <a:buNone/>
            </a:pPr>
            <a:r>
              <a:rPr lang="en-US" sz="900" dirty="0" err="1">
                <a:solidFill>
                  <a:srgbClr val="0A0908"/>
                </a:solidFill>
                <a:highlight>
                  <a:srgbClr val="00FF00"/>
                </a:highlight>
                <a:latin typeface="Calibri" panose="020F0502020204030204" pitchFamily="34" charset="0"/>
                <a:cs typeface="Calibri" panose="020F0502020204030204" pitchFamily="34" charset="0"/>
              </a:rPr>
              <a:t>lrwxrwxrwx</a:t>
            </a:r>
            <a:r>
              <a:rPr lang="en-US" sz="900" dirty="0">
                <a:solidFill>
                  <a:srgbClr val="0A0908"/>
                </a:solidFill>
                <a:highlight>
                  <a:srgbClr val="00FF00"/>
                </a:highlight>
                <a:latin typeface="Calibri" panose="020F0502020204030204" pitchFamily="34" charset="0"/>
                <a:cs typeface="Calibri" panose="020F0502020204030204" pitchFamily="34" charset="0"/>
              </a:rPr>
              <a:t>. 1 root </a:t>
            </a:r>
            <a:r>
              <a:rPr lang="en-US" sz="900" dirty="0" err="1">
                <a:solidFill>
                  <a:srgbClr val="0A0908"/>
                </a:solidFill>
                <a:highlight>
                  <a:srgbClr val="00FF00"/>
                </a:highlight>
                <a:latin typeface="Calibri" panose="020F0502020204030204" pitchFamily="34" charset="0"/>
                <a:cs typeface="Calibri" panose="020F0502020204030204" pitchFamily="34" charset="0"/>
              </a:rPr>
              <a:t>root</a:t>
            </a:r>
            <a:r>
              <a:rPr lang="en-US" sz="900" dirty="0">
                <a:solidFill>
                  <a:srgbClr val="0A0908"/>
                </a:solidFill>
                <a:highlight>
                  <a:srgbClr val="00FF00"/>
                </a:highlight>
                <a:latin typeface="Calibri" panose="020F0502020204030204" pitchFamily="34" charset="0"/>
                <a:cs typeface="Calibri" panose="020F0502020204030204" pitchFamily="34" charset="0"/>
              </a:rPr>
              <a:t> 34 Dec 27 12:28 </a:t>
            </a:r>
            <a:r>
              <a:rPr lang="en-US" sz="900" dirty="0" err="1">
                <a:solidFill>
                  <a:srgbClr val="0A0908"/>
                </a:solidFill>
                <a:highlight>
                  <a:srgbClr val="00FF00"/>
                </a:highlight>
                <a:latin typeface="Calibri" panose="020F0502020204030204" pitchFamily="34" charset="0"/>
                <a:cs typeface="Calibri" panose="020F0502020204030204" pitchFamily="34" charset="0"/>
              </a:rPr>
              <a:t>temp_files</a:t>
            </a:r>
            <a:r>
              <a:rPr lang="en-US" sz="900" dirty="0">
                <a:solidFill>
                  <a:srgbClr val="0A0908"/>
                </a:solidFill>
                <a:highlight>
                  <a:srgbClr val="00FF00"/>
                </a:highlight>
                <a:latin typeface="Calibri" panose="020F0502020204030204" pitchFamily="34" charset="0"/>
                <a:cs typeface="Calibri" panose="020F0502020204030204" pitchFamily="34" charset="0"/>
              </a:rPr>
              <a:t> -&gt; /opt/management/manager/</a:t>
            </a:r>
            <a:r>
              <a:rPr lang="en-US" sz="900" dirty="0" err="1">
                <a:solidFill>
                  <a:srgbClr val="0A0908"/>
                </a:solidFill>
                <a:highlight>
                  <a:srgbClr val="00FF00"/>
                </a:highlight>
                <a:latin typeface="Calibri" panose="020F0502020204030204" pitchFamily="34" charset="0"/>
                <a:cs typeface="Calibri" panose="020F0502020204030204" pitchFamily="34" charset="0"/>
              </a:rPr>
              <a:t>temp_files</a:t>
            </a:r>
            <a:endParaRPr lang="en-US" sz="900" dirty="0">
              <a:solidFill>
                <a:srgbClr val="0A0908"/>
              </a:solidFill>
              <a:highlight>
                <a:srgbClr val="00FF00"/>
              </a:highlight>
              <a:latin typeface="Calibri" panose="020F0502020204030204" pitchFamily="34" charset="0"/>
              <a:cs typeface="Calibri" panose="020F0502020204030204" pitchFamily="34" charset="0"/>
            </a:endParaRPr>
          </a:p>
          <a:p>
            <a:pPr marL="0" indent="0">
              <a:spcBef>
                <a:spcPts val="0"/>
              </a:spcBef>
              <a:buNone/>
            </a:pPr>
            <a:r>
              <a:rPr lang="en-US" sz="900" dirty="0" err="1">
                <a:solidFill>
                  <a:srgbClr val="0A0908"/>
                </a:solidFill>
                <a:latin typeface="Calibri" panose="020F0502020204030204" pitchFamily="34" charset="0"/>
                <a:cs typeface="Calibri" panose="020F0502020204030204" pitchFamily="34" charset="0"/>
              </a:rPr>
              <a:t>drwxr</a:t>
            </a:r>
            <a:r>
              <a:rPr lang="en-US" sz="900" dirty="0">
                <a:solidFill>
                  <a:srgbClr val="0A0908"/>
                </a:solidFill>
                <a:latin typeface="Calibri" panose="020F0502020204030204" pitchFamily="34" charset="0"/>
                <a:cs typeface="Calibri" panose="020F0502020204030204" pitchFamily="34" charset="0"/>
              </a:rPr>
              <a:t>-</a:t>
            </a:r>
            <a:r>
              <a:rPr lang="en-US" sz="900" dirty="0" err="1">
                <a:solidFill>
                  <a:srgbClr val="0A0908"/>
                </a:solidFill>
                <a:latin typeface="Calibri" panose="020F0502020204030204" pitchFamily="34" charset="0"/>
                <a:cs typeface="Calibri" panose="020F0502020204030204" pitchFamily="34" charset="0"/>
              </a:rPr>
              <a:t>xr</a:t>
            </a:r>
            <a:r>
              <a:rPr lang="en-US" sz="900" dirty="0">
                <a:solidFill>
                  <a:srgbClr val="0A0908"/>
                </a:solidFill>
                <a:latin typeface="Calibri" panose="020F0502020204030204" pitchFamily="34" charset="0"/>
                <a:cs typeface="Calibri" panose="020F0502020204030204" pitchFamily="34" charset="0"/>
              </a:rPr>
              <a:t>-x. 4 root </a:t>
            </a:r>
            <a:r>
              <a:rPr lang="en-US" sz="900" dirty="0" err="1">
                <a:solidFill>
                  <a:srgbClr val="0A0908"/>
                </a:solidFill>
                <a:latin typeface="Calibri" panose="020F0502020204030204" pitchFamily="34" charset="0"/>
                <a:cs typeface="Calibri" panose="020F0502020204030204" pitchFamily="34" charset="0"/>
              </a:rPr>
              <a:t>root</a:t>
            </a:r>
            <a:r>
              <a:rPr lang="en-US" sz="900" dirty="0">
                <a:solidFill>
                  <a:srgbClr val="0A0908"/>
                </a:solidFill>
                <a:latin typeface="Calibri" panose="020F0502020204030204" pitchFamily="34" charset="0"/>
                <a:cs typeface="Calibri" panose="020F0502020204030204" pitchFamily="34" charset="0"/>
              </a:rPr>
              <a:t> 72 Dec 27 12:30 data</a:t>
            </a:r>
          </a:p>
          <a:p>
            <a:pPr marL="0" indent="0">
              <a:spcBef>
                <a:spcPts val="0"/>
              </a:spcBef>
              <a:buNone/>
            </a:pPr>
            <a:r>
              <a:rPr lang="en-US" sz="900" dirty="0">
                <a:solidFill>
                  <a:srgbClr val="0A0908"/>
                </a:solidFill>
                <a:latin typeface="Calibri" panose="020F0502020204030204" pitchFamily="34" charset="0"/>
                <a:cs typeface="Calibri" panose="020F0502020204030204" pitchFamily="34" charset="0"/>
              </a:rPr>
              <a:t>[root@ncdcwaaa02-centralsite-centralsitemanager-0 ~ (Active)]$</a:t>
            </a:r>
          </a:p>
        </p:txBody>
      </p:sp>
    </p:spTree>
    <p:extLst>
      <p:ext uri="{BB962C8B-B14F-4D97-AF65-F5344CB8AC3E}">
        <p14:creationId xmlns:p14="http://schemas.microsoft.com/office/powerpoint/2010/main" val="28072779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F6658C-1F46-62DD-2D81-26C23DC0518E}"/>
            </a:ext>
          </a:extLst>
        </p:cNvPr>
        <p:cNvGrpSpPr/>
        <p:nvPr/>
      </p:nvGrpSpPr>
      <p:grpSpPr>
        <a:xfrm>
          <a:off x="0" y="0"/>
          <a:ext cx="0" cy="0"/>
          <a:chOff x="0" y="0"/>
          <a:chExt cx="0" cy="0"/>
        </a:xfrm>
      </p:grpSpPr>
      <p:sp>
        <p:nvSpPr>
          <p:cNvPr id="10" name="Text Placeholder 9">
            <a:extLst>
              <a:ext uri="{FF2B5EF4-FFF2-40B4-BE49-F238E27FC236}">
                <a16:creationId xmlns:a16="http://schemas.microsoft.com/office/drawing/2014/main" id="{2E447557-8DAC-C46D-FC8C-15BCD5845981}"/>
              </a:ext>
            </a:extLst>
          </p:cNvPr>
          <p:cNvSpPr>
            <a:spLocks noGrp="1"/>
          </p:cNvSpPr>
          <p:nvPr>
            <p:ph type="body" sz="quarter" idx="12"/>
          </p:nvPr>
        </p:nvSpPr>
        <p:spPr>
          <a:xfrm>
            <a:off x="330518" y="162545"/>
            <a:ext cx="8312742" cy="423864"/>
          </a:xfrm>
        </p:spPr>
        <p:txBody>
          <a:bodyPr/>
          <a:lstStyle/>
          <a:p>
            <a:r>
              <a:rPr lang="en-GB" b="1" dirty="0">
                <a:solidFill>
                  <a:schemeClr val="tx2">
                    <a:lumMod val="75000"/>
                    <a:lumOff val="25000"/>
                  </a:schemeClr>
                </a:solidFill>
                <a:latin typeface="+mj-lt"/>
              </a:rPr>
              <a:t>Issue-4: NCS24.7 </a:t>
            </a:r>
            <a:r>
              <a:rPr lang="en-GB" b="1" dirty="0" err="1">
                <a:solidFill>
                  <a:schemeClr val="tx2">
                    <a:lumMod val="75000"/>
                    <a:lumOff val="25000"/>
                  </a:schemeClr>
                </a:solidFill>
                <a:latin typeface="+mj-lt"/>
              </a:rPr>
              <a:t>mgmt</a:t>
            </a:r>
            <a:r>
              <a:rPr lang="en-GB" b="1" dirty="0">
                <a:solidFill>
                  <a:schemeClr val="tx2">
                    <a:lumMod val="75000"/>
                    <a:lumOff val="25000"/>
                  </a:schemeClr>
                </a:solidFill>
                <a:latin typeface="+mj-lt"/>
              </a:rPr>
              <a:t> cluster prepare upgrade failed</a:t>
            </a:r>
            <a:endParaRPr lang="en-US" b="1" dirty="0">
              <a:solidFill>
                <a:schemeClr val="tx2">
                  <a:lumMod val="75000"/>
                  <a:lumOff val="25000"/>
                </a:schemeClr>
              </a:solidFill>
              <a:latin typeface="+mj-lt"/>
            </a:endParaRPr>
          </a:p>
        </p:txBody>
      </p:sp>
      <p:sp>
        <p:nvSpPr>
          <p:cNvPr id="4" name="Footer Placeholder 3">
            <a:extLst>
              <a:ext uri="{FF2B5EF4-FFF2-40B4-BE49-F238E27FC236}">
                <a16:creationId xmlns:a16="http://schemas.microsoft.com/office/drawing/2014/main" id="{DF94DEF5-9DAC-71FC-464B-70F9271CE225}"/>
              </a:ext>
            </a:extLst>
          </p:cNvPr>
          <p:cNvSpPr>
            <a:spLocks noGrp="1"/>
          </p:cNvSpPr>
          <p:nvPr>
            <p:ph type="ftr" sz="quarter" idx="3"/>
          </p:nvPr>
        </p:nvSpPr>
        <p:spPr/>
        <p:txBody>
          <a:bodyPr/>
          <a:lstStyle/>
          <a:p>
            <a:r>
              <a:rPr lang="en-US" dirty="0"/>
              <a:t>Nokia Internal</a:t>
            </a:r>
          </a:p>
        </p:txBody>
      </p:sp>
      <p:sp>
        <p:nvSpPr>
          <p:cNvPr id="2" name="Text Placeholder 7">
            <a:extLst>
              <a:ext uri="{FF2B5EF4-FFF2-40B4-BE49-F238E27FC236}">
                <a16:creationId xmlns:a16="http://schemas.microsoft.com/office/drawing/2014/main" id="{8F64BB49-938D-E6AF-E13D-E6A784B7F509}"/>
              </a:ext>
            </a:extLst>
          </p:cNvPr>
          <p:cNvSpPr txBox="1">
            <a:spLocks/>
          </p:cNvSpPr>
          <p:nvPr/>
        </p:nvSpPr>
        <p:spPr>
          <a:xfrm>
            <a:off x="268511" y="602814"/>
            <a:ext cx="7638067" cy="1502785"/>
          </a:xfrm>
          <a:prstGeom prst="rect">
            <a:avLst/>
          </a:prstGeom>
        </p:spPr>
        <p:txBody>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en-US" sz="1400" b="1" dirty="0">
                <a:solidFill>
                  <a:srgbClr val="0A0908"/>
                </a:solidFill>
                <a:latin typeface="Calibri" panose="020F0502020204030204" pitchFamily="34" charset="0"/>
                <a:cs typeface="Calibri" panose="020F0502020204030204" pitchFamily="34" charset="0"/>
              </a:rPr>
              <a:t>Error:-</a:t>
            </a:r>
          </a:p>
          <a:p>
            <a:pPr marL="0" indent="0">
              <a:buNone/>
            </a:pPr>
            <a:r>
              <a:rPr lang="en-US" sz="1000" dirty="0">
                <a:solidFill>
                  <a:srgbClr val="0A0908"/>
                </a:solidFill>
                <a:latin typeface="Calibri" panose="020F0502020204030204" pitchFamily="34" charset="0"/>
                <a:cs typeface="Calibri" panose="020F0502020204030204" pitchFamily="34" charset="0"/>
              </a:rPr>
              <a:t>NCS24.7 Management cluster prepare step failed while installing </a:t>
            </a:r>
            <a:r>
              <a:rPr lang="en-US" sz="1000" dirty="0" err="1">
                <a:solidFill>
                  <a:srgbClr val="0A0908"/>
                </a:solidFill>
                <a:latin typeface="Calibri" panose="020F0502020204030204" pitchFamily="34" charset="0"/>
                <a:cs typeface="Calibri" panose="020F0502020204030204" pitchFamily="34" charset="0"/>
              </a:rPr>
              <a:t>podman</a:t>
            </a:r>
            <a:r>
              <a:rPr lang="en-US" sz="1000" dirty="0">
                <a:solidFill>
                  <a:srgbClr val="0A0908"/>
                </a:solidFill>
                <a:latin typeface="Calibri" panose="020F0502020204030204" pitchFamily="34" charset="0"/>
                <a:cs typeface="Calibri" panose="020F0502020204030204" pitchFamily="34" charset="0"/>
              </a:rPr>
              <a:t> 1.5.0</a:t>
            </a:r>
          </a:p>
          <a:p>
            <a:pPr marL="0" indent="0">
              <a:buNone/>
            </a:pPr>
            <a:r>
              <a:rPr lang="en-US" sz="900" dirty="0">
                <a:solidFill>
                  <a:srgbClr val="0A0908"/>
                </a:solidFill>
                <a:latin typeface="Calibri" panose="020F0502020204030204" pitchFamily="34" charset="0"/>
                <a:cs typeface="Calibri" panose="020F0502020204030204" pitchFamily="34" charset="0"/>
              </a:rPr>
              <a:t>fatal: [dcwusd07-centralsite-centralsitemanager-0]: FAILED! =&gt; {"changed": true, "</a:t>
            </a:r>
            <a:r>
              <a:rPr lang="en-US" sz="900" dirty="0" err="1">
                <a:solidFill>
                  <a:srgbClr val="0A0908"/>
                </a:solidFill>
                <a:latin typeface="Calibri" panose="020F0502020204030204" pitchFamily="34" charset="0"/>
                <a:cs typeface="Calibri" panose="020F0502020204030204" pitchFamily="34" charset="0"/>
              </a:rPr>
              <a:t>cmd</a:t>
            </a:r>
            <a:r>
              <a:rPr lang="en-US" sz="900" dirty="0">
                <a:solidFill>
                  <a:srgbClr val="0A0908"/>
                </a:solidFill>
                <a:latin typeface="Calibri" panose="020F0502020204030204" pitchFamily="34" charset="0"/>
                <a:cs typeface="Calibri" panose="020F0502020204030204" pitchFamily="34" charset="0"/>
              </a:rPr>
              <a:t>": "ansible-galaxy collection install /root/</a:t>
            </a:r>
            <a:r>
              <a:rPr lang="en-US" sz="900" dirty="0" err="1">
                <a:solidFill>
                  <a:srgbClr val="0A0908"/>
                </a:solidFill>
                <a:latin typeface="Calibri" panose="020F0502020204030204" pitchFamily="34" charset="0"/>
                <a:cs typeface="Calibri" panose="020F0502020204030204" pitchFamily="34" charset="0"/>
              </a:rPr>
              <a:t>ansible_galaxy_collections</a:t>
            </a:r>
            <a:r>
              <a:rPr lang="en-US" sz="900" dirty="0">
                <a:solidFill>
                  <a:srgbClr val="0A0908"/>
                </a:solidFill>
                <a:latin typeface="Calibri" panose="020F0502020204030204" pitchFamily="34" charset="0"/>
                <a:cs typeface="Calibri" panose="020F0502020204030204" pitchFamily="34" charset="0"/>
              </a:rPr>
              <a:t>/*.</a:t>
            </a:r>
            <a:r>
              <a:rPr lang="en-US" sz="900" dirty="0" err="1">
                <a:solidFill>
                  <a:srgbClr val="0A0908"/>
                </a:solidFill>
                <a:latin typeface="Calibri" panose="020F0502020204030204" pitchFamily="34" charset="0"/>
                <a:cs typeface="Calibri" panose="020F0502020204030204" pitchFamily="34" charset="0"/>
              </a:rPr>
              <a:t>gz</a:t>
            </a:r>
            <a:r>
              <a:rPr lang="en-US" sz="900" dirty="0">
                <a:solidFill>
                  <a:srgbClr val="0A0908"/>
                </a:solidFill>
                <a:latin typeface="Calibri" panose="020F0502020204030204" pitchFamily="34" charset="0"/>
                <a:cs typeface="Calibri" panose="020F0502020204030204" pitchFamily="34" charset="0"/>
              </a:rPr>
              <a:t> -p /root/.ansible/collections", "delta": "0:00:01.264562", "end": "2025-01-10 11:52:07.949151", "msg": "non-zero return code", "</a:t>
            </a:r>
            <a:r>
              <a:rPr lang="en-US" sz="900" dirty="0" err="1">
                <a:solidFill>
                  <a:srgbClr val="0A0908"/>
                </a:solidFill>
                <a:latin typeface="Calibri" panose="020F0502020204030204" pitchFamily="34" charset="0"/>
                <a:cs typeface="Calibri" panose="020F0502020204030204" pitchFamily="34" charset="0"/>
              </a:rPr>
              <a:t>rc</a:t>
            </a:r>
            <a:r>
              <a:rPr lang="en-US" sz="900" dirty="0">
                <a:solidFill>
                  <a:srgbClr val="0A0908"/>
                </a:solidFill>
                <a:latin typeface="Calibri" panose="020F0502020204030204" pitchFamily="34" charset="0"/>
                <a:cs typeface="Calibri" panose="020F0502020204030204" pitchFamily="34" charset="0"/>
              </a:rPr>
              <a:t>": 1, "start": "2025-01-10 11:52:06.684589", "stderr": "ERROR! Failed to resolve the requested dependencies map. Got the candidate containers.podman:1.10.0 (direct request) which didn't satisfy all of the following requirements:\n* containers.podman:1.10.0\n* containers.podman:1.5.0", "</a:t>
            </a:r>
            <a:r>
              <a:rPr lang="en-US" sz="900" dirty="0" err="1">
                <a:solidFill>
                  <a:srgbClr val="0A0908"/>
                </a:solidFill>
                <a:latin typeface="Calibri" panose="020F0502020204030204" pitchFamily="34" charset="0"/>
                <a:cs typeface="Calibri" panose="020F0502020204030204" pitchFamily="34" charset="0"/>
              </a:rPr>
              <a:t>stderr_lines</a:t>
            </a:r>
            <a:r>
              <a:rPr lang="en-US" sz="900" dirty="0">
                <a:solidFill>
                  <a:srgbClr val="0A0908"/>
                </a:solidFill>
                <a:latin typeface="Calibri" panose="020F0502020204030204" pitchFamily="34" charset="0"/>
                <a:cs typeface="Calibri" panose="020F0502020204030204" pitchFamily="34" charset="0"/>
              </a:rPr>
              <a:t>": </a:t>
            </a:r>
            <a:r>
              <a:rPr lang="en-US" sz="900" dirty="0">
                <a:solidFill>
                  <a:srgbClr val="FF0000"/>
                </a:solidFill>
                <a:latin typeface="Calibri" panose="020F0502020204030204" pitchFamily="34" charset="0"/>
                <a:cs typeface="Calibri" panose="020F0502020204030204" pitchFamily="34" charset="0"/>
              </a:rPr>
              <a:t>["ERROR! Failed to resolve the requested dependencies map. Got the candidate containers.podman:1.10.0 (direct request) which didn't satisfy all of the following requirements:", "* containers.podman:1.10.0", "* containers.podman:1.5.0"], </a:t>
            </a:r>
            <a:r>
              <a:rPr lang="en-US" sz="900" dirty="0">
                <a:solidFill>
                  <a:srgbClr val="0A0908"/>
                </a:solidFill>
                <a:latin typeface="Calibri" panose="020F0502020204030204" pitchFamily="34" charset="0"/>
                <a:cs typeface="Calibri" panose="020F0502020204030204" pitchFamily="34" charset="0"/>
              </a:rPr>
              <a:t>"</a:t>
            </a:r>
            <a:r>
              <a:rPr lang="en-US" sz="900" dirty="0" err="1">
                <a:solidFill>
                  <a:srgbClr val="0A0908"/>
                </a:solidFill>
                <a:latin typeface="Calibri" panose="020F0502020204030204" pitchFamily="34" charset="0"/>
                <a:cs typeface="Calibri" panose="020F0502020204030204" pitchFamily="34" charset="0"/>
              </a:rPr>
              <a:t>stdout</a:t>
            </a:r>
            <a:r>
              <a:rPr lang="en-US" sz="900" dirty="0">
                <a:solidFill>
                  <a:srgbClr val="0A0908"/>
                </a:solidFill>
                <a:latin typeface="Calibri" panose="020F0502020204030204" pitchFamily="34" charset="0"/>
                <a:cs typeface="Calibri" panose="020F0502020204030204" pitchFamily="34" charset="0"/>
              </a:rPr>
              <a:t>": "Starting galaxy collection install process\</a:t>
            </a:r>
            <a:r>
              <a:rPr lang="en-US" sz="900" dirty="0" err="1">
                <a:solidFill>
                  <a:srgbClr val="0A0908"/>
                </a:solidFill>
                <a:latin typeface="Calibri" panose="020F0502020204030204" pitchFamily="34" charset="0"/>
                <a:cs typeface="Calibri" panose="020F0502020204030204" pitchFamily="34" charset="0"/>
              </a:rPr>
              <a:t>nProcess</a:t>
            </a:r>
            <a:r>
              <a:rPr lang="en-US" sz="900" dirty="0">
                <a:solidFill>
                  <a:srgbClr val="0A0908"/>
                </a:solidFill>
                <a:latin typeface="Calibri" panose="020F0502020204030204" pitchFamily="34" charset="0"/>
                <a:cs typeface="Calibri" panose="020F0502020204030204" pitchFamily="34" charset="0"/>
              </a:rPr>
              <a:t> install dependency map", "</a:t>
            </a:r>
            <a:r>
              <a:rPr lang="en-US" sz="900" dirty="0" err="1">
                <a:solidFill>
                  <a:srgbClr val="0A0908"/>
                </a:solidFill>
                <a:latin typeface="Calibri" panose="020F0502020204030204" pitchFamily="34" charset="0"/>
                <a:cs typeface="Calibri" panose="020F0502020204030204" pitchFamily="34" charset="0"/>
              </a:rPr>
              <a:t>stdout_lines</a:t>
            </a:r>
            <a:r>
              <a:rPr lang="en-US" sz="900" dirty="0">
                <a:solidFill>
                  <a:srgbClr val="0A0908"/>
                </a:solidFill>
                <a:latin typeface="Calibri" panose="020F0502020204030204" pitchFamily="34" charset="0"/>
                <a:cs typeface="Calibri" panose="020F0502020204030204" pitchFamily="34" charset="0"/>
              </a:rPr>
              <a:t>": ["Starting galaxy collection install process", "Process install dependency map"]}</a:t>
            </a:r>
            <a:endParaRPr lang="en-US" sz="900" dirty="0">
              <a:solidFill>
                <a:srgbClr val="001135"/>
              </a:solidFill>
              <a:latin typeface="Calibri" panose="020F0502020204030204" pitchFamily="34" charset="0"/>
              <a:cs typeface="Calibri" panose="020F0502020204030204" pitchFamily="34" charset="0"/>
            </a:endParaRPr>
          </a:p>
        </p:txBody>
      </p:sp>
      <p:sp>
        <p:nvSpPr>
          <p:cNvPr id="6" name="Text Placeholder 7">
            <a:extLst>
              <a:ext uri="{FF2B5EF4-FFF2-40B4-BE49-F238E27FC236}">
                <a16:creationId xmlns:a16="http://schemas.microsoft.com/office/drawing/2014/main" id="{DE5F97B5-C102-0459-2E4A-A8972F5F6332}"/>
              </a:ext>
            </a:extLst>
          </p:cNvPr>
          <p:cNvSpPr txBox="1">
            <a:spLocks/>
          </p:cNvSpPr>
          <p:nvPr/>
        </p:nvSpPr>
        <p:spPr>
          <a:xfrm>
            <a:off x="268511" y="2122004"/>
            <a:ext cx="8545125" cy="2448589"/>
          </a:xfrm>
          <a:prstGeom prst="rect">
            <a:avLst/>
          </a:prstGeom>
        </p:spPr>
        <p:txBody>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spcBef>
                <a:spcPts val="0"/>
              </a:spcBef>
              <a:buNone/>
            </a:pPr>
            <a:r>
              <a:rPr lang="en-US" sz="1100" b="1" dirty="0">
                <a:solidFill>
                  <a:srgbClr val="0A0908"/>
                </a:solidFill>
                <a:latin typeface="Calibri" panose="020F0502020204030204" pitchFamily="34" charset="0"/>
                <a:cs typeface="Calibri" panose="020F0502020204030204" pitchFamily="34" charset="0"/>
              </a:rPr>
              <a:t>Solution:-</a:t>
            </a:r>
          </a:p>
          <a:p>
            <a:pPr marL="0" indent="0">
              <a:spcBef>
                <a:spcPts val="0"/>
              </a:spcBef>
              <a:buNone/>
            </a:pPr>
            <a:r>
              <a:rPr lang="en-US" sz="1000" dirty="0">
                <a:solidFill>
                  <a:srgbClr val="0A0908"/>
                </a:solidFill>
                <a:latin typeface="Calibri" panose="020F0502020204030204" pitchFamily="34" charset="0"/>
                <a:cs typeface="Calibri" panose="020F0502020204030204" pitchFamily="34" charset="0"/>
              </a:rPr>
              <a:t>Before NCS24.7 cluster upgrade: remove the old NCS23.10 containers-podman-1.5.0.tar.gz package from all the central manager nodes (Central setup) or from all the master nodes (Cluster setup).</a:t>
            </a:r>
          </a:p>
          <a:p>
            <a:pPr marL="0" indent="0">
              <a:spcBef>
                <a:spcPts val="0"/>
              </a:spcBef>
              <a:buNone/>
            </a:pPr>
            <a:r>
              <a:rPr lang="en-US" sz="1000" dirty="0">
                <a:solidFill>
                  <a:srgbClr val="0A0908"/>
                </a:solidFill>
                <a:latin typeface="Calibri" panose="020F0502020204030204" pitchFamily="34" charset="0"/>
                <a:cs typeface="Calibri" panose="020F0502020204030204" pitchFamily="34" charset="0"/>
              </a:rPr>
              <a:t> </a:t>
            </a:r>
          </a:p>
          <a:p>
            <a:pPr marL="0" indent="0">
              <a:spcBef>
                <a:spcPts val="0"/>
              </a:spcBef>
              <a:buNone/>
            </a:pPr>
            <a:r>
              <a:rPr lang="en-US" sz="900" dirty="0">
                <a:solidFill>
                  <a:srgbClr val="0A0908"/>
                </a:solidFill>
                <a:latin typeface="Calibri" panose="020F0502020204030204" pitchFamily="34" charset="0"/>
                <a:cs typeface="Calibri" panose="020F0502020204030204" pitchFamily="34" charset="0"/>
              </a:rPr>
              <a:t>[root@dcwusd07-centralsite-centralsitemanager-0 ~ (Active)]# </a:t>
            </a:r>
            <a:r>
              <a:rPr lang="en-US" sz="900" dirty="0">
                <a:solidFill>
                  <a:schemeClr val="accent1"/>
                </a:solidFill>
                <a:latin typeface="Calibri" panose="020F0502020204030204" pitchFamily="34" charset="0"/>
              </a:rPr>
              <a:t>ls -</a:t>
            </a:r>
            <a:r>
              <a:rPr lang="en-US" sz="900" dirty="0" err="1">
                <a:solidFill>
                  <a:schemeClr val="accent1"/>
                </a:solidFill>
                <a:latin typeface="Calibri" panose="020F0502020204030204" pitchFamily="34" charset="0"/>
              </a:rPr>
              <a:t>lrt</a:t>
            </a:r>
            <a:r>
              <a:rPr lang="en-US" sz="900" dirty="0">
                <a:solidFill>
                  <a:schemeClr val="accent1"/>
                </a:solidFill>
                <a:latin typeface="Calibri" panose="020F0502020204030204" pitchFamily="34" charset="0"/>
              </a:rPr>
              <a:t> /root/</a:t>
            </a:r>
            <a:r>
              <a:rPr lang="en-US" sz="900" dirty="0" err="1">
                <a:solidFill>
                  <a:schemeClr val="accent1"/>
                </a:solidFill>
                <a:latin typeface="Calibri" panose="020F0502020204030204" pitchFamily="34" charset="0"/>
              </a:rPr>
              <a:t>ansible_galaxy_collections</a:t>
            </a:r>
            <a:r>
              <a:rPr lang="en-US" sz="900" dirty="0">
                <a:solidFill>
                  <a:schemeClr val="accent1"/>
                </a:solidFill>
                <a:latin typeface="Calibri" panose="020F0502020204030204" pitchFamily="34" charset="0"/>
              </a:rPr>
              <a:t>/</a:t>
            </a:r>
          </a:p>
          <a:p>
            <a:pPr marL="0" indent="0">
              <a:spcBef>
                <a:spcPts val="0"/>
              </a:spcBef>
              <a:buNone/>
            </a:pPr>
            <a:r>
              <a:rPr lang="en-US" sz="900" dirty="0">
                <a:solidFill>
                  <a:srgbClr val="0A0908"/>
                </a:solidFill>
                <a:highlight>
                  <a:srgbClr val="FF0000"/>
                </a:highlight>
                <a:latin typeface="Calibri" panose="020F0502020204030204" pitchFamily="34" charset="0"/>
                <a:cs typeface="Calibri" panose="020F0502020204030204" pitchFamily="34" charset="0"/>
              </a:rPr>
              <a:t>-r--r--r--. 1 root </a:t>
            </a:r>
            <a:r>
              <a:rPr lang="en-US" sz="900" dirty="0" err="1">
                <a:solidFill>
                  <a:srgbClr val="0A0908"/>
                </a:solidFill>
                <a:highlight>
                  <a:srgbClr val="FF0000"/>
                </a:highlight>
                <a:latin typeface="Calibri" panose="020F0502020204030204" pitchFamily="34" charset="0"/>
                <a:cs typeface="Calibri" panose="020F0502020204030204" pitchFamily="34" charset="0"/>
              </a:rPr>
              <a:t>root</a:t>
            </a:r>
            <a:r>
              <a:rPr lang="en-US" sz="900" dirty="0">
                <a:solidFill>
                  <a:srgbClr val="0A0908"/>
                </a:solidFill>
                <a:highlight>
                  <a:srgbClr val="FF0000"/>
                </a:highlight>
                <a:latin typeface="Calibri" panose="020F0502020204030204" pitchFamily="34" charset="0"/>
                <a:cs typeface="Calibri" panose="020F0502020204030204" pitchFamily="34" charset="0"/>
              </a:rPr>
              <a:t>  293669 Jul 26  2023 containers-podman-1.5.0.tar.gz</a:t>
            </a:r>
          </a:p>
          <a:p>
            <a:pPr marL="0" indent="0">
              <a:spcBef>
                <a:spcPts val="0"/>
              </a:spcBef>
              <a:buNone/>
            </a:pPr>
            <a:r>
              <a:rPr lang="en-US" sz="900" dirty="0">
                <a:solidFill>
                  <a:srgbClr val="0A0908"/>
                </a:solidFill>
                <a:latin typeface="Calibri" panose="020F0502020204030204" pitchFamily="34" charset="0"/>
                <a:cs typeface="Calibri" panose="020F0502020204030204" pitchFamily="34" charset="0"/>
              </a:rPr>
              <a:t>-r--r--r--. 1 root </a:t>
            </a:r>
            <a:r>
              <a:rPr lang="en-US" sz="900" dirty="0" err="1">
                <a:solidFill>
                  <a:srgbClr val="0A0908"/>
                </a:solidFill>
                <a:latin typeface="Calibri" panose="020F0502020204030204" pitchFamily="34" charset="0"/>
                <a:cs typeface="Calibri" panose="020F0502020204030204" pitchFamily="34" charset="0"/>
              </a:rPr>
              <a:t>root</a:t>
            </a:r>
            <a:r>
              <a:rPr lang="en-US" sz="900" dirty="0">
                <a:solidFill>
                  <a:srgbClr val="0A0908"/>
                </a:solidFill>
                <a:latin typeface="Calibri" panose="020F0502020204030204" pitchFamily="34" charset="0"/>
                <a:cs typeface="Calibri" panose="020F0502020204030204" pitchFamily="34" charset="0"/>
              </a:rPr>
              <a:t>   45703 Jul 24 17:31 openstack-config_template-1.3.0.tar.gz</a:t>
            </a:r>
          </a:p>
          <a:p>
            <a:pPr marL="0" indent="0">
              <a:spcBef>
                <a:spcPts val="0"/>
              </a:spcBef>
              <a:buNone/>
            </a:pPr>
            <a:r>
              <a:rPr lang="en-US" sz="900" dirty="0">
                <a:solidFill>
                  <a:srgbClr val="0A0908"/>
                </a:solidFill>
                <a:latin typeface="Calibri" panose="020F0502020204030204" pitchFamily="34" charset="0"/>
                <a:cs typeface="Calibri" panose="020F0502020204030204" pitchFamily="34" charset="0"/>
              </a:rPr>
              <a:t>-r--r--r--. 1 root </a:t>
            </a:r>
            <a:r>
              <a:rPr lang="en-US" sz="900" dirty="0" err="1">
                <a:solidFill>
                  <a:srgbClr val="0A0908"/>
                </a:solidFill>
                <a:latin typeface="Calibri" panose="020F0502020204030204" pitchFamily="34" charset="0"/>
                <a:cs typeface="Calibri" panose="020F0502020204030204" pitchFamily="34" charset="0"/>
              </a:rPr>
              <a:t>root</a:t>
            </a:r>
            <a:r>
              <a:rPr lang="en-US" sz="900" dirty="0">
                <a:solidFill>
                  <a:srgbClr val="0A0908"/>
                </a:solidFill>
                <a:latin typeface="Calibri" panose="020F0502020204030204" pitchFamily="34" charset="0"/>
                <a:cs typeface="Calibri" panose="020F0502020204030204" pitchFamily="34" charset="0"/>
              </a:rPr>
              <a:t>  165678 Jul 24 17:31 openstack-cloud-1.10.0.tar.gz</a:t>
            </a:r>
          </a:p>
          <a:p>
            <a:pPr marL="0" indent="0">
              <a:spcBef>
                <a:spcPts val="0"/>
              </a:spcBef>
              <a:buNone/>
            </a:pPr>
            <a:r>
              <a:rPr lang="en-US" sz="900" dirty="0">
                <a:solidFill>
                  <a:srgbClr val="0A0908"/>
                </a:solidFill>
                <a:latin typeface="Calibri" panose="020F0502020204030204" pitchFamily="34" charset="0"/>
                <a:cs typeface="Calibri" panose="020F0502020204030204" pitchFamily="34" charset="0"/>
              </a:rPr>
              <a:t>-r--r--r--. 1 root </a:t>
            </a:r>
            <a:r>
              <a:rPr lang="en-US" sz="900" dirty="0" err="1">
                <a:solidFill>
                  <a:srgbClr val="0A0908"/>
                </a:solidFill>
                <a:latin typeface="Calibri" panose="020F0502020204030204" pitchFamily="34" charset="0"/>
                <a:cs typeface="Calibri" panose="020F0502020204030204" pitchFamily="34" charset="0"/>
              </a:rPr>
              <a:t>root</a:t>
            </a:r>
            <a:r>
              <a:rPr lang="en-US" sz="900" dirty="0">
                <a:solidFill>
                  <a:srgbClr val="0A0908"/>
                </a:solidFill>
                <a:latin typeface="Calibri" panose="020F0502020204030204" pitchFamily="34" charset="0"/>
                <a:cs typeface="Calibri" panose="020F0502020204030204" pitchFamily="34" charset="0"/>
              </a:rPr>
              <a:t>  354947 Jul 24 17:31 containers-podman-1.10.0.tar.gz</a:t>
            </a:r>
          </a:p>
          <a:p>
            <a:pPr marL="0" indent="0">
              <a:spcBef>
                <a:spcPts val="0"/>
              </a:spcBef>
              <a:buNone/>
            </a:pPr>
            <a:r>
              <a:rPr lang="en-US" sz="900" dirty="0">
                <a:solidFill>
                  <a:srgbClr val="0A0908"/>
                </a:solidFill>
                <a:latin typeface="Calibri" panose="020F0502020204030204" pitchFamily="34" charset="0"/>
                <a:cs typeface="Calibri" panose="020F0502020204030204" pitchFamily="34" charset="0"/>
              </a:rPr>
              <a:t>-r--r--r--. 1 root </a:t>
            </a:r>
            <a:r>
              <a:rPr lang="en-US" sz="900" dirty="0" err="1">
                <a:solidFill>
                  <a:srgbClr val="0A0908"/>
                </a:solidFill>
                <a:latin typeface="Calibri" panose="020F0502020204030204" pitchFamily="34" charset="0"/>
                <a:cs typeface="Calibri" panose="020F0502020204030204" pitchFamily="34" charset="0"/>
              </a:rPr>
              <a:t>root</a:t>
            </a:r>
            <a:r>
              <a:rPr lang="en-US" sz="900" dirty="0">
                <a:solidFill>
                  <a:srgbClr val="0A0908"/>
                </a:solidFill>
                <a:latin typeface="Calibri" panose="020F0502020204030204" pitchFamily="34" charset="0"/>
                <a:cs typeface="Calibri" panose="020F0502020204030204" pitchFamily="34" charset="0"/>
              </a:rPr>
              <a:t>   99380 Jul 24 17:31 community-rabbitmq-1.2.3.tar.gz</a:t>
            </a:r>
          </a:p>
          <a:p>
            <a:pPr marL="0" indent="0">
              <a:spcBef>
                <a:spcPts val="0"/>
              </a:spcBef>
              <a:buNone/>
            </a:pPr>
            <a:r>
              <a:rPr lang="en-US" sz="900" dirty="0">
                <a:solidFill>
                  <a:srgbClr val="0A0908"/>
                </a:solidFill>
                <a:latin typeface="Calibri" panose="020F0502020204030204" pitchFamily="34" charset="0"/>
                <a:cs typeface="Calibri" panose="020F0502020204030204" pitchFamily="34" charset="0"/>
              </a:rPr>
              <a:t>-r--r--r--. 1 root </a:t>
            </a:r>
            <a:r>
              <a:rPr lang="en-US" sz="900" dirty="0" err="1">
                <a:solidFill>
                  <a:srgbClr val="0A0908"/>
                </a:solidFill>
                <a:latin typeface="Calibri" panose="020F0502020204030204" pitchFamily="34" charset="0"/>
                <a:cs typeface="Calibri" panose="020F0502020204030204" pitchFamily="34" charset="0"/>
              </a:rPr>
              <a:t>root</a:t>
            </a:r>
            <a:r>
              <a:rPr lang="en-US" sz="900" dirty="0">
                <a:solidFill>
                  <a:srgbClr val="0A0908"/>
                </a:solidFill>
                <a:latin typeface="Calibri" panose="020F0502020204030204" pitchFamily="34" charset="0"/>
                <a:cs typeface="Calibri" panose="020F0502020204030204" pitchFamily="34" charset="0"/>
              </a:rPr>
              <a:t>  146732 Jul 24 17:31 community-mysql-3.7.2.tar.gz</a:t>
            </a:r>
          </a:p>
          <a:p>
            <a:pPr marL="0" indent="0">
              <a:spcBef>
                <a:spcPts val="0"/>
              </a:spcBef>
              <a:buNone/>
            </a:pPr>
            <a:r>
              <a:rPr lang="en-US" sz="900" dirty="0">
                <a:solidFill>
                  <a:srgbClr val="0A0908"/>
                </a:solidFill>
                <a:latin typeface="Calibri" panose="020F0502020204030204" pitchFamily="34" charset="0"/>
                <a:cs typeface="Calibri" panose="020F0502020204030204" pitchFamily="34" charset="0"/>
              </a:rPr>
              <a:t>-r--r--r--. 1 root </a:t>
            </a:r>
            <a:r>
              <a:rPr lang="en-US" sz="900" dirty="0" err="1">
                <a:solidFill>
                  <a:srgbClr val="0A0908"/>
                </a:solidFill>
                <a:latin typeface="Calibri" panose="020F0502020204030204" pitchFamily="34" charset="0"/>
                <a:cs typeface="Calibri" panose="020F0502020204030204" pitchFamily="34" charset="0"/>
              </a:rPr>
              <a:t>root</a:t>
            </a:r>
            <a:r>
              <a:rPr lang="en-US" sz="900" dirty="0">
                <a:solidFill>
                  <a:srgbClr val="0A0908"/>
                </a:solidFill>
                <a:latin typeface="Calibri" panose="020F0502020204030204" pitchFamily="34" charset="0"/>
                <a:cs typeface="Calibri" panose="020F0502020204030204" pitchFamily="34" charset="0"/>
              </a:rPr>
              <a:t> 2450980 Jul 24 17:31 community-general-7.1.0.tar.gz</a:t>
            </a:r>
          </a:p>
          <a:p>
            <a:pPr marL="0" indent="0">
              <a:spcBef>
                <a:spcPts val="0"/>
              </a:spcBef>
              <a:buNone/>
            </a:pPr>
            <a:r>
              <a:rPr lang="en-US" sz="900" dirty="0">
                <a:solidFill>
                  <a:srgbClr val="0A0908"/>
                </a:solidFill>
                <a:latin typeface="Calibri" panose="020F0502020204030204" pitchFamily="34" charset="0"/>
                <a:cs typeface="Calibri" panose="020F0502020204030204" pitchFamily="34" charset="0"/>
              </a:rPr>
              <a:t>-r--r--r--. 1 root </a:t>
            </a:r>
            <a:r>
              <a:rPr lang="en-US" sz="900" dirty="0" err="1">
                <a:solidFill>
                  <a:srgbClr val="0A0908"/>
                </a:solidFill>
                <a:latin typeface="Calibri" panose="020F0502020204030204" pitchFamily="34" charset="0"/>
                <a:cs typeface="Calibri" panose="020F0502020204030204" pitchFamily="34" charset="0"/>
              </a:rPr>
              <a:t>root</a:t>
            </a:r>
            <a:r>
              <a:rPr lang="en-US" sz="900" dirty="0">
                <a:solidFill>
                  <a:srgbClr val="0A0908"/>
                </a:solidFill>
                <a:latin typeface="Calibri" panose="020F0502020204030204" pitchFamily="34" charset="0"/>
                <a:cs typeface="Calibri" panose="020F0502020204030204" pitchFamily="34" charset="0"/>
              </a:rPr>
              <a:t>  590715 Jul 24 17:31 community-crypto-2.15.0.tar.gz</a:t>
            </a:r>
          </a:p>
          <a:p>
            <a:pPr marL="0" indent="0">
              <a:spcBef>
                <a:spcPts val="0"/>
              </a:spcBef>
              <a:buNone/>
            </a:pPr>
            <a:r>
              <a:rPr lang="en-US" sz="900" dirty="0">
                <a:solidFill>
                  <a:srgbClr val="0A0908"/>
                </a:solidFill>
                <a:latin typeface="Calibri" panose="020F0502020204030204" pitchFamily="34" charset="0"/>
                <a:cs typeface="Calibri" panose="020F0502020204030204" pitchFamily="34" charset="0"/>
              </a:rPr>
              <a:t>-r--r--r--. 1 root </a:t>
            </a:r>
            <a:r>
              <a:rPr lang="en-US" sz="900" dirty="0" err="1">
                <a:solidFill>
                  <a:srgbClr val="0A0908"/>
                </a:solidFill>
                <a:latin typeface="Calibri" panose="020F0502020204030204" pitchFamily="34" charset="0"/>
                <a:cs typeface="Calibri" panose="020F0502020204030204" pitchFamily="34" charset="0"/>
              </a:rPr>
              <a:t>root</a:t>
            </a:r>
            <a:r>
              <a:rPr lang="en-US" sz="900" dirty="0">
                <a:solidFill>
                  <a:srgbClr val="0A0908"/>
                </a:solidFill>
                <a:latin typeface="Calibri" panose="020F0502020204030204" pitchFamily="34" charset="0"/>
                <a:cs typeface="Calibri" panose="020F0502020204030204" pitchFamily="34" charset="0"/>
              </a:rPr>
              <a:t>  281994 Jul 24 17:31 ansible-utils-2.10.3.tar.gz</a:t>
            </a:r>
          </a:p>
          <a:p>
            <a:pPr marL="0" indent="0">
              <a:spcBef>
                <a:spcPts val="0"/>
              </a:spcBef>
              <a:buNone/>
            </a:pPr>
            <a:r>
              <a:rPr lang="en-US" sz="900" dirty="0">
                <a:solidFill>
                  <a:srgbClr val="0A0908"/>
                </a:solidFill>
                <a:latin typeface="Calibri" panose="020F0502020204030204" pitchFamily="34" charset="0"/>
                <a:cs typeface="Calibri" panose="020F0502020204030204" pitchFamily="34" charset="0"/>
              </a:rPr>
              <a:t>-r--r--r--. 1 root </a:t>
            </a:r>
            <a:r>
              <a:rPr lang="en-US" sz="900" dirty="0" err="1">
                <a:solidFill>
                  <a:srgbClr val="0A0908"/>
                </a:solidFill>
                <a:latin typeface="Calibri" panose="020F0502020204030204" pitchFamily="34" charset="0"/>
                <a:cs typeface="Calibri" panose="020F0502020204030204" pitchFamily="34" charset="0"/>
              </a:rPr>
              <a:t>root</a:t>
            </a:r>
            <a:r>
              <a:rPr lang="en-US" sz="900" dirty="0">
                <a:solidFill>
                  <a:srgbClr val="0A0908"/>
                </a:solidFill>
                <a:latin typeface="Calibri" panose="020F0502020204030204" pitchFamily="34" charset="0"/>
                <a:cs typeface="Calibri" panose="020F0502020204030204" pitchFamily="34" charset="0"/>
              </a:rPr>
              <a:t>  181688 Jul 24 17:31 ansible-posix-1.5.4.tar.gz</a:t>
            </a:r>
          </a:p>
          <a:p>
            <a:pPr marL="0" indent="0">
              <a:spcBef>
                <a:spcPts val="0"/>
              </a:spcBef>
              <a:buNone/>
            </a:pPr>
            <a:r>
              <a:rPr lang="en-US" sz="900" dirty="0">
                <a:solidFill>
                  <a:srgbClr val="0A0908"/>
                </a:solidFill>
                <a:latin typeface="Calibri" panose="020F0502020204030204" pitchFamily="34" charset="0"/>
                <a:cs typeface="Calibri" panose="020F0502020204030204" pitchFamily="34" charset="0"/>
              </a:rPr>
              <a:t>-r--r--r--. 1 root </a:t>
            </a:r>
            <a:r>
              <a:rPr lang="en-US" sz="900" dirty="0" err="1">
                <a:solidFill>
                  <a:srgbClr val="0A0908"/>
                </a:solidFill>
                <a:latin typeface="Calibri" panose="020F0502020204030204" pitchFamily="34" charset="0"/>
                <a:cs typeface="Calibri" panose="020F0502020204030204" pitchFamily="34" charset="0"/>
              </a:rPr>
              <a:t>root</a:t>
            </a:r>
            <a:r>
              <a:rPr lang="en-US" sz="900" dirty="0">
                <a:solidFill>
                  <a:srgbClr val="0A0908"/>
                </a:solidFill>
                <a:latin typeface="Calibri" panose="020F0502020204030204" pitchFamily="34" charset="0"/>
                <a:cs typeface="Calibri" panose="020F0502020204030204" pitchFamily="34" charset="0"/>
              </a:rPr>
              <a:t>  233247 Jul 24 17:31 ansible-netcommon-5.1.2.tar.gz</a:t>
            </a:r>
          </a:p>
          <a:p>
            <a:pPr marL="0" indent="0">
              <a:spcBef>
                <a:spcPts val="0"/>
              </a:spcBef>
              <a:buNone/>
            </a:pPr>
            <a:r>
              <a:rPr lang="en-US" sz="900" dirty="0">
                <a:solidFill>
                  <a:srgbClr val="0A0908"/>
                </a:solidFill>
                <a:latin typeface="Calibri" panose="020F0502020204030204" pitchFamily="34" charset="0"/>
                <a:cs typeface="Calibri" panose="020F0502020204030204" pitchFamily="34" charset="0"/>
              </a:rPr>
              <a:t>[root@dcwusd07-centralsite-centralsitemanager-1 ~ (Active)]# </a:t>
            </a:r>
            <a:r>
              <a:rPr lang="en-US" sz="900" dirty="0">
                <a:solidFill>
                  <a:schemeClr val="accent1"/>
                </a:solidFill>
                <a:latin typeface="Calibri" panose="020F0502020204030204" pitchFamily="34" charset="0"/>
              </a:rPr>
              <a:t>mv /root/</a:t>
            </a:r>
            <a:r>
              <a:rPr lang="en-US" sz="900" dirty="0" err="1">
                <a:solidFill>
                  <a:schemeClr val="accent1"/>
                </a:solidFill>
                <a:latin typeface="Calibri" panose="020F0502020204030204" pitchFamily="34" charset="0"/>
              </a:rPr>
              <a:t>ansible_galaxy_collections</a:t>
            </a:r>
            <a:r>
              <a:rPr lang="en-US" sz="900" dirty="0">
                <a:solidFill>
                  <a:schemeClr val="accent1"/>
                </a:solidFill>
                <a:latin typeface="Calibri" panose="020F0502020204030204" pitchFamily="34" charset="0"/>
              </a:rPr>
              <a:t>/containers-podman-1.5.0.tar.gz /</a:t>
            </a:r>
            <a:r>
              <a:rPr lang="en-US" sz="900" dirty="0" err="1">
                <a:solidFill>
                  <a:schemeClr val="accent1"/>
                </a:solidFill>
                <a:latin typeface="Calibri" panose="020F0502020204030204" pitchFamily="34" charset="0"/>
              </a:rPr>
              <a:t>tmp</a:t>
            </a:r>
            <a:r>
              <a:rPr lang="en-US" sz="900" dirty="0">
                <a:solidFill>
                  <a:schemeClr val="accent1"/>
                </a:solidFill>
                <a:latin typeface="Calibri" panose="020F0502020204030204" pitchFamily="34" charset="0"/>
              </a:rPr>
              <a:t>/</a:t>
            </a:r>
          </a:p>
          <a:p>
            <a:pPr marL="0" indent="0">
              <a:spcBef>
                <a:spcPts val="0"/>
              </a:spcBef>
              <a:buNone/>
            </a:pPr>
            <a:r>
              <a:rPr lang="en-US" sz="900" dirty="0">
                <a:solidFill>
                  <a:srgbClr val="0A0908"/>
                </a:solidFill>
                <a:latin typeface="Calibri" panose="020F0502020204030204" pitchFamily="34" charset="0"/>
                <a:cs typeface="Calibri" panose="020F0502020204030204" pitchFamily="34" charset="0"/>
              </a:rPr>
              <a:t>[root@dcwusd07-centralsite-centralsitemanager-0 ~ (Active)]#</a:t>
            </a:r>
          </a:p>
        </p:txBody>
      </p:sp>
    </p:spTree>
    <p:extLst>
      <p:ext uri="{BB962C8B-B14F-4D97-AF65-F5344CB8AC3E}">
        <p14:creationId xmlns:p14="http://schemas.microsoft.com/office/powerpoint/2010/main" val="27813783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F4462A-2E3C-D9B1-9CA4-E1CD3BB6313B}"/>
            </a:ext>
          </a:extLst>
        </p:cNvPr>
        <p:cNvGrpSpPr/>
        <p:nvPr/>
      </p:nvGrpSpPr>
      <p:grpSpPr>
        <a:xfrm>
          <a:off x="0" y="0"/>
          <a:ext cx="0" cy="0"/>
          <a:chOff x="0" y="0"/>
          <a:chExt cx="0" cy="0"/>
        </a:xfrm>
      </p:grpSpPr>
      <p:sp>
        <p:nvSpPr>
          <p:cNvPr id="10" name="Text Placeholder 9">
            <a:extLst>
              <a:ext uri="{FF2B5EF4-FFF2-40B4-BE49-F238E27FC236}">
                <a16:creationId xmlns:a16="http://schemas.microsoft.com/office/drawing/2014/main" id="{F745DC24-5809-49EB-90EF-372C5B71B4F0}"/>
              </a:ext>
            </a:extLst>
          </p:cNvPr>
          <p:cNvSpPr>
            <a:spLocks noGrp="1"/>
          </p:cNvSpPr>
          <p:nvPr>
            <p:ph type="body" sz="quarter" idx="12"/>
          </p:nvPr>
        </p:nvSpPr>
        <p:spPr>
          <a:xfrm>
            <a:off x="330518" y="162545"/>
            <a:ext cx="8312742" cy="423864"/>
          </a:xfrm>
        </p:spPr>
        <p:txBody>
          <a:bodyPr/>
          <a:lstStyle/>
          <a:p>
            <a:r>
              <a:rPr lang="en-GB" b="1" dirty="0">
                <a:solidFill>
                  <a:schemeClr val="tx2">
                    <a:lumMod val="75000"/>
                    <a:lumOff val="25000"/>
                  </a:schemeClr>
                </a:solidFill>
                <a:latin typeface="+mj-lt"/>
              </a:rPr>
              <a:t>Issue-5: NCS24.7 workload cluster prepare upgrade failure</a:t>
            </a:r>
            <a:endParaRPr lang="en-US" b="1" dirty="0">
              <a:solidFill>
                <a:schemeClr val="tx2">
                  <a:lumMod val="75000"/>
                  <a:lumOff val="25000"/>
                </a:schemeClr>
              </a:solidFill>
              <a:latin typeface="+mj-lt"/>
            </a:endParaRPr>
          </a:p>
        </p:txBody>
      </p:sp>
      <p:sp>
        <p:nvSpPr>
          <p:cNvPr id="4" name="Footer Placeholder 3">
            <a:extLst>
              <a:ext uri="{FF2B5EF4-FFF2-40B4-BE49-F238E27FC236}">
                <a16:creationId xmlns:a16="http://schemas.microsoft.com/office/drawing/2014/main" id="{6BE72EDA-2349-D176-7D0D-D810AC340FAD}"/>
              </a:ext>
            </a:extLst>
          </p:cNvPr>
          <p:cNvSpPr>
            <a:spLocks noGrp="1"/>
          </p:cNvSpPr>
          <p:nvPr>
            <p:ph type="ftr" sz="quarter" idx="3"/>
          </p:nvPr>
        </p:nvSpPr>
        <p:spPr/>
        <p:txBody>
          <a:bodyPr/>
          <a:lstStyle/>
          <a:p>
            <a:r>
              <a:rPr lang="en-US" dirty="0"/>
              <a:t>Nokia Internal</a:t>
            </a:r>
          </a:p>
        </p:txBody>
      </p:sp>
      <p:sp>
        <p:nvSpPr>
          <p:cNvPr id="2" name="Text Placeholder 7">
            <a:extLst>
              <a:ext uri="{FF2B5EF4-FFF2-40B4-BE49-F238E27FC236}">
                <a16:creationId xmlns:a16="http://schemas.microsoft.com/office/drawing/2014/main" id="{771D3147-3563-BA55-B6A6-5FE19F9BCE2B}"/>
              </a:ext>
            </a:extLst>
          </p:cNvPr>
          <p:cNvSpPr txBox="1">
            <a:spLocks/>
          </p:cNvSpPr>
          <p:nvPr/>
        </p:nvSpPr>
        <p:spPr>
          <a:xfrm>
            <a:off x="254746" y="494980"/>
            <a:ext cx="8634507" cy="4363575"/>
          </a:xfrm>
          <a:prstGeom prst="rect">
            <a:avLst/>
          </a:prstGeom>
        </p:spPr>
        <p:txBody>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en-US" sz="1400" b="1" dirty="0">
                <a:solidFill>
                  <a:srgbClr val="0A0908"/>
                </a:solidFill>
                <a:latin typeface="Calibri" panose="020F0502020204030204" pitchFamily="34" charset="0"/>
                <a:cs typeface="Calibri" panose="020F0502020204030204" pitchFamily="34" charset="0"/>
              </a:rPr>
              <a:t>Error:-</a:t>
            </a:r>
          </a:p>
          <a:p>
            <a:pPr marL="0" indent="0">
              <a:buNone/>
            </a:pPr>
            <a:r>
              <a:rPr lang="en-US" sz="800" dirty="0">
                <a:solidFill>
                  <a:srgbClr val="0A0908"/>
                </a:solidFill>
                <a:latin typeface="Calibri" panose="020F0502020204030204" pitchFamily="34" charset="0"/>
                <a:cs typeface="Calibri" panose="020F0502020204030204" pitchFamily="34" charset="0"/>
              </a:rPr>
              <a:t>The upgrade from NCS23.10 to NCS24.7 failed in the prepare upgrade stage for the workload cluster with the below error</a:t>
            </a:r>
          </a:p>
          <a:p>
            <a:pPr marL="0" indent="0">
              <a:spcBef>
                <a:spcPts val="0"/>
              </a:spcBef>
              <a:buNone/>
            </a:pPr>
            <a:endParaRPr lang="en-US" sz="800" dirty="0">
              <a:solidFill>
                <a:srgbClr val="0A0908"/>
              </a:solidFill>
              <a:latin typeface="Calibri" panose="020F0502020204030204" pitchFamily="34" charset="0"/>
              <a:cs typeface="Calibri" panose="020F0502020204030204" pitchFamily="34" charset="0"/>
            </a:endParaRPr>
          </a:p>
          <a:p>
            <a:pPr marL="0" indent="0">
              <a:spcBef>
                <a:spcPts val="0"/>
              </a:spcBef>
              <a:buNone/>
            </a:pPr>
            <a:r>
              <a:rPr lang="en-US" sz="800" i="1" dirty="0">
                <a:solidFill>
                  <a:srgbClr val="0A0908"/>
                </a:solidFill>
                <a:latin typeface="Calibri" panose="020F0502020204030204" pitchFamily="34" charset="0"/>
                <a:cs typeface="Calibri" panose="020F0502020204030204" pitchFamily="34" charset="0"/>
              </a:rPr>
              <a:t>cbis-admin@10.203.116.74 \"</a:t>
            </a:r>
            <a:r>
              <a:rPr lang="en-US" sz="800" i="1" dirty="0" err="1">
                <a:solidFill>
                  <a:srgbClr val="0A0908"/>
                </a:solidFill>
                <a:latin typeface="Calibri" panose="020F0502020204030204" pitchFamily="34" charset="0"/>
                <a:cs typeface="Calibri" panose="020F0502020204030204" pitchFamily="34" charset="0"/>
              </a:rPr>
              <a:t>sudo</a:t>
            </a:r>
            <a:r>
              <a:rPr lang="en-US" sz="800" i="1" dirty="0">
                <a:solidFill>
                  <a:srgbClr val="0A0908"/>
                </a:solidFill>
                <a:latin typeface="Calibri" panose="020F0502020204030204" pitchFamily="34" charset="0"/>
                <a:cs typeface="Calibri" panose="020F0502020204030204" pitchFamily="34" charset="0"/>
              </a:rPr>
              <a:t> </a:t>
            </a:r>
            <a:r>
              <a:rPr lang="en-US" sz="800" i="1" dirty="0" err="1">
                <a:solidFill>
                  <a:srgbClr val="0A0908"/>
                </a:solidFill>
                <a:latin typeface="Calibri" panose="020F0502020204030204" pitchFamily="34" charset="0"/>
                <a:cs typeface="Calibri" panose="020F0502020204030204" pitchFamily="34" charset="0"/>
              </a:rPr>
              <a:t>kubectl</a:t>
            </a:r>
            <a:r>
              <a:rPr lang="en-US" sz="800" i="1" dirty="0">
                <a:solidFill>
                  <a:srgbClr val="0A0908"/>
                </a:solidFill>
                <a:latin typeface="Calibri" panose="020F0502020204030204" pitchFamily="34" charset="0"/>
                <a:cs typeface="Calibri" panose="020F0502020204030204" pitchFamily="34" charset="0"/>
              </a:rPr>
              <a:t> get pods -l app=</a:t>
            </a:r>
            <a:r>
              <a:rPr lang="en-US" sz="800" i="1" dirty="0" err="1">
                <a:solidFill>
                  <a:srgbClr val="0A0908"/>
                </a:solidFill>
                <a:latin typeface="Calibri" panose="020F0502020204030204" pitchFamily="34" charset="0"/>
                <a:cs typeface="Calibri" panose="020F0502020204030204" pitchFamily="34" charset="0"/>
              </a:rPr>
              <a:t>cbur</a:t>
            </a:r>
            <a:r>
              <a:rPr lang="en-US" sz="800" i="1" dirty="0">
                <a:solidFill>
                  <a:srgbClr val="0A0908"/>
                </a:solidFill>
                <a:latin typeface="Calibri" panose="020F0502020204030204" pitchFamily="34" charset="0"/>
                <a:cs typeface="Calibri" panose="020F0502020204030204" pitchFamily="34" charset="0"/>
              </a:rPr>
              <a:t>-master-</a:t>
            </a:r>
            <a:r>
              <a:rPr lang="en-US" sz="800" i="1" dirty="0" err="1">
                <a:solidFill>
                  <a:srgbClr val="0A0908"/>
                </a:solidFill>
                <a:latin typeface="Calibri" panose="020F0502020204030204" pitchFamily="34" charset="0"/>
                <a:cs typeface="Calibri" panose="020F0502020204030204" pitchFamily="34" charset="0"/>
              </a:rPr>
              <a:t>cbur</a:t>
            </a:r>
            <a:r>
              <a:rPr lang="en-US" sz="800" i="1" dirty="0">
                <a:solidFill>
                  <a:srgbClr val="0A0908"/>
                </a:solidFill>
                <a:latin typeface="Calibri" panose="020F0502020204030204" pitchFamily="34" charset="0"/>
                <a:cs typeface="Calibri" panose="020F0502020204030204" pitchFamily="34" charset="0"/>
              </a:rPr>
              <a:t>-</a:t>
            </a:r>
            <a:r>
              <a:rPr lang="en-US" sz="800" i="1" dirty="0" err="1">
                <a:solidFill>
                  <a:srgbClr val="0A0908"/>
                </a:solidFill>
                <a:latin typeface="Calibri" panose="020F0502020204030204" pitchFamily="34" charset="0"/>
                <a:cs typeface="Calibri" panose="020F0502020204030204" pitchFamily="34" charset="0"/>
              </a:rPr>
              <a:t>mycelery</a:t>
            </a:r>
            <a:r>
              <a:rPr lang="en-US" sz="800" i="1" dirty="0">
                <a:solidFill>
                  <a:srgbClr val="0A0908"/>
                </a:solidFill>
                <a:latin typeface="Calibri" panose="020F0502020204030204" pitchFamily="34" charset="0"/>
                <a:cs typeface="Calibri" panose="020F0502020204030204" pitchFamily="34" charset="0"/>
              </a:rPr>
              <a:t> -n </a:t>
            </a:r>
            <a:r>
              <a:rPr lang="en-US" sz="800" i="1" dirty="0" err="1">
                <a:solidFill>
                  <a:srgbClr val="0A0908"/>
                </a:solidFill>
                <a:latin typeface="Calibri" panose="020F0502020204030204" pitchFamily="34" charset="0"/>
                <a:cs typeface="Calibri" panose="020F0502020204030204" pitchFamily="34" charset="0"/>
              </a:rPr>
              <a:t>ncms</a:t>
            </a:r>
            <a:r>
              <a:rPr lang="en-US" sz="800" i="1" dirty="0">
                <a:solidFill>
                  <a:srgbClr val="0A0908"/>
                </a:solidFill>
                <a:latin typeface="Calibri" panose="020F0502020204030204" pitchFamily="34" charset="0"/>
                <a:cs typeface="Calibri" panose="020F0502020204030204" pitchFamily="34" charset="0"/>
              </a:rPr>
              <a:t> | grep Running | awk '{print</a:t>
            </a:r>
          </a:p>
          <a:p>
            <a:pPr marL="0" indent="0">
              <a:spcBef>
                <a:spcPts val="0"/>
              </a:spcBef>
              <a:buNone/>
            </a:pPr>
            <a:r>
              <a:rPr lang="en-US" sz="800" i="1" dirty="0">
                <a:solidFill>
                  <a:srgbClr val="0A0908"/>
                </a:solidFill>
                <a:latin typeface="Calibri" panose="020F0502020204030204" pitchFamily="34" charset="0"/>
                <a:cs typeface="Calibri" panose="020F0502020204030204" pitchFamily="34" charset="0"/>
              </a:rPr>
              <a:t>$1}' \"' executed successfully</a:t>
            </a:r>
          </a:p>
          <a:p>
            <a:pPr marL="0" indent="0">
              <a:spcBef>
                <a:spcPts val="0"/>
              </a:spcBef>
              <a:buNone/>
            </a:pPr>
            <a:r>
              <a:rPr lang="en-US" sz="800" i="1" dirty="0">
                <a:solidFill>
                  <a:srgbClr val="0A0908"/>
                </a:solidFill>
                <a:latin typeface="Calibri" panose="020F0502020204030204" pitchFamily="34" charset="0"/>
                <a:cs typeface="Calibri" panose="020F0502020204030204" pitchFamily="34" charset="0"/>
              </a:rPr>
              <a:t>2025-01-10 15:12:00,501 - ClusterBMBackupV2-cbis_deploy_helper - DEBUG - running command on 10.203.116.74: </a:t>
            </a:r>
            <a:r>
              <a:rPr lang="en-US" sz="800" i="1" dirty="0" err="1">
                <a:solidFill>
                  <a:srgbClr val="0A0908"/>
                </a:solidFill>
                <a:latin typeface="Calibri" panose="020F0502020204030204" pitchFamily="34" charset="0"/>
                <a:cs typeface="Calibri" panose="020F0502020204030204" pitchFamily="34" charset="0"/>
              </a:rPr>
              <a:t>sudo</a:t>
            </a:r>
            <a:r>
              <a:rPr lang="en-US" sz="800" i="1" dirty="0">
                <a:solidFill>
                  <a:srgbClr val="0A0908"/>
                </a:solidFill>
                <a:latin typeface="Calibri" panose="020F0502020204030204" pitchFamily="34" charset="0"/>
                <a:cs typeface="Calibri" panose="020F0502020204030204" pitchFamily="34" charset="0"/>
              </a:rPr>
              <a:t> </a:t>
            </a:r>
            <a:r>
              <a:rPr lang="en-US" sz="800" i="1" dirty="0" err="1">
                <a:solidFill>
                  <a:srgbClr val="0A0908"/>
                </a:solidFill>
                <a:latin typeface="Calibri" panose="020F0502020204030204" pitchFamily="34" charset="0"/>
                <a:cs typeface="Calibri" panose="020F0502020204030204" pitchFamily="34" charset="0"/>
              </a:rPr>
              <a:t>kubectl</a:t>
            </a:r>
            <a:r>
              <a:rPr lang="en-US" sz="800" i="1" dirty="0">
                <a:solidFill>
                  <a:srgbClr val="0A0908"/>
                </a:solidFill>
                <a:latin typeface="Calibri" panose="020F0502020204030204" pitchFamily="34" charset="0"/>
                <a:cs typeface="Calibri" panose="020F0502020204030204" pitchFamily="34" charset="0"/>
              </a:rPr>
              <a:t> -</a:t>
            </a:r>
            <a:r>
              <a:rPr lang="en-US" sz="800" i="1" dirty="0" err="1">
                <a:solidFill>
                  <a:srgbClr val="0A0908"/>
                </a:solidFill>
                <a:latin typeface="Calibri" panose="020F0502020204030204" pitchFamily="34" charset="0"/>
                <a:cs typeface="Calibri" panose="020F0502020204030204" pitchFamily="34" charset="0"/>
              </a:rPr>
              <a:t>nncms</a:t>
            </a:r>
            <a:r>
              <a:rPr lang="en-US" sz="800" i="1" dirty="0">
                <a:solidFill>
                  <a:srgbClr val="0A0908"/>
                </a:solidFill>
                <a:latin typeface="Calibri" panose="020F0502020204030204" pitchFamily="34" charset="0"/>
                <a:cs typeface="Calibri" panose="020F0502020204030204" pitchFamily="34" charset="0"/>
              </a:rPr>
              <a:t> patch </a:t>
            </a:r>
            <a:r>
              <a:rPr lang="en-US" sz="800" i="1" dirty="0" err="1">
                <a:solidFill>
                  <a:srgbClr val="0A0908"/>
                </a:solidFill>
                <a:latin typeface="Calibri" panose="020F0502020204030204" pitchFamily="34" charset="0"/>
                <a:cs typeface="Calibri" panose="020F0502020204030204" pitchFamily="34" charset="0"/>
              </a:rPr>
              <a:t>br</a:t>
            </a:r>
            <a:r>
              <a:rPr lang="en-US" sz="800" i="1" dirty="0">
                <a:solidFill>
                  <a:srgbClr val="0A0908"/>
                </a:solidFill>
                <a:latin typeface="Calibri" panose="020F0502020204030204" pitchFamily="34" charset="0"/>
                <a:cs typeface="Calibri" panose="020F0502020204030204" pitchFamily="34" charset="0"/>
              </a:rPr>
              <a:t> harbor-harbor-database --type=\"</a:t>
            </a:r>
            <a:r>
              <a:rPr lang="en-US" sz="800" i="1" dirty="0" err="1">
                <a:solidFill>
                  <a:srgbClr val="0A0908"/>
                </a:solidFill>
                <a:latin typeface="Calibri" panose="020F0502020204030204" pitchFamily="34" charset="0"/>
                <a:cs typeface="Calibri" panose="020F0502020204030204" pitchFamily="34" charset="0"/>
              </a:rPr>
              <a:t>json</a:t>
            </a:r>
            <a:r>
              <a:rPr lang="en-US" sz="800" i="1" dirty="0">
                <a:solidFill>
                  <a:srgbClr val="0A0908"/>
                </a:solidFill>
                <a:latin typeface="Calibri" panose="020F0502020204030204" pitchFamily="34" charset="0"/>
                <a:cs typeface="Calibri" panose="020F0502020204030204" pitchFamily="34" charset="0"/>
              </a:rPr>
              <a:t>\" -p '[\{\"op\": \"replace\", \"path\": \"/spec/backend/mode\", \"value\": \"local\"}]'</a:t>
            </a:r>
          </a:p>
          <a:p>
            <a:pPr marL="0" indent="0">
              <a:spcBef>
                <a:spcPts val="0"/>
              </a:spcBef>
              <a:buNone/>
            </a:pPr>
            <a:r>
              <a:rPr lang="en-US" sz="800" i="1" dirty="0">
                <a:solidFill>
                  <a:srgbClr val="0A0908"/>
                </a:solidFill>
                <a:latin typeface="Calibri" panose="020F0502020204030204" pitchFamily="34" charset="0"/>
                <a:cs typeface="Calibri" panose="020F0502020204030204" pitchFamily="34" charset="0"/>
              </a:rPr>
              <a:t>2025-01-10 15:12:00,544 - ClusterBMBackupV2-cbis_deploy_helper - DEBUG - command: </a:t>
            </a:r>
            <a:r>
              <a:rPr lang="en-US" sz="800" b="1" i="1" dirty="0" err="1">
                <a:solidFill>
                  <a:srgbClr val="0A0908"/>
                </a:solidFill>
                <a:latin typeface="Calibri" panose="020F0502020204030204" pitchFamily="34" charset="0"/>
                <a:cs typeface="Calibri" panose="020F0502020204030204" pitchFamily="34" charset="0"/>
              </a:rPr>
              <a:t>sudo</a:t>
            </a:r>
            <a:r>
              <a:rPr lang="en-US" sz="800" b="1" i="1" dirty="0">
                <a:solidFill>
                  <a:srgbClr val="0A0908"/>
                </a:solidFill>
                <a:latin typeface="Calibri" panose="020F0502020204030204" pitchFamily="34" charset="0"/>
                <a:cs typeface="Calibri" panose="020F0502020204030204" pitchFamily="34" charset="0"/>
              </a:rPr>
              <a:t> </a:t>
            </a:r>
            <a:r>
              <a:rPr lang="en-US" sz="800" b="1" i="1" dirty="0" err="1">
                <a:solidFill>
                  <a:srgbClr val="0A0908"/>
                </a:solidFill>
                <a:latin typeface="Calibri" panose="020F0502020204030204" pitchFamily="34" charset="0"/>
                <a:cs typeface="Calibri" panose="020F0502020204030204" pitchFamily="34" charset="0"/>
              </a:rPr>
              <a:t>kubectl</a:t>
            </a:r>
            <a:r>
              <a:rPr lang="en-US" sz="800" b="1" i="1" dirty="0">
                <a:solidFill>
                  <a:srgbClr val="0A0908"/>
                </a:solidFill>
                <a:latin typeface="Calibri" panose="020F0502020204030204" pitchFamily="34" charset="0"/>
                <a:cs typeface="Calibri" panose="020F0502020204030204" pitchFamily="34" charset="0"/>
              </a:rPr>
              <a:t> -</a:t>
            </a:r>
            <a:r>
              <a:rPr lang="en-US" sz="800" b="1" i="1" dirty="0" err="1">
                <a:solidFill>
                  <a:srgbClr val="0A0908"/>
                </a:solidFill>
                <a:latin typeface="Calibri" panose="020F0502020204030204" pitchFamily="34" charset="0"/>
                <a:cs typeface="Calibri" panose="020F0502020204030204" pitchFamily="34" charset="0"/>
              </a:rPr>
              <a:t>nncms</a:t>
            </a:r>
            <a:r>
              <a:rPr lang="en-US" sz="800" b="1" i="1" dirty="0">
                <a:solidFill>
                  <a:srgbClr val="0A0908"/>
                </a:solidFill>
                <a:latin typeface="Calibri" panose="020F0502020204030204" pitchFamily="34" charset="0"/>
                <a:cs typeface="Calibri" panose="020F0502020204030204" pitchFamily="34" charset="0"/>
              </a:rPr>
              <a:t> patch </a:t>
            </a:r>
            <a:r>
              <a:rPr lang="en-US" sz="800" b="1" i="1" dirty="0" err="1">
                <a:solidFill>
                  <a:srgbClr val="0A0908"/>
                </a:solidFill>
                <a:latin typeface="Calibri" panose="020F0502020204030204" pitchFamily="34" charset="0"/>
                <a:cs typeface="Calibri" panose="020F0502020204030204" pitchFamily="34" charset="0"/>
              </a:rPr>
              <a:t>br</a:t>
            </a:r>
            <a:r>
              <a:rPr lang="en-US" sz="800" b="1" i="1" dirty="0">
                <a:solidFill>
                  <a:srgbClr val="0A0908"/>
                </a:solidFill>
                <a:latin typeface="Calibri" panose="020F0502020204030204" pitchFamily="34" charset="0"/>
                <a:cs typeface="Calibri" panose="020F0502020204030204" pitchFamily="34" charset="0"/>
              </a:rPr>
              <a:t> harbor-harbor-database </a:t>
            </a:r>
            <a:r>
              <a:rPr lang="en-US" sz="800" i="1" dirty="0">
                <a:solidFill>
                  <a:srgbClr val="0A0908"/>
                </a:solidFill>
                <a:latin typeface="Calibri" panose="020F0502020204030204" pitchFamily="34" charset="0"/>
                <a:cs typeface="Calibri" panose="020F0502020204030204" pitchFamily="34" charset="0"/>
              </a:rPr>
              <a:t>--type=\"</a:t>
            </a:r>
            <a:r>
              <a:rPr lang="en-US" sz="800" i="1" dirty="0" err="1">
                <a:solidFill>
                  <a:srgbClr val="0A0908"/>
                </a:solidFill>
                <a:latin typeface="Calibri" panose="020F0502020204030204" pitchFamily="34" charset="0"/>
                <a:cs typeface="Calibri" panose="020F0502020204030204" pitchFamily="34" charset="0"/>
              </a:rPr>
              <a:t>json</a:t>
            </a:r>
            <a:r>
              <a:rPr lang="en-US" sz="800" i="1" dirty="0">
                <a:solidFill>
                  <a:srgbClr val="0A0908"/>
                </a:solidFill>
                <a:latin typeface="Calibri" panose="020F0502020204030204" pitchFamily="34" charset="0"/>
                <a:cs typeface="Calibri" panose="020F0502020204030204" pitchFamily="34" charset="0"/>
              </a:rPr>
              <a:t>\" -p '[\{\"op\": \"replace\", \"path\": \"/spec/backend/mode\", \"value\": \"local\"}]' returned:</a:t>
            </a:r>
          </a:p>
          <a:p>
            <a:pPr marL="0" indent="0">
              <a:spcBef>
                <a:spcPts val="0"/>
              </a:spcBef>
              <a:buNone/>
            </a:pPr>
            <a:r>
              <a:rPr lang="en-US" sz="800" i="1" dirty="0">
                <a:solidFill>
                  <a:srgbClr val="FF0000"/>
                </a:solidFill>
                <a:latin typeface="Calibri" panose="020F0502020204030204" pitchFamily="34" charset="0"/>
                <a:cs typeface="Calibri" panose="020F0502020204030204" pitchFamily="34" charset="0"/>
              </a:rPr>
              <a:t>Error from server (</a:t>
            </a:r>
            <a:r>
              <a:rPr lang="en-US" sz="800" i="1" dirty="0" err="1">
                <a:solidFill>
                  <a:srgbClr val="FF0000"/>
                </a:solidFill>
                <a:latin typeface="Calibri" panose="020F0502020204030204" pitchFamily="34" charset="0"/>
                <a:cs typeface="Calibri" panose="020F0502020204030204" pitchFamily="34" charset="0"/>
              </a:rPr>
              <a:t>NotFound</a:t>
            </a:r>
            <a:r>
              <a:rPr lang="en-US" sz="800" i="1" dirty="0">
                <a:solidFill>
                  <a:srgbClr val="FF0000"/>
                </a:solidFill>
                <a:latin typeface="Calibri" panose="020F0502020204030204" pitchFamily="34" charset="0"/>
                <a:cs typeface="Calibri" panose="020F0502020204030204" pitchFamily="34" charset="0"/>
              </a:rPr>
              <a:t>): </a:t>
            </a:r>
            <a:r>
              <a:rPr lang="en-US" sz="800" i="1" dirty="0" err="1">
                <a:solidFill>
                  <a:srgbClr val="FF0000"/>
                </a:solidFill>
                <a:highlight>
                  <a:srgbClr val="FFFF00"/>
                </a:highlight>
                <a:latin typeface="Calibri" panose="020F0502020204030204" pitchFamily="34" charset="0"/>
                <a:cs typeface="Calibri" panose="020F0502020204030204" pitchFamily="34" charset="0"/>
              </a:rPr>
              <a:t>brpolices.cbur.bcmt.local</a:t>
            </a:r>
            <a:r>
              <a:rPr lang="en-US" sz="800" i="1" dirty="0">
                <a:solidFill>
                  <a:srgbClr val="FF0000"/>
                </a:solidFill>
                <a:highlight>
                  <a:srgbClr val="FFFF00"/>
                </a:highlight>
                <a:latin typeface="Calibri" panose="020F0502020204030204" pitchFamily="34" charset="0"/>
                <a:cs typeface="Calibri" panose="020F0502020204030204" pitchFamily="34" charset="0"/>
              </a:rPr>
              <a:t> </a:t>
            </a:r>
            <a:r>
              <a:rPr lang="en-US" sz="800" i="1" dirty="0">
                <a:solidFill>
                  <a:srgbClr val="FF0000"/>
                </a:solidFill>
                <a:latin typeface="Calibri" panose="020F0502020204030204" pitchFamily="34" charset="0"/>
                <a:cs typeface="Calibri" panose="020F0502020204030204" pitchFamily="34" charset="0"/>
              </a:rPr>
              <a:t>\"harbor-harbor-database\" not found</a:t>
            </a:r>
          </a:p>
          <a:p>
            <a:pPr marL="0" indent="0">
              <a:spcBef>
                <a:spcPts val="0"/>
              </a:spcBef>
              <a:buNone/>
            </a:pPr>
            <a:r>
              <a:rPr lang="en-US" sz="800" i="1" dirty="0">
                <a:solidFill>
                  <a:srgbClr val="0A0908"/>
                </a:solidFill>
                <a:latin typeface="Calibri" panose="020F0502020204030204" pitchFamily="34" charset="0"/>
                <a:cs typeface="Calibri" panose="020F0502020204030204" pitchFamily="34" charset="0"/>
              </a:rPr>
              <a:t>2025-01-10 15:12:00,631 - ClusterBMBackupV2-cbis_deploy_helper - DEBUG - Error during running </a:t>
            </a:r>
            <a:r>
              <a:rPr lang="en-US" sz="800" i="1" dirty="0" err="1">
                <a:solidFill>
                  <a:srgbClr val="0A0908"/>
                </a:solidFill>
                <a:latin typeface="Calibri" panose="020F0502020204030204" pitchFamily="34" charset="0"/>
                <a:cs typeface="Calibri" panose="020F0502020204030204" pitchFamily="34" charset="0"/>
              </a:rPr>
              <a:t>ssh_cmds</a:t>
            </a:r>
            <a:r>
              <a:rPr lang="en-US" sz="800" i="1" dirty="0">
                <a:solidFill>
                  <a:srgbClr val="0A0908"/>
                </a:solidFill>
                <a:latin typeface="Calibri" panose="020F0502020204030204" pitchFamily="34" charset="0"/>
                <a:cs typeface="Calibri" panose="020F0502020204030204" pitchFamily="34" charset="0"/>
              </a:rPr>
              <a:t>, error </a:t>
            </a:r>
            <a:r>
              <a:rPr lang="en-US" sz="800" i="1" dirty="0" err="1">
                <a:solidFill>
                  <a:srgbClr val="0A0908"/>
                </a:solidFill>
                <a:latin typeface="Calibri" panose="020F0502020204030204" pitchFamily="34" charset="0"/>
                <a:cs typeface="Calibri" panose="020F0502020204030204" pitchFamily="34" charset="0"/>
              </a:rPr>
              <a:t>error</a:t>
            </a:r>
            <a:r>
              <a:rPr lang="en-US" sz="800" i="1" dirty="0">
                <a:solidFill>
                  <a:srgbClr val="0A0908"/>
                </a:solidFill>
                <a:latin typeface="Calibri" panose="020F0502020204030204" pitchFamily="34" charset="0"/>
                <a:cs typeface="Calibri" panose="020F0502020204030204" pitchFamily="34" charset="0"/>
              </a:rPr>
              <a:t> occurred during command:</a:t>
            </a:r>
          </a:p>
          <a:p>
            <a:pPr marL="0" indent="0">
              <a:spcBef>
                <a:spcPts val="0"/>
              </a:spcBef>
              <a:buNone/>
            </a:pPr>
            <a:r>
              <a:rPr lang="en-US" sz="800" i="1" dirty="0" err="1">
                <a:solidFill>
                  <a:srgbClr val="0A0908"/>
                </a:solidFill>
                <a:latin typeface="Calibri" panose="020F0502020204030204" pitchFamily="34" charset="0"/>
                <a:cs typeface="Calibri" panose="020F0502020204030204" pitchFamily="34" charset="0"/>
              </a:rPr>
              <a:t>sudo</a:t>
            </a:r>
            <a:r>
              <a:rPr lang="en-US" sz="800" i="1" dirty="0">
                <a:solidFill>
                  <a:srgbClr val="0A0908"/>
                </a:solidFill>
                <a:latin typeface="Calibri" panose="020F0502020204030204" pitchFamily="34" charset="0"/>
                <a:cs typeface="Calibri" panose="020F0502020204030204" pitchFamily="34" charset="0"/>
              </a:rPr>
              <a:t> </a:t>
            </a:r>
            <a:r>
              <a:rPr lang="en-US" sz="800" i="1" dirty="0" err="1">
                <a:solidFill>
                  <a:srgbClr val="0A0908"/>
                </a:solidFill>
                <a:latin typeface="Calibri" panose="020F0502020204030204" pitchFamily="34" charset="0"/>
                <a:cs typeface="Calibri" panose="020F0502020204030204" pitchFamily="34" charset="0"/>
              </a:rPr>
              <a:t>kubectl</a:t>
            </a:r>
            <a:r>
              <a:rPr lang="en-US" sz="800" i="1" dirty="0">
                <a:solidFill>
                  <a:srgbClr val="0A0908"/>
                </a:solidFill>
                <a:latin typeface="Calibri" panose="020F0502020204030204" pitchFamily="34" charset="0"/>
                <a:cs typeface="Calibri" panose="020F0502020204030204" pitchFamily="34" charset="0"/>
              </a:rPr>
              <a:t> -</a:t>
            </a:r>
            <a:r>
              <a:rPr lang="en-US" sz="800" i="1" dirty="0" err="1">
                <a:solidFill>
                  <a:srgbClr val="0A0908"/>
                </a:solidFill>
                <a:latin typeface="Calibri" panose="020F0502020204030204" pitchFamily="34" charset="0"/>
                <a:cs typeface="Calibri" panose="020F0502020204030204" pitchFamily="34" charset="0"/>
              </a:rPr>
              <a:t>nncms</a:t>
            </a:r>
            <a:r>
              <a:rPr lang="en-US" sz="800" i="1" dirty="0">
                <a:solidFill>
                  <a:srgbClr val="0A0908"/>
                </a:solidFill>
                <a:latin typeface="Calibri" panose="020F0502020204030204" pitchFamily="34" charset="0"/>
                <a:cs typeface="Calibri" panose="020F0502020204030204" pitchFamily="34" charset="0"/>
              </a:rPr>
              <a:t> patch </a:t>
            </a:r>
            <a:r>
              <a:rPr lang="en-US" sz="800" i="1" dirty="0" err="1">
                <a:solidFill>
                  <a:srgbClr val="0A0908"/>
                </a:solidFill>
                <a:latin typeface="Calibri" panose="020F0502020204030204" pitchFamily="34" charset="0"/>
                <a:cs typeface="Calibri" panose="020F0502020204030204" pitchFamily="34" charset="0"/>
              </a:rPr>
              <a:t>br</a:t>
            </a:r>
            <a:r>
              <a:rPr lang="en-US" sz="800" i="1" dirty="0">
                <a:solidFill>
                  <a:srgbClr val="0A0908"/>
                </a:solidFill>
                <a:latin typeface="Calibri" panose="020F0502020204030204" pitchFamily="34" charset="0"/>
                <a:cs typeface="Calibri" panose="020F0502020204030204" pitchFamily="34" charset="0"/>
              </a:rPr>
              <a:t> harbor-harbor-database --type=\"</a:t>
            </a:r>
            <a:r>
              <a:rPr lang="en-US" sz="800" i="1" dirty="0" err="1">
                <a:solidFill>
                  <a:srgbClr val="0A0908"/>
                </a:solidFill>
                <a:latin typeface="Calibri" panose="020F0502020204030204" pitchFamily="34" charset="0"/>
                <a:cs typeface="Calibri" panose="020F0502020204030204" pitchFamily="34" charset="0"/>
              </a:rPr>
              <a:t>json</a:t>
            </a:r>
            <a:r>
              <a:rPr lang="en-US" sz="800" i="1" dirty="0">
                <a:solidFill>
                  <a:srgbClr val="0A0908"/>
                </a:solidFill>
                <a:latin typeface="Calibri" panose="020F0502020204030204" pitchFamily="34" charset="0"/>
                <a:cs typeface="Calibri" panose="020F0502020204030204" pitchFamily="34" charset="0"/>
              </a:rPr>
              <a:t>\" -p '[\{\"op\": \"replace\", \"path\": \"/spec/backend/mode\", \"value\": \"local\"}]'</a:t>
            </a:r>
          </a:p>
          <a:p>
            <a:pPr marL="0" indent="0">
              <a:spcBef>
                <a:spcPts val="0"/>
              </a:spcBef>
              <a:buNone/>
            </a:pPr>
            <a:r>
              <a:rPr lang="en-US" sz="800" i="1" dirty="0">
                <a:solidFill>
                  <a:srgbClr val="0A0908"/>
                </a:solidFill>
                <a:latin typeface="Calibri" panose="020F0502020204030204" pitchFamily="34" charset="0"/>
                <a:cs typeface="Calibri" panose="020F0502020204030204" pitchFamily="34" charset="0"/>
              </a:rPr>
              <a:t> error:</a:t>
            </a:r>
          </a:p>
          <a:p>
            <a:pPr marL="0" indent="0">
              <a:spcBef>
                <a:spcPts val="0"/>
              </a:spcBef>
              <a:buNone/>
            </a:pPr>
            <a:r>
              <a:rPr lang="en-US" sz="800" i="1" dirty="0">
                <a:solidFill>
                  <a:srgbClr val="0A0908"/>
                </a:solidFill>
                <a:latin typeface="Calibri" panose="020F0502020204030204" pitchFamily="34" charset="0"/>
                <a:cs typeface="Calibri" panose="020F0502020204030204" pitchFamily="34" charset="0"/>
              </a:rPr>
              <a:t> </a:t>
            </a:r>
            <a:r>
              <a:rPr lang="en-US" sz="800" i="1" dirty="0">
                <a:solidFill>
                  <a:srgbClr val="FF0000"/>
                </a:solidFill>
                <a:latin typeface="Calibri" panose="020F0502020204030204" pitchFamily="34" charset="0"/>
                <a:cs typeface="Calibri" panose="020F0502020204030204" pitchFamily="34" charset="0"/>
              </a:rPr>
              <a:t>Error from server (</a:t>
            </a:r>
            <a:r>
              <a:rPr lang="en-US" sz="800" i="1" dirty="0" err="1">
                <a:solidFill>
                  <a:srgbClr val="FF0000"/>
                </a:solidFill>
                <a:latin typeface="Calibri" panose="020F0502020204030204" pitchFamily="34" charset="0"/>
                <a:cs typeface="Calibri" panose="020F0502020204030204" pitchFamily="34" charset="0"/>
              </a:rPr>
              <a:t>NotFound</a:t>
            </a:r>
            <a:r>
              <a:rPr lang="en-US" sz="800" i="1" dirty="0">
                <a:solidFill>
                  <a:srgbClr val="FF0000"/>
                </a:solidFill>
                <a:latin typeface="Calibri" panose="020F0502020204030204" pitchFamily="34" charset="0"/>
                <a:cs typeface="Calibri" panose="020F0502020204030204" pitchFamily="34" charset="0"/>
              </a:rPr>
              <a:t>): </a:t>
            </a:r>
            <a:r>
              <a:rPr lang="en-US" sz="800" i="1" dirty="0" err="1">
                <a:solidFill>
                  <a:srgbClr val="FF0000"/>
                </a:solidFill>
                <a:latin typeface="Calibri" panose="020F0502020204030204" pitchFamily="34" charset="0"/>
                <a:cs typeface="Calibri" panose="020F0502020204030204" pitchFamily="34" charset="0"/>
              </a:rPr>
              <a:t>brpolices.cbur.bcmt.local</a:t>
            </a:r>
            <a:r>
              <a:rPr lang="en-US" sz="800" i="1" dirty="0">
                <a:solidFill>
                  <a:srgbClr val="FF0000"/>
                </a:solidFill>
                <a:latin typeface="Calibri" panose="020F0502020204030204" pitchFamily="34" charset="0"/>
                <a:cs typeface="Calibri" panose="020F0502020204030204" pitchFamily="34" charset="0"/>
              </a:rPr>
              <a:t> \"harbor-harbor-database\" not found</a:t>
            </a:r>
          </a:p>
          <a:p>
            <a:pPr marL="0" indent="0">
              <a:spcBef>
                <a:spcPts val="0"/>
              </a:spcBef>
              <a:buNone/>
            </a:pPr>
            <a:r>
              <a:rPr lang="en-US" sz="800" i="1" dirty="0">
                <a:solidFill>
                  <a:srgbClr val="0A0908"/>
                </a:solidFill>
                <a:latin typeface="Calibri" panose="020F0502020204030204" pitchFamily="34" charset="0"/>
                <a:cs typeface="Calibri" panose="020F0502020204030204" pitchFamily="34" charset="0"/>
              </a:rPr>
              <a:t>  exit status: 1</a:t>
            </a:r>
          </a:p>
          <a:p>
            <a:pPr marL="0" indent="0">
              <a:spcBef>
                <a:spcPts val="0"/>
              </a:spcBef>
              <a:buNone/>
            </a:pPr>
            <a:endParaRPr lang="en-US" sz="800" i="1" dirty="0">
              <a:solidFill>
                <a:srgbClr val="0A0908"/>
              </a:solidFill>
              <a:latin typeface="Calibri" panose="020F0502020204030204" pitchFamily="34" charset="0"/>
              <a:cs typeface="Calibri" panose="020F0502020204030204" pitchFamily="34" charset="0"/>
            </a:endParaRPr>
          </a:p>
          <a:p>
            <a:pPr marL="0" indent="0">
              <a:lnSpc>
                <a:spcPct val="107000"/>
              </a:lnSpc>
              <a:spcBef>
                <a:spcPts val="0"/>
              </a:spcBef>
              <a:buNone/>
            </a:pPr>
            <a:r>
              <a:rPr lang="en-IN" sz="800" kern="1400" dirty="0">
                <a:solidFill>
                  <a:srgbClr val="0A0908"/>
                </a:solidFill>
                <a:effectLst/>
                <a:latin typeface="Calibri" panose="020F0502020204030204" pitchFamily="34" charset="0"/>
                <a:ea typeface="Times New Roman" panose="02020603050405020304" pitchFamily="18" charset="0"/>
                <a:cs typeface="Calibri" panose="020F0502020204030204" pitchFamily="34" charset="0"/>
              </a:rPr>
              <a:t>[root@dcwusd07-ncs-masterbm-0 </a:t>
            </a:r>
            <a:r>
              <a:rPr lang="en-IN" sz="800" kern="1400" dirty="0" err="1">
                <a:solidFill>
                  <a:srgbClr val="0A0908"/>
                </a:solidFill>
                <a:effectLst/>
                <a:latin typeface="Calibri" panose="020F0502020204030204" pitchFamily="34" charset="0"/>
                <a:ea typeface="Times New Roman" panose="02020603050405020304" pitchFamily="18" charset="0"/>
                <a:cs typeface="Calibri" panose="020F0502020204030204" pitchFamily="34" charset="0"/>
              </a:rPr>
              <a:t>cbis</a:t>
            </a:r>
            <a:r>
              <a:rPr lang="en-IN" sz="800" kern="1400" dirty="0">
                <a:solidFill>
                  <a:srgbClr val="0A0908"/>
                </a:solidFill>
                <a:effectLst/>
                <a:latin typeface="Calibri" panose="020F0502020204030204" pitchFamily="34" charset="0"/>
                <a:ea typeface="Times New Roman" panose="02020603050405020304" pitchFamily="18" charset="0"/>
                <a:cs typeface="Calibri" panose="020F0502020204030204" pitchFamily="34" charset="0"/>
              </a:rPr>
              <a:t>-admin (Active)]# </a:t>
            </a:r>
            <a:r>
              <a:rPr lang="en-IN" sz="800" b="1" dirty="0">
                <a:solidFill>
                  <a:schemeClr val="accent1"/>
                </a:solidFill>
                <a:latin typeface="Calibri" panose="020F0502020204030204" pitchFamily="34" charset="0"/>
              </a:rPr>
              <a:t>kubectl get </a:t>
            </a:r>
            <a:r>
              <a:rPr lang="en-IN" sz="800" b="1" dirty="0" err="1">
                <a:solidFill>
                  <a:schemeClr val="accent1"/>
                </a:solidFill>
                <a:latin typeface="Calibri" panose="020F0502020204030204" pitchFamily="34" charset="0"/>
              </a:rPr>
              <a:t>brpolices.cbur.bcmt.local</a:t>
            </a:r>
            <a:r>
              <a:rPr lang="en-IN" sz="800" b="1" dirty="0">
                <a:solidFill>
                  <a:schemeClr val="accent1"/>
                </a:solidFill>
                <a:latin typeface="Calibri" panose="020F0502020204030204" pitchFamily="34" charset="0"/>
              </a:rPr>
              <a:t> -n </a:t>
            </a:r>
            <a:r>
              <a:rPr lang="en-IN" sz="800" b="1" dirty="0" err="1">
                <a:solidFill>
                  <a:schemeClr val="accent1"/>
                </a:solidFill>
                <a:latin typeface="Calibri" panose="020F0502020204030204" pitchFamily="34" charset="0"/>
              </a:rPr>
              <a:t>ncms</a:t>
            </a:r>
            <a:endParaRPr lang="en-IN" sz="800" b="1" dirty="0">
              <a:solidFill>
                <a:schemeClr val="accent1"/>
              </a:solidFill>
              <a:latin typeface="Calibri" panose="020F0502020204030204" pitchFamily="34" charset="0"/>
            </a:endParaRPr>
          </a:p>
          <a:p>
            <a:pPr marL="0" indent="0">
              <a:lnSpc>
                <a:spcPct val="107000"/>
              </a:lnSpc>
              <a:spcBef>
                <a:spcPts val="0"/>
              </a:spcBef>
              <a:buNone/>
            </a:pPr>
            <a:r>
              <a:rPr lang="en-IN" sz="800" kern="1400" dirty="0">
                <a:solidFill>
                  <a:srgbClr val="0A0908"/>
                </a:solidFill>
                <a:effectLst/>
                <a:highlight>
                  <a:srgbClr val="FFFF00"/>
                </a:highlight>
                <a:latin typeface="Calibri" panose="020F0502020204030204" pitchFamily="34" charset="0"/>
                <a:ea typeface="Times New Roman" panose="02020603050405020304" pitchFamily="18" charset="0"/>
                <a:cs typeface="Calibri" panose="020F0502020204030204" pitchFamily="34" charset="0"/>
              </a:rPr>
              <a:t>No resources found in </a:t>
            </a:r>
            <a:r>
              <a:rPr lang="en-IN" sz="800" kern="1400" dirty="0" err="1">
                <a:solidFill>
                  <a:srgbClr val="0A0908"/>
                </a:solidFill>
                <a:effectLst/>
                <a:highlight>
                  <a:srgbClr val="FFFF00"/>
                </a:highlight>
                <a:latin typeface="Calibri" panose="020F0502020204030204" pitchFamily="34" charset="0"/>
                <a:ea typeface="Times New Roman" panose="02020603050405020304" pitchFamily="18" charset="0"/>
                <a:cs typeface="Calibri" panose="020F0502020204030204" pitchFamily="34" charset="0"/>
              </a:rPr>
              <a:t>ncms</a:t>
            </a:r>
            <a:r>
              <a:rPr lang="en-IN" sz="800" kern="1400" dirty="0">
                <a:solidFill>
                  <a:srgbClr val="0A0908"/>
                </a:solidFill>
                <a:effectLst/>
                <a:highlight>
                  <a:srgbClr val="FFFF00"/>
                </a:highlight>
                <a:latin typeface="Calibri" panose="020F0502020204030204" pitchFamily="34" charset="0"/>
                <a:ea typeface="Times New Roman" panose="02020603050405020304" pitchFamily="18" charset="0"/>
                <a:cs typeface="Calibri" panose="020F0502020204030204" pitchFamily="34" charset="0"/>
              </a:rPr>
              <a:t> namespace.</a:t>
            </a:r>
            <a:endParaRPr lang="en-IN" sz="800" kern="1400" dirty="0">
              <a:solidFill>
                <a:srgbClr val="0A0908"/>
              </a:solidFill>
              <a:effectLst/>
              <a:latin typeface="Calibri" panose="020F0502020204030204" pitchFamily="34" charset="0"/>
              <a:ea typeface="Times New Roman" panose="02020603050405020304" pitchFamily="18" charset="0"/>
              <a:cs typeface="Calibri" panose="020F0502020204030204" pitchFamily="34" charset="0"/>
            </a:endParaRPr>
          </a:p>
          <a:p>
            <a:pPr marL="0" indent="0">
              <a:spcBef>
                <a:spcPts val="0"/>
              </a:spcBef>
              <a:buNone/>
            </a:pPr>
            <a:r>
              <a:rPr lang="en-IN" sz="800" kern="100" dirty="0">
                <a:solidFill>
                  <a:srgbClr val="0A0908"/>
                </a:solidFill>
                <a:effectLst/>
                <a:latin typeface="Calibri" panose="020F0502020204030204" pitchFamily="34" charset="0"/>
                <a:ea typeface="Calibri" panose="020F0502020204030204" pitchFamily="34" charset="0"/>
                <a:cs typeface="Calibri" panose="020F0502020204030204" pitchFamily="34" charset="0"/>
              </a:rPr>
              <a:t>[root@dcwusd07-ncs-masterbm-0 </a:t>
            </a:r>
            <a:r>
              <a:rPr lang="en-IN" sz="800" kern="100" dirty="0" err="1">
                <a:solidFill>
                  <a:srgbClr val="0A0908"/>
                </a:solidFill>
                <a:effectLst/>
                <a:latin typeface="Calibri" panose="020F0502020204030204" pitchFamily="34" charset="0"/>
                <a:ea typeface="Calibri" panose="020F0502020204030204" pitchFamily="34" charset="0"/>
                <a:cs typeface="Calibri" panose="020F0502020204030204" pitchFamily="34" charset="0"/>
              </a:rPr>
              <a:t>cbis</a:t>
            </a:r>
            <a:r>
              <a:rPr lang="en-IN" sz="800" kern="100" dirty="0">
                <a:solidFill>
                  <a:srgbClr val="0A0908"/>
                </a:solidFill>
                <a:effectLst/>
                <a:latin typeface="Calibri" panose="020F0502020204030204" pitchFamily="34" charset="0"/>
                <a:ea typeface="Calibri" panose="020F0502020204030204" pitchFamily="34" charset="0"/>
                <a:cs typeface="Calibri" panose="020F0502020204030204" pitchFamily="34" charset="0"/>
              </a:rPr>
              <a:t>-admin (Active)]#</a:t>
            </a:r>
            <a:endParaRPr lang="en-US" sz="800" i="1" dirty="0">
              <a:solidFill>
                <a:srgbClr val="0A0908"/>
              </a:solidFill>
              <a:latin typeface="Calibri" panose="020F0502020204030204" pitchFamily="34" charset="0"/>
              <a:cs typeface="Calibri" panose="020F0502020204030204" pitchFamily="34" charset="0"/>
            </a:endParaRPr>
          </a:p>
          <a:p>
            <a:pPr marL="0" indent="0">
              <a:lnSpc>
                <a:spcPct val="107000"/>
              </a:lnSpc>
              <a:spcBef>
                <a:spcPts val="0"/>
              </a:spcBef>
              <a:buNone/>
            </a:pPr>
            <a:r>
              <a:rPr lang="en-IN" sz="800" kern="1400" dirty="0">
                <a:solidFill>
                  <a:srgbClr val="0A0908"/>
                </a:solidFill>
                <a:effectLst/>
                <a:latin typeface="Calibri" panose="020F0502020204030204" pitchFamily="34" charset="0"/>
                <a:ea typeface="Times New Roman" panose="02020603050405020304" pitchFamily="18" charset="0"/>
                <a:cs typeface="Calibri" panose="020F0502020204030204" pitchFamily="34" charset="0"/>
              </a:rPr>
              <a:t>[root@dcwusd07-ncs-masterbm-0 </a:t>
            </a:r>
            <a:r>
              <a:rPr lang="en-IN" sz="800" kern="1400" dirty="0" err="1">
                <a:solidFill>
                  <a:srgbClr val="0A0908"/>
                </a:solidFill>
                <a:effectLst/>
                <a:latin typeface="Calibri" panose="020F0502020204030204" pitchFamily="34" charset="0"/>
                <a:ea typeface="Times New Roman" panose="02020603050405020304" pitchFamily="18" charset="0"/>
                <a:cs typeface="Calibri" panose="020F0502020204030204" pitchFamily="34" charset="0"/>
              </a:rPr>
              <a:t>cbis</a:t>
            </a:r>
            <a:r>
              <a:rPr lang="en-IN" sz="800" kern="1400" dirty="0">
                <a:solidFill>
                  <a:srgbClr val="0A0908"/>
                </a:solidFill>
                <a:effectLst/>
                <a:latin typeface="Calibri" panose="020F0502020204030204" pitchFamily="34" charset="0"/>
                <a:ea typeface="Times New Roman" panose="02020603050405020304" pitchFamily="18" charset="0"/>
                <a:cs typeface="Calibri" panose="020F0502020204030204" pitchFamily="34" charset="0"/>
              </a:rPr>
              <a:t>-admin (Active)]# </a:t>
            </a:r>
            <a:r>
              <a:rPr lang="en-IN" sz="800" b="1" dirty="0">
                <a:solidFill>
                  <a:schemeClr val="accent1"/>
                </a:solidFill>
                <a:latin typeface="Calibri" panose="020F0502020204030204" pitchFamily="34" charset="0"/>
              </a:rPr>
              <a:t>kubectl get </a:t>
            </a:r>
            <a:r>
              <a:rPr lang="en-IN" sz="800" b="1" dirty="0" err="1">
                <a:solidFill>
                  <a:schemeClr val="accent1"/>
                </a:solidFill>
                <a:latin typeface="Calibri" panose="020F0502020204030204" pitchFamily="34" charset="0"/>
              </a:rPr>
              <a:t>br</a:t>
            </a:r>
            <a:r>
              <a:rPr lang="en-IN" sz="800" b="1" dirty="0">
                <a:solidFill>
                  <a:schemeClr val="accent1"/>
                </a:solidFill>
                <a:latin typeface="Calibri" panose="020F0502020204030204" pitchFamily="34" charset="0"/>
              </a:rPr>
              <a:t> -n </a:t>
            </a:r>
            <a:r>
              <a:rPr lang="en-IN" sz="800" b="1" dirty="0" err="1">
                <a:solidFill>
                  <a:schemeClr val="accent1"/>
                </a:solidFill>
                <a:latin typeface="Calibri" panose="020F0502020204030204" pitchFamily="34" charset="0"/>
              </a:rPr>
              <a:t>ncms</a:t>
            </a:r>
            <a:endParaRPr lang="en-IN" sz="800" b="1" dirty="0">
              <a:solidFill>
                <a:schemeClr val="accent1"/>
              </a:solidFill>
              <a:latin typeface="Calibri" panose="020F0502020204030204" pitchFamily="34" charset="0"/>
            </a:endParaRPr>
          </a:p>
          <a:p>
            <a:pPr marL="0" indent="0">
              <a:lnSpc>
                <a:spcPct val="107000"/>
              </a:lnSpc>
              <a:spcBef>
                <a:spcPts val="0"/>
              </a:spcBef>
              <a:buNone/>
            </a:pPr>
            <a:r>
              <a:rPr lang="en-IN" sz="800" kern="1400" dirty="0">
                <a:solidFill>
                  <a:srgbClr val="0A0908"/>
                </a:solidFill>
                <a:effectLst/>
                <a:highlight>
                  <a:srgbClr val="FFFF00"/>
                </a:highlight>
                <a:latin typeface="Calibri" panose="020F0502020204030204" pitchFamily="34" charset="0"/>
                <a:ea typeface="Times New Roman" panose="02020603050405020304" pitchFamily="18" charset="0"/>
                <a:cs typeface="Calibri" panose="020F0502020204030204" pitchFamily="34" charset="0"/>
              </a:rPr>
              <a:t>No resources found</a:t>
            </a:r>
            <a:endParaRPr lang="en-IN" sz="800" kern="1400" dirty="0">
              <a:solidFill>
                <a:srgbClr val="0A0908"/>
              </a:solidFill>
              <a:effectLst/>
              <a:latin typeface="Calibri" panose="020F0502020204030204" pitchFamily="34" charset="0"/>
              <a:ea typeface="Times New Roman" panose="02020603050405020304" pitchFamily="18" charset="0"/>
              <a:cs typeface="Calibri" panose="020F0502020204030204" pitchFamily="34" charset="0"/>
            </a:endParaRPr>
          </a:p>
          <a:p>
            <a:pPr marL="0" indent="0">
              <a:lnSpc>
                <a:spcPct val="107000"/>
              </a:lnSpc>
              <a:spcBef>
                <a:spcPts val="0"/>
              </a:spcBef>
              <a:buNone/>
            </a:pPr>
            <a:r>
              <a:rPr lang="en-IN" sz="800" kern="1400" dirty="0">
                <a:solidFill>
                  <a:srgbClr val="0A0908"/>
                </a:solidFill>
                <a:effectLst/>
                <a:latin typeface="Calibri" panose="020F0502020204030204" pitchFamily="34" charset="0"/>
                <a:ea typeface="Times New Roman" panose="02020603050405020304" pitchFamily="18" charset="0"/>
                <a:cs typeface="Calibri" panose="020F0502020204030204" pitchFamily="34" charset="0"/>
              </a:rPr>
              <a:t>[root@dcwusd07-ncs-masterbm-0 </a:t>
            </a:r>
            <a:r>
              <a:rPr lang="en-IN" sz="800" kern="1400" dirty="0" err="1">
                <a:solidFill>
                  <a:srgbClr val="0A0908"/>
                </a:solidFill>
                <a:effectLst/>
                <a:latin typeface="Calibri" panose="020F0502020204030204" pitchFamily="34" charset="0"/>
                <a:ea typeface="Times New Roman" panose="02020603050405020304" pitchFamily="18" charset="0"/>
                <a:cs typeface="Calibri" panose="020F0502020204030204" pitchFamily="34" charset="0"/>
              </a:rPr>
              <a:t>cbis</a:t>
            </a:r>
            <a:r>
              <a:rPr lang="en-IN" sz="800" kern="1400" dirty="0">
                <a:solidFill>
                  <a:srgbClr val="0A0908"/>
                </a:solidFill>
                <a:effectLst/>
                <a:latin typeface="Calibri" panose="020F0502020204030204" pitchFamily="34" charset="0"/>
                <a:ea typeface="Times New Roman" panose="02020603050405020304" pitchFamily="18" charset="0"/>
                <a:cs typeface="Calibri" panose="020F0502020204030204" pitchFamily="34" charset="0"/>
              </a:rPr>
              <a:t>-admin (Active)]#</a:t>
            </a:r>
          </a:p>
          <a:p>
            <a:pPr marL="0" indent="0">
              <a:spcBef>
                <a:spcPts val="0"/>
              </a:spcBef>
              <a:buNone/>
            </a:pPr>
            <a:r>
              <a:rPr lang="en-US" sz="800" dirty="0">
                <a:solidFill>
                  <a:srgbClr val="0A0908"/>
                </a:solidFill>
                <a:latin typeface="Calibri" panose="020F0502020204030204" pitchFamily="34" charset="0"/>
                <a:cs typeface="Calibri" panose="020F0502020204030204" pitchFamily="34" charset="0"/>
              </a:rPr>
              <a:t>[root@dcwusd07-ncs-masterbm-0 </a:t>
            </a:r>
            <a:r>
              <a:rPr lang="en-US" sz="800" dirty="0" err="1">
                <a:solidFill>
                  <a:srgbClr val="0A0908"/>
                </a:solidFill>
                <a:latin typeface="Calibri" panose="020F0502020204030204" pitchFamily="34" charset="0"/>
                <a:cs typeface="Calibri" panose="020F0502020204030204" pitchFamily="34" charset="0"/>
              </a:rPr>
              <a:t>cbis</a:t>
            </a:r>
            <a:r>
              <a:rPr lang="en-US" sz="800" dirty="0">
                <a:solidFill>
                  <a:srgbClr val="0A0908"/>
                </a:solidFill>
                <a:latin typeface="Calibri" panose="020F0502020204030204" pitchFamily="34" charset="0"/>
                <a:cs typeface="Calibri" panose="020F0502020204030204" pitchFamily="34" charset="0"/>
              </a:rPr>
              <a:t>-admin (Active)]# </a:t>
            </a:r>
            <a:r>
              <a:rPr lang="en-US" sz="800" b="1" dirty="0" err="1">
                <a:solidFill>
                  <a:schemeClr val="accent1"/>
                </a:solidFill>
                <a:latin typeface="Calibri" panose="020F0502020204030204" pitchFamily="34" charset="0"/>
              </a:rPr>
              <a:t>sudo</a:t>
            </a:r>
            <a:r>
              <a:rPr lang="en-US" sz="800" b="1" dirty="0">
                <a:solidFill>
                  <a:schemeClr val="accent1"/>
                </a:solidFill>
                <a:latin typeface="Calibri" panose="020F0502020204030204" pitchFamily="34" charset="0"/>
              </a:rPr>
              <a:t> </a:t>
            </a:r>
            <a:r>
              <a:rPr lang="en-US" sz="800" b="1" dirty="0" err="1">
                <a:solidFill>
                  <a:schemeClr val="accent1"/>
                </a:solidFill>
                <a:latin typeface="Calibri" panose="020F0502020204030204" pitchFamily="34" charset="0"/>
              </a:rPr>
              <a:t>kubectl</a:t>
            </a:r>
            <a:r>
              <a:rPr lang="en-US" sz="800" b="1" dirty="0">
                <a:solidFill>
                  <a:schemeClr val="accent1"/>
                </a:solidFill>
                <a:latin typeface="Calibri" panose="020F0502020204030204" pitchFamily="34" charset="0"/>
              </a:rPr>
              <a:t> get </a:t>
            </a:r>
            <a:r>
              <a:rPr lang="en-US" sz="800" b="1" dirty="0" err="1">
                <a:solidFill>
                  <a:schemeClr val="accent1"/>
                </a:solidFill>
                <a:latin typeface="Calibri" panose="020F0502020204030204" pitchFamily="34" charset="0"/>
              </a:rPr>
              <a:t>crd</a:t>
            </a:r>
            <a:r>
              <a:rPr lang="en-US" sz="800" b="1" dirty="0">
                <a:solidFill>
                  <a:schemeClr val="accent1"/>
                </a:solidFill>
                <a:latin typeface="Calibri" panose="020F0502020204030204" pitchFamily="34" charset="0"/>
              </a:rPr>
              <a:t> |grep </a:t>
            </a:r>
            <a:r>
              <a:rPr lang="en-US" sz="800" b="1" dirty="0" err="1">
                <a:solidFill>
                  <a:schemeClr val="accent1"/>
                </a:solidFill>
                <a:latin typeface="Calibri" panose="020F0502020204030204" pitchFamily="34" charset="0"/>
              </a:rPr>
              <a:t>brpoli</a:t>
            </a:r>
            <a:endParaRPr lang="en-US" sz="800" b="1" dirty="0">
              <a:solidFill>
                <a:schemeClr val="accent1"/>
              </a:solidFill>
              <a:latin typeface="Calibri" panose="020F0502020204030204" pitchFamily="34" charset="0"/>
            </a:endParaRPr>
          </a:p>
          <a:p>
            <a:pPr marL="0" indent="0">
              <a:spcBef>
                <a:spcPts val="0"/>
              </a:spcBef>
              <a:buNone/>
            </a:pPr>
            <a:r>
              <a:rPr lang="en-US" sz="800" dirty="0" err="1">
                <a:solidFill>
                  <a:srgbClr val="FF0000"/>
                </a:solidFill>
                <a:latin typeface="Calibri" panose="020F0502020204030204" pitchFamily="34" charset="0"/>
                <a:cs typeface="Calibri" panose="020F0502020204030204" pitchFamily="34" charset="0"/>
              </a:rPr>
              <a:t>brpolices.cbur.bcmt.local</a:t>
            </a:r>
            <a:r>
              <a:rPr lang="en-US" sz="800" dirty="0">
                <a:solidFill>
                  <a:srgbClr val="FF0000"/>
                </a:solidFill>
                <a:latin typeface="Calibri" panose="020F0502020204030204" pitchFamily="34" charset="0"/>
                <a:cs typeface="Calibri" panose="020F0502020204030204" pitchFamily="34" charset="0"/>
              </a:rPr>
              <a:t>                                           2024-02-22T17:40:57Z</a:t>
            </a:r>
          </a:p>
          <a:p>
            <a:pPr marL="0" indent="0">
              <a:spcBef>
                <a:spcPts val="0"/>
              </a:spcBef>
              <a:buNone/>
            </a:pPr>
            <a:r>
              <a:rPr lang="en-US" sz="800" dirty="0">
                <a:solidFill>
                  <a:srgbClr val="0A0908"/>
                </a:solidFill>
                <a:highlight>
                  <a:srgbClr val="00FF00"/>
                </a:highlight>
                <a:latin typeface="Calibri" panose="020F0502020204030204" pitchFamily="34" charset="0"/>
                <a:cs typeface="Calibri" panose="020F0502020204030204" pitchFamily="34" charset="0"/>
              </a:rPr>
              <a:t>brpolices.cbur.csf.nokia.com                                        2024-02-22T17:40:56Z</a:t>
            </a:r>
          </a:p>
          <a:p>
            <a:pPr marL="0" indent="0">
              <a:spcBef>
                <a:spcPts val="0"/>
              </a:spcBef>
              <a:buNone/>
            </a:pPr>
            <a:r>
              <a:rPr lang="en-US" sz="800" dirty="0">
                <a:solidFill>
                  <a:srgbClr val="0A0908"/>
                </a:solidFill>
                <a:latin typeface="Calibri" panose="020F0502020204030204" pitchFamily="34" charset="0"/>
                <a:cs typeface="Calibri" panose="020F0502020204030204" pitchFamily="34" charset="0"/>
              </a:rPr>
              <a:t>[root@dcwusd07-ncs-masterbm-0 </a:t>
            </a:r>
            <a:r>
              <a:rPr lang="en-US" sz="800" dirty="0" err="1">
                <a:solidFill>
                  <a:srgbClr val="0A0908"/>
                </a:solidFill>
                <a:latin typeface="Calibri" panose="020F0502020204030204" pitchFamily="34" charset="0"/>
                <a:cs typeface="Calibri" panose="020F0502020204030204" pitchFamily="34" charset="0"/>
              </a:rPr>
              <a:t>cbis</a:t>
            </a:r>
            <a:r>
              <a:rPr lang="en-US" sz="800" dirty="0">
                <a:solidFill>
                  <a:srgbClr val="0A0908"/>
                </a:solidFill>
                <a:latin typeface="Calibri" panose="020F0502020204030204" pitchFamily="34" charset="0"/>
                <a:cs typeface="Calibri" panose="020F0502020204030204" pitchFamily="34" charset="0"/>
              </a:rPr>
              <a:t>-admin (Active)]#</a:t>
            </a:r>
          </a:p>
          <a:p>
            <a:pPr marL="0" indent="0">
              <a:lnSpc>
                <a:spcPct val="107000"/>
              </a:lnSpc>
              <a:spcBef>
                <a:spcPts val="0"/>
              </a:spcBef>
              <a:buNone/>
            </a:pPr>
            <a:r>
              <a:rPr lang="en-IN" sz="800" kern="1400" dirty="0">
                <a:solidFill>
                  <a:srgbClr val="0A0908"/>
                </a:solidFill>
                <a:effectLst/>
                <a:latin typeface="Calibri" panose="020F0502020204030204" pitchFamily="34" charset="0"/>
                <a:ea typeface="Times New Roman" panose="02020603050405020304" pitchFamily="18" charset="0"/>
                <a:cs typeface="Calibri" panose="020F0502020204030204" pitchFamily="34" charset="0"/>
              </a:rPr>
              <a:t>[root@dcwusd07-ncs-masterbm-0 </a:t>
            </a:r>
            <a:r>
              <a:rPr lang="en-IN" sz="800" kern="1400" dirty="0" err="1">
                <a:solidFill>
                  <a:srgbClr val="0A0908"/>
                </a:solidFill>
                <a:effectLst/>
                <a:latin typeface="Calibri" panose="020F0502020204030204" pitchFamily="34" charset="0"/>
                <a:ea typeface="Times New Roman" panose="02020603050405020304" pitchFamily="18" charset="0"/>
                <a:cs typeface="Calibri" panose="020F0502020204030204" pitchFamily="34" charset="0"/>
              </a:rPr>
              <a:t>cbis</a:t>
            </a:r>
            <a:r>
              <a:rPr lang="en-IN" sz="800" kern="1400" dirty="0">
                <a:solidFill>
                  <a:srgbClr val="0A0908"/>
                </a:solidFill>
                <a:effectLst/>
                <a:latin typeface="Calibri" panose="020F0502020204030204" pitchFamily="34" charset="0"/>
                <a:ea typeface="Times New Roman" panose="02020603050405020304" pitchFamily="18" charset="0"/>
                <a:cs typeface="Calibri" panose="020F0502020204030204" pitchFamily="34" charset="0"/>
              </a:rPr>
              <a:t>-admin (Active)]# </a:t>
            </a:r>
            <a:r>
              <a:rPr lang="en-IN" sz="800" b="1" dirty="0">
                <a:solidFill>
                  <a:schemeClr val="accent1"/>
                </a:solidFill>
                <a:latin typeface="Calibri" panose="020F0502020204030204" pitchFamily="34" charset="0"/>
              </a:rPr>
              <a:t>kubectl get brpolices.cbur.csf.nokia.com -n </a:t>
            </a:r>
            <a:r>
              <a:rPr lang="en-IN" sz="800" b="1" dirty="0" err="1">
                <a:solidFill>
                  <a:schemeClr val="accent1"/>
                </a:solidFill>
                <a:latin typeface="Calibri" panose="020F0502020204030204" pitchFamily="34" charset="0"/>
              </a:rPr>
              <a:t>ncms</a:t>
            </a:r>
            <a:endParaRPr lang="en-IN" sz="800" b="1" dirty="0">
              <a:solidFill>
                <a:schemeClr val="accent1"/>
              </a:solidFill>
              <a:latin typeface="Calibri" panose="020F0502020204030204" pitchFamily="34" charset="0"/>
            </a:endParaRPr>
          </a:p>
          <a:p>
            <a:pPr marL="0" indent="0">
              <a:lnSpc>
                <a:spcPct val="107000"/>
              </a:lnSpc>
              <a:spcBef>
                <a:spcPts val="0"/>
              </a:spcBef>
              <a:buNone/>
            </a:pPr>
            <a:r>
              <a:rPr lang="en-IN" sz="800" kern="1400" dirty="0">
                <a:solidFill>
                  <a:srgbClr val="0A0908"/>
                </a:solidFill>
                <a:effectLst/>
                <a:latin typeface="Courier New" panose="02070309020205020404" pitchFamily="49" charset="0"/>
                <a:ea typeface="Times New Roman" panose="02020603050405020304" pitchFamily="18" charset="0"/>
                <a:cs typeface="Courier New" panose="02070309020205020404" pitchFamily="49" charset="0"/>
              </a:rPr>
              <a:t>NAME                        AGE</a:t>
            </a:r>
          </a:p>
          <a:p>
            <a:pPr marL="0" indent="0">
              <a:lnSpc>
                <a:spcPct val="107000"/>
              </a:lnSpc>
              <a:spcBef>
                <a:spcPts val="0"/>
              </a:spcBef>
              <a:buNone/>
            </a:pPr>
            <a:r>
              <a:rPr lang="en-IN" sz="800" kern="1400" dirty="0">
                <a:solidFill>
                  <a:srgbClr val="0A0908"/>
                </a:solidFill>
                <a:effectLst/>
                <a:latin typeface="Courier New" panose="02070309020205020404" pitchFamily="49" charset="0"/>
                <a:ea typeface="Times New Roman" panose="02020603050405020304" pitchFamily="18" charset="0"/>
                <a:cs typeface="Courier New" panose="02070309020205020404" pitchFamily="49" charset="0"/>
              </a:rPr>
              <a:t>backup-cluster-by-</a:t>
            </a:r>
            <a:r>
              <a:rPr lang="en-IN" sz="800" kern="1400" dirty="0" err="1">
                <a:solidFill>
                  <a:srgbClr val="0A0908"/>
                </a:solidFill>
                <a:effectLst/>
                <a:latin typeface="Courier New" panose="02070309020205020404" pitchFamily="49" charset="0"/>
                <a:ea typeface="Times New Roman" panose="02020603050405020304" pitchFamily="18" charset="0"/>
                <a:cs typeface="Courier New" panose="02070309020205020404" pitchFamily="49" charset="0"/>
              </a:rPr>
              <a:t>cbur</a:t>
            </a:r>
            <a:r>
              <a:rPr lang="en-IN" sz="800" kern="1400" dirty="0">
                <a:solidFill>
                  <a:srgbClr val="0A0908"/>
                </a:solidFill>
                <a:effectLst/>
                <a:latin typeface="Courier New" panose="02070309020205020404" pitchFamily="49" charset="0"/>
                <a:ea typeface="Times New Roman" panose="02020603050405020304" pitchFamily="18" charset="0"/>
                <a:cs typeface="Courier New" panose="02070309020205020404" pitchFamily="49" charset="0"/>
              </a:rPr>
              <a:t>      123m</a:t>
            </a:r>
          </a:p>
          <a:p>
            <a:pPr marL="0" indent="0">
              <a:lnSpc>
                <a:spcPct val="107000"/>
              </a:lnSpc>
              <a:spcBef>
                <a:spcPts val="0"/>
              </a:spcBef>
              <a:buNone/>
            </a:pPr>
            <a:r>
              <a:rPr lang="en-IN" sz="800" kern="1400" dirty="0" err="1">
                <a:solidFill>
                  <a:srgbClr val="0A0908"/>
                </a:solidFill>
                <a:effectLst/>
                <a:latin typeface="Courier New" panose="02070309020205020404" pitchFamily="49" charset="0"/>
                <a:ea typeface="Times New Roman" panose="02020603050405020304" pitchFamily="18" charset="0"/>
                <a:cs typeface="Courier New" panose="02070309020205020404" pitchFamily="49" charset="0"/>
              </a:rPr>
              <a:t>harbor-harbor-chartmuseum</a:t>
            </a:r>
            <a:r>
              <a:rPr lang="en-IN" sz="800" kern="1400" dirty="0">
                <a:solidFill>
                  <a:srgbClr val="0A0908"/>
                </a:solidFill>
                <a:effectLst/>
                <a:latin typeface="Courier New" panose="02070309020205020404" pitchFamily="49" charset="0"/>
                <a:ea typeface="Times New Roman" panose="02020603050405020304" pitchFamily="18" charset="0"/>
                <a:cs typeface="Courier New" panose="02070309020205020404" pitchFamily="49" charset="0"/>
              </a:rPr>
              <a:t>   325d</a:t>
            </a:r>
          </a:p>
          <a:p>
            <a:pPr marL="0" indent="0">
              <a:lnSpc>
                <a:spcPct val="107000"/>
              </a:lnSpc>
              <a:spcBef>
                <a:spcPts val="0"/>
              </a:spcBef>
              <a:buNone/>
            </a:pPr>
            <a:r>
              <a:rPr lang="en-IN" sz="800" kern="1400" dirty="0" err="1">
                <a:solidFill>
                  <a:srgbClr val="0A0908"/>
                </a:solidFill>
                <a:effectLst/>
                <a:latin typeface="Courier New" panose="02070309020205020404" pitchFamily="49" charset="0"/>
                <a:ea typeface="Times New Roman" panose="02020603050405020304" pitchFamily="18" charset="0"/>
                <a:cs typeface="Courier New" panose="02070309020205020404" pitchFamily="49" charset="0"/>
              </a:rPr>
              <a:t>harbor</a:t>
            </a:r>
            <a:r>
              <a:rPr lang="en-IN" sz="800" kern="1400" dirty="0">
                <a:solidFill>
                  <a:srgbClr val="0A0908"/>
                </a:solidFill>
                <a:effectLst/>
                <a:latin typeface="Courier New" panose="02070309020205020404" pitchFamily="49" charset="0"/>
                <a:ea typeface="Times New Roman" panose="02020603050405020304" pitchFamily="18" charset="0"/>
                <a:cs typeface="Courier New" panose="02070309020205020404" pitchFamily="49" charset="0"/>
              </a:rPr>
              <a:t>-</a:t>
            </a:r>
            <a:r>
              <a:rPr lang="en-IN" sz="800" kern="1400" dirty="0" err="1">
                <a:solidFill>
                  <a:srgbClr val="0A0908"/>
                </a:solidFill>
                <a:effectLst/>
                <a:latin typeface="Courier New" panose="02070309020205020404" pitchFamily="49" charset="0"/>
                <a:ea typeface="Times New Roman" panose="02020603050405020304" pitchFamily="18" charset="0"/>
                <a:cs typeface="Courier New" panose="02070309020205020404" pitchFamily="49" charset="0"/>
              </a:rPr>
              <a:t>harbor</a:t>
            </a:r>
            <a:r>
              <a:rPr lang="en-IN" sz="800" kern="1400" dirty="0">
                <a:solidFill>
                  <a:srgbClr val="0A0908"/>
                </a:solidFill>
                <a:effectLst/>
                <a:latin typeface="Courier New" panose="02070309020205020404" pitchFamily="49" charset="0"/>
                <a:ea typeface="Times New Roman" panose="02020603050405020304" pitchFamily="18" charset="0"/>
                <a:cs typeface="Courier New" panose="02070309020205020404" pitchFamily="49" charset="0"/>
              </a:rPr>
              <a:t>-database      325d</a:t>
            </a:r>
          </a:p>
          <a:p>
            <a:pPr marL="0" indent="0">
              <a:lnSpc>
                <a:spcPct val="107000"/>
              </a:lnSpc>
              <a:spcBef>
                <a:spcPts val="0"/>
              </a:spcBef>
              <a:buNone/>
            </a:pPr>
            <a:r>
              <a:rPr lang="en-IN" sz="800" kern="1400" dirty="0" err="1">
                <a:solidFill>
                  <a:srgbClr val="0A0908"/>
                </a:solidFill>
                <a:effectLst/>
                <a:latin typeface="Courier New" panose="02070309020205020404" pitchFamily="49" charset="0"/>
                <a:ea typeface="Times New Roman" panose="02020603050405020304" pitchFamily="18" charset="0"/>
                <a:cs typeface="Courier New" panose="02070309020205020404" pitchFamily="49" charset="0"/>
              </a:rPr>
              <a:t>harbor</a:t>
            </a:r>
            <a:r>
              <a:rPr lang="en-IN" sz="800" kern="1400" dirty="0">
                <a:solidFill>
                  <a:srgbClr val="0A0908"/>
                </a:solidFill>
                <a:effectLst/>
                <a:latin typeface="Courier New" panose="02070309020205020404" pitchFamily="49" charset="0"/>
                <a:ea typeface="Times New Roman" panose="02020603050405020304" pitchFamily="18" charset="0"/>
                <a:cs typeface="Courier New" panose="02070309020205020404" pitchFamily="49" charset="0"/>
              </a:rPr>
              <a:t>-</a:t>
            </a:r>
            <a:r>
              <a:rPr lang="en-IN" sz="800" kern="1400" dirty="0" err="1">
                <a:solidFill>
                  <a:srgbClr val="0A0908"/>
                </a:solidFill>
                <a:effectLst/>
                <a:latin typeface="Courier New" panose="02070309020205020404" pitchFamily="49" charset="0"/>
                <a:ea typeface="Times New Roman" panose="02020603050405020304" pitchFamily="18" charset="0"/>
                <a:cs typeface="Courier New" panose="02070309020205020404" pitchFamily="49" charset="0"/>
              </a:rPr>
              <a:t>harbor</a:t>
            </a:r>
            <a:r>
              <a:rPr lang="en-IN" sz="800" kern="1400" dirty="0">
                <a:solidFill>
                  <a:srgbClr val="0A0908"/>
                </a:solidFill>
                <a:effectLst/>
                <a:latin typeface="Courier New" panose="02070309020205020404" pitchFamily="49" charset="0"/>
                <a:ea typeface="Times New Roman" panose="02020603050405020304" pitchFamily="18" charset="0"/>
                <a:cs typeface="Courier New" panose="02070309020205020404" pitchFamily="49" charset="0"/>
              </a:rPr>
              <a:t>-registry      325d</a:t>
            </a:r>
          </a:p>
          <a:p>
            <a:pPr marL="0" indent="0">
              <a:lnSpc>
                <a:spcPct val="107000"/>
              </a:lnSpc>
              <a:spcBef>
                <a:spcPts val="0"/>
              </a:spcBef>
              <a:buNone/>
            </a:pPr>
            <a:r>
              <a:rPr lang="en-IN" sz="800" kern="1400" dirty="0" err="1">
                <a:solidFill>
                  <a:srgbClr val="0A0908"/>
                </a:solidFill>
                <a:effectLst/>
                <a:latin typeface="Courier New" panose="02070309020205020404" pitchFamily="49" charset="0"/>
                <a:ea typeface="Times New Roman" panose="02020603050405020304" pitchFamily="18" charset="0"/>
                <a:cs typeface="Courier New" panose="02070309020205020404" pitchFamily="49" charset="0"/>
              </a:rPr>
              <a:t>harbor-harbor-trivy</a:t>
            </a:r>
            <a:r>
              <a:rPr lang="en-IN" sz="800" kern="1400" dirty="0">
                <a:solidFill>
                  <a:srgbClr val="0A0908"/>
                </a:solidFill>
                <a:effectLst/>
                <a:latin typeface="Courier New" panose="02070309020205020404" pitchFamily="49" charset="0"/>
                <a:ea typeface="Times New Roman" panose="02020603050405020304" pitchFamily="18" charset="0"/>
                <a:cs typeface="Courier New" panose="02070309020205020404" pitchFamily="49" charset="0"/>
              </a:rPr>
              <a:t>         325d</a:t>
            </a:r>
          </a:p>
          <a:p>
            <a:pPr marL="0" indent="0">
              <a:lnSpc>
                <a:spcPct val="107000"/>
              </a:lnSpc>
              <a:spcBef>
                <a:spcPts val="0"/>
              </a:spcBef>
              <a:buNone/>
            </a:pPr>
            <a:r>
              <a:rPr lang="en-IN" sz="800" kern="1400" dirty="0">
                <a:solidFill>
                  <a:srgbClr val="0A0908"/>
                </a:solidFill>
                <a:effectLst/>
                <a:latin typeface="Courier New" panose="02070309020205020404" pitchFamily="49" charset="0"/>
                <a:ea typeface="Times New Roman" panose="02020603050405020304" pitchFamily="18" charset="0"/>
                <a:cs typeface="Courier New" panose="02070309020205020404" pitchFamily="49" charset="0"/>
              </a:rPr>
              <a:t>restore-cluster-by-</a:t>
            </a:r>
            <a:r>
              <a:rPr lang="en-IN" sz="800" kern="1400" dirty="0" err="1">
                <a:solidFill>
                  <a:srgbClr val="0A0908"/>
                </a:solidFill>
                <a:effectLst/>
                <a:latin typeface="Courier New" panose="02070309020205020404" pitchFamily="49" charset="0"/>
                <a:ea typeface="Times New Roman" panose="02020603050405020304" pitchFamily="18" charset="0"/>
                <a:cs typeface="Courier New" panose="02070309020205020404" pitchFamily="49" charset="0"/>
              </a:rPr>
              <a:t>cbur</a:t>
            </a:r>
            <a:r>
              <a:rPr lang="en-IN" sz="800" kern="1400" dirty="0">
                <a:solidFill>
                  <a:srgbClr val="0A0908"/>
                </a:solidFill>
                <a:effectLst/>
                <a:latin typeface="Courier New" panose="02070309020205020404" pitchFamily="49" charset="0"/>
                <a:ea typeface="Times New Roman" panose="02020603050405020304" pitchFamily="18" charset="0"/>
                <a:cs typeface="Courier New" panose="02070309020205020404" pitchFamily="49" charset="0"/>
              </a:rPr>
              <a:t>     321d</a:t>
            </a:r>
          </a:p>
          <a:p>
            <a:pPr marL="0" indent="0">
              <a:spcBef>
                <a:spcPts val="0"/>
              </a:spcBef>
              <a:buNone/>
            </a:pPr>
            <a:r>
              <a:rPr lang="en-IN" sz="800" kern="100" dirty="0">
                <a:solidFill>
                  <a:srgbClr val="0A0908"/>
                </a:solidFill>
                <a:effectLst/>
                <a:latin typeface="Calibri" panose="020F0502020204030204" pitchFamily="34" charset="0"/>
                <a:ea typeface="Calibri" panose="020F0502020204030204" pitchFamily="34" charset="0"/>
                <a:cs typeface="Calibri" panose="020F0502020204030204" pitchFamily="34" charset="0"/>
              </a:rPr>
              <a:t>[root@dcwusd07-ncs-masterbm-0 </a:t>
            </a:r>
            <a:r>
              <a:rPr lang="en-IN" sz="800" kern="100" dirty="0" err="1">
                <a:solidFill>
                  <a:srgbClr val="0A0908"/>
                </a:solidFill>
                <a:effectLst/>
                <a:latin typeface="Calibri" panose="020F0502020204030204" pitchFamily="34" charset="0"/>
                <a:ea typeface="Calibri" panose="020F0502020204030204" pitchFamily="34" charset="0"/>
                <a:cs typeface="Calibri" panose="020F0502020204030204" pitchFamily="34" charset="0"/>
              </a:rPr>
              <a:t>cbis</a:t>
            </a:r>
            <a:r>
              <a:rPr lang="en-IN" sz="800" kern="100" dirty="0">
                <a:solidFill>
                  <a:srgbClr val="0A0908"/>
                </a:solidFill>
                <a:effectLst/>
                <a:latin typeface="Calibri" panose="020F0502020204030204" pitchFamily="34" charset="0"/>
                <a:ea typeface="Calibri" panose="020F0502020204030204" pitchFamily="34" charset="0"/>
                <a:cs typeface="Calibri" panose="020F0502020204030204" pitchFamily="34" charset="0"/>
              </a:rPr>
              <a:t>-admin (Active)]#</a:t>
            </a:r>
            <a:endParaRPr lang="en-IN" sz="800" kern="1400" dirty="0">
              <a:solidFill>
                <a:srgbClr val="0A0908"/>
              </a:solidFill>
              <a:effectLst/>
              <a:latin typeface="Calibri" panose="020F0502020204030204" pitchFamily="34" charset="0"/>
              <a:ea typeface="Times New Roman" panose="02020603050405020304" pitchFamily="18" charset="0"/>
              <a:cs typeface="Calibri" panose="020F0502020204030204" pitchFamily="34" charset="0"/>
            </a:endParaRPr>
          </a:p>
        </p:txBody>
      </p:sp>
    </p:spTree>
    <p:extLst>
      <p:ext uri="{BB962C8B-B14F-4D97-AF65-F5344CB8AC3E}">
        <p14:creationId xmlns:p14="http://schemas.microsoft.com/office/powerpoint/2010/main" val="11888430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455FB4-8632-5F09-B690-267B0EFCF421}"/>
            </a:ext>
          </a:extLst>
        </p:cNvPr>
        <p:cNvGrpSpPr/>
        <p:nvPr/>
      </p:nvGrpSpPr>
      <p:grpSpPr>
        <a:xfrm>
          <a:off x="0" y="0"/>
          <a:ext cx="0" cy="0"/>
          <a:chOff x="0" y="0"/>
          <a:chExt cx="0" cy="0"/>
        </a:xfrm>
      </p:grpSpPr>
      <p:sp>
        <p:nvSpPr>
          <p:cNvPr id="10" name="Text Placeholder 9">
            <a:extLst>
              <a:ext uri="{FF2B5EF4-FFF2-40B4-BE49-F238E27FC236}">
                <a16:creationId xmlns:a16="http://schemas.microsoft.com/office/drawing/2014/main" id="{DDF7498E-0E0A-63FE-7767-D74467C44364}"/>
              </a:ext>
            </a:extLst>
          </p:cNvPr>
          <p:cNvSpPr>
            <a:spLocks noGrp="1"/>
          </p:cNvSpPr>
          <p:nvPr>
            <p:ph type="body" sz="quarter" idx="12"/>
          </p:nvPr>
        </p:nvSpPr>
        <p:spPr>
          <a:xfrm>
            <a:off x="330518" y="162545"/>
            <a:ext cx="8312742" cy="423864"/>
          </a:xfrm>
        </p:spPr>
        <p:txBody>
          <a:bodyPr/>
          <a:lstStyle/>
          <a:p>
            <a:r>
              <a:rPr lang="en-GB" b="1" dirty="0">
                <a:solidFill>
                  <a:schemeClr val="tx2">
                    <a:lumMod val="75000"/>
                    <a:lumOff val="25000"/>
                  </a:schemeClr>
                </a:solidFill>
                <a:latin typeface="+mj-lt"/>
              </a:rPr>
              <a:t>Issue-5: NCS24.7 workload cluster prepare upgrade failure- Cont..</a:t>
            </a:r>
            <a:endParaRPr lang="en-US" b="1" dirty="0">
              <a:solidFill>
                <a:schemeClr val="tx2">
                  <a:lumMod val="75000"/>
                  <a:lumOff val="25000"/>
                </a:schemeClr>
              </a:solidFill>
              <a:latin typeface="+mj-lt"/>
            </a:endParaRPr>
          </a:p>
        </p:txBody>
      </p:sp>
      <p:sp>
        <p:nvSpPr>
          <p:cNvPr id="4" name="Footer Placeholder 3">
            <a:extLst>
              <a:ext uri="{FF2B5EF4-FFF2-40B4-BE49-F238E27FC236}">
                <a16:creationId xmlns:a16="http://schemas.microsoft.com/office/drawing/2014/main" id="{D5686741-655A-DEC3-1A96-042FD00FDAF0}"/>
              </a:ext>
            </a:extLst>
          </p:cNvPr>
          <p:cNvSpPr>
            <a:spLocks noGrp="1"/>
          </p:cNvSpPr>
          <p:nvPr>
            <p:ph type="ftr" sz="quarter" idx="3"/>
          </p:nvPr>
        </p:nvSpPr>
        <p:spPr/>
        <p:txBody>
          <a:bodyPr/>
          <a:lstStyle/>
          <a:p>
            <a:r>
              <a:rPr lang="en-US" dirty="0"/>
              <a:t>Nokia Internal</a:t>
            </a:r>
          </a:p>
        </p:txBody>
      </p:sp>
      <p:sp>
        <p:nvSpPr>
          <p:cNvPr id="6" name="Text Placeholder 7">
            <a:extLst>
              <a:ext uri="{FF2B5EF4-FFF2-40B4-BE49-F238E27FC236}">
                <a16:creationId xmlns:a16="http://schemas.microsoft.com/office/drawing/2014/main" id="{E1CE02C1-4972-8E1D-EAA6-621A2D4D482D}"/>
              </a:ext>
            </a:extLst>
          </p:cNvPr>
          <p:cNvSpPr txBox="1">
            <a:spLocks/>
          </p:cNvSpPr>
          <p:nvPr/>
        </p:nvSpPr>
        <p:spPr>
          <a:xfrm>
            <a:off x="259681" y="586409"/>
            <a:ext cx="8720324" cy="4229101"/>
          </a:xfrm>
          <a:prstGeom prst="rect">
            <a:avLst/>
          </a:prstGeom>
        </p:spPr>
        <p:txBody>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spcBef>
                <a:spcPts val="0"/>
              </a:spcBef>
              <a:buNone/>
            </a:pPr>
            <a:r>
              <a:rPr lang="en-US" sz="1200" b="1" dirty="0">
                <a:solidFill>
                  <a:srgbClr val="0A0908"/>
                </a:solidFill>
                <a:latin typeface="Calibri" panose="020F0502020204030204" pitchFamily="34" charset="0"/>
                <a:cs typeface="Calibri" panose="020F0502020204030204" pitchFamily="34" charset="0"/>
              </a:rPr>
              <a:t>Solution:-</a:t>
            </a:r>
          </a:p>
          <a:p>
            <a:pPr marL="0" indent="0">
              <a:spcBef>
                <a:spcPts val="0"/>
              </a:spcBef>
              <a:buNone/>
            </a:pPr>
            <a:endParaRPr lang="en-US" sz="1000" dirty="0">
              <a:solidFill>
                <a:srgbClr val="0A0908"/>
              </a:solidFill>
              <a:latin typeface="Calibri" panose="020F0502020204030204" pitchFamily="34" charset="0"/>
              <a:cs typeface="Calibri" panose="020F0502020204030204" pitchFamily="34" charset="0"/>
            </a:endParaRPr>
          </a:p>
          <a:p>
            <a:pPr marL="0" indent="0">
              <a:spcBef>
                <a:spcPts val="0"/>
              </a:spcBef>
              <a:buNone/>
            </a:pPr>
            <a:r>
              <a:rPr lang="en-US" sz="1000" dirty="0">
                <a:solidFill>
                  <a:srgbClr val="0A0908"/>
                </a:solidFill>
                <a:latin typeface="Calibri" panose="020F0502020204030204" pitchFamily="34" charset="0"/>
                <a:cs typeface="Calibri" panose="020F0502020204030204" pitchFamily="34" charset="0"/>
              </a:rPr>
              <a:t>As part of NCS23.10 upgrade from NCS 22.12. this old </a:t>
            </a:r>
            <a:r>
              <a:rPr lang="en-US" sz="1000" dirty="0" err="1">
                <a:solidFill>
                  <a:srgbClr val="0A0908"/>
                </a:solidFill>
                <a:latin typeface="Calibri" panose="020F0502020204030204" pitchFamily="34" charset="0"/>
                <a:cs typeface="Calibri" panose="020F0502020204030204" pitchFamily="34" charset="0"/>
              </a:rPr>
              <a:t>brpolicy</a:t>
            </a:r>
            <a:r>
              <a:rPr lang="en-US" sz="1000" dirty="0">
                <a:solidFill>
                  <a:srgbClr val="0A0908"/>
                </a:solidFill>
                <a:latin typeface="Calibri" panose="020F0502020204030204" pitchFamily="34" charset="0"/>
                <a:cs typeface="Calibri" panose="020F0502020204030204" pitchFamily="34" charset="0"/>
              </a:rPr>
              <a:t> should have got cleaned up but it was not</a:t>
            </a:r>
          </a:p>
          <a:p>
            <a:pPr marL="0" indent="0">
              <a:spcBef>
                <a:spcPts val="0"/>
              </a:spcBef>
              <a:buNone/>
            </a:pPr>
            <a:r>
              <a:rPr lang="en-US" sz="1000" dirty="0">
                <a:solidFill>
                  <a:srgbClr val="0A0908"/>
                </a:solidFill>
                <a:latin typeface="Calibri" panose="020F0502020204030204" pitchFamily="34" charset="0"/>
                <a:cs typeface="Calibri" panose="020F0502020204030204" pitchFamily="34" charset="0"/>
              </a:rPr>
              <a:t>So, as a workaround, take the backup of the </a:t>
            </a:r>
            <a:r>
              <a:rPr lang="en-US" sz="1000" dirty="0" err="1">
                <a:solidFill>
                  <a:srgbClr val="0A0908"/>
                </a:solidFill>
                <a:latin typeface="Calibri" panose="020F0502020204030204" pitchFamily="34" charset="0"/>
                <a:cs typeface="Calibri" panose="020F0502020204030204" pitchFamily="34" charset="0"/>
              </a:rPr>
              <a:t>brpolices.cbur.bcmt.local</a:t>
            </a:r>
            <a:r>
              <a:rPr lang="en-US" sz="1000" dirty="0">
                <a:solidFill>
                  <a:srgbClr val="0A0908"/>
                </a:solidFill>
                <a:latin typeface="Calibri" panose="020F0502020204030204" pitchFamily="34" charset="0"/>
                <a:cs typeface="Calibri" panose="020F0502020204030204" pitchFamily="34" charset="0"/>
              </a:rPr>
              <a:t> CRD and delete it</a:t>
            </a:r>
          </a:p>
          <a:p>
            <a:pPr marL="0" indent="0">
              <a:spcBef>
                <a:spcPts val="0"/>
              </a:spcBef>
              <a:buNone/>
            </a:pPr>
            <a:endParaRPr lang="en-US" sz="800" dirty="0">
              <a:solidFill>
                <a:srgbClr val="0A0908"/>
              </a:solidFill>
              <a:latin typeface="Calibri" panose="020F0502020204030204" pitchFamily="34" charset="0"/>
              <a:cs typeface="Calibri" panose="020F0502020204030204" pitchFamily="34" charset="0"/>
            </a:endParaRPr>
          </a:p>
          <a:p>
            <a:pPr marL="342900" lvl="1" indent="0">
              <a:spcBef>
                <a:spcPts val="0"/>
              </a:spcBef>
              <a:buNone/>
            </a:pPr>
            <a:r>
              <a:rPr lang="en-US" sz="900" dirty="0">
                <a:solidFill>
                  <a:srgbClr val="0A0908"/>
                </a:solidFill>
                <a:latin typeface="Calibri" panose="020F0502020204030204" pitchFamily="34" charset="0"/>
                <a:cs typeface="Calibri" panose="020F0502020204030204" pitchFamily="34" charset="0"/>
              </a:rPr>
              <a:t>[root@dcwusd07-ncs-masterbm-0 </a:t>
            </a:r>
            <a:r>
              <a:rPr lang="en-US" sz="900" dirty="0" err="1">
                <a:solidFill>
                  <a:srgbClr val="0A0908"/>
                </a:solidFill>
                <a:latin typeface="Calibri" panose="020F0502020204030204" pitchFamily="34" charset="0"/>
                <a:cs typeface="Calibri" panose="020F0502020204030204" pitchFamily="34" charset="0"/>
              </a:rPr>
              <a:t>cbis</a:t>
            </a:r>
            <a:r>
              <a:rPr lang="en-US" sz="900" dirty="0">
                <a:solidFill>
                  <a:srgbClr val="0A0908"/>
                </a:solidFill>
                <a:latin typeface="Calibri" panose="020F0502020204030204" pitchFamily="34" charset="0"/>
                <a:cs typeface="Calibri" panose="020F0502020204030204" pitchFamily="34" charset="0"/>
              </a:rPr>
              <a:t>-admin (Active)]# </a:t>
            </a:r>
            <a:r>
              <a:rPr lang="en-US" sz="900" b="1" dirty="0" err="1">
                <a:solidFill>
                  <a:schemeClr val="accent1"/>
                </a:solidFill>
                <a:latin typeface="Calibri" panose="020F0502020204030204" pitchFamily="34" charset="0"/>
              </a:rPr>
              <a:t>sudo</a:t>
            </a:r>
            <a:r>
              <a:rPr lang="en-US" sz="900" b="1" dirty="0">
                <a:solidFill>
                  <a:schemeClr val="accent1"/>
                </a:solidFill>
                <a:latin typeface="Calibri" panose="020F0502020204030204" pitchFamily="34" charset="0"/>
              </a:rPr>
              <a:t> </a:t>
            </a:r>
            <a:r>
              <a:rPr lang="en-US" sz="900" b="1" dirty="0" err="1">
                <a:solidFill>
                  <a:schemeClr val="accent1"/>
                </a:solidFill>
                <a:latin typeface="Calibri" panose="020F0502020204030204" pitchFamily="34" charset="0"/>
              </a:rPr>
              <a:t>kubectl</a:t>
            </a:r>
            <a:r>
              <a:rPr lang="en-US" sz="900" b="1" dirty="0">
                <a:solidFill>
                  <a:schemeClr val="accent1"/>
                </a:solidFill>
                <a:latin typeface="Calibri" panose="020F0502020204030204" pitchFamily="34" charset="0"/>
              </a:rPr>
              <a:t> get </a:t>
            </a:r>
            <a:r>
              <a:rPr lang="en-US" sz="900" b="1" dirty="0" err="1">
                <a:solidFill>
                  <a:schemeClr val="accent1"/>
                </a:solidFill>
                <a:latin typeface="Calibri" panose="020F0502020204030204" pitchFamily="34" charset="0"/>
              </a:rPr>
              <a:t>crd</a:t>
            </a:r>
            <a:r>
              <a:rPr lang="en-US" sz="900" b="1" dirty="0">
                <a:solidFill>
                  <a:schemeClr val="accent1"/>
                </a:solidFill>
                <a:latin typeface="Calibri" panose="020F0502020204030204" pitchFamily="34" charset="0"/>
              </a:rPr>
              <a:t> |grep </a:t>
            </a:r>
            <a:r>
              <a:rPr lang="en-US" sz="900" b="1" dirty="0" err="1">
                <a:solidFill>
                  <a:schemeClr val="accent1"/>
                </a:solidFill>
                <a:latin typeface="Calibri" panose="020F0502020204030204" pitchFamily="34" charset="0"/>
              </a:rPr>
              <a:t>brpoli</a:t>
            </a:r>
            <a:endParaRPr lang="en-US" sz="900" b="1" dirty="0">
              <a:solidFill>
                <a:schemeClr val="accent1"/>
              </a:solidFill>
              <a:latin typeface="Calibri" panose="020F0502020204030204" pitchFamily="34" charset="0"/>
            </a:endParaRPr>
          </a:p>
          <a:p>
            <a:pPr marL="342900" lvl="1" indent="0">
              <a:spcBef>
                <a:spcPts val="0"/>
              </a:spcBef>
              <a:buNone/>
            </a:pPr>
            <a:r>
              <a:rPr lang="en-US" sz="900" dirty="0" err="1">
                <a:solidFill>
                  <a:srgbClr val="0A0908"/>
                </a:solidFill>
                <a:latin typeface="Courier New" panose="02070309020205020404" pitchFamily="49" charset="0"/>
                <a:cs typeface="Courier New" panose="02070309020205020404" pitchFamily="49" charset="0"/>
              </a:rPr>
              <a:t>brpolices.cbur.bcmt.local</a:t>
            </a:r>
            <a:r>
              <a:rPr lang="en-US" sz="900" dirty="0">
                <a:solidFill>
                  <a:srgbClr val="0A0908"/>
                </a:solidFill>
                <a:latin typeface="Courier New" panose="02070309020205020404" pitchFamily="49" charset="0"/>
                <a:cs typeface="Courier New" panose="02070309020205020404" pitchFamily="49" charset="0"/>
              </a:rPr>
              <a:t>                2024-02-22T17:40:57Z</a:t>
            </a:r>
          </a:p>
          <a:p>
            <a:pPr marL="342900" lvl="1" indent="0">
              <a:spcBef>
                <a:spcPts val="0"/>
              </a:spcBef>
              <a:buNone/>
            </a:pPr>
            <a:r>
              <a:rPr lang="en-US" sz="900" dirty="0">
                <a:solidFill>
                  <a:srgbClr val="0A0908"/>
                </a:solidFill>
                <a:latin typeface="Courier New" panose="02070309020205020404" pitchFamily="49" charset="0"/>
                <a:cs typeface="Courier New" panose="02070309020205020404" pitchFamily="49" charset="0"/>
              </a:rPr>
              <a:t>brpolices.cbur.csf.nokia.com             2024-02-22T17:40:56Z</a:t>
            </a:r>
          </a:p>
          <a:p>
            <a:pPr marL="342900" lvl="1" indent="0">
              <a:spcBef>
                <a:spcPts val="0"/>
              </a:spcBef>
              <a:buNone/>
            </a:pPr>
            <a:r>
              <a:rPr lang="en-US" sz="900" dirty="0">
                <a:solidFill>
                  <a:srgbClr val="0A0908"/>
                </a:solidFill>
                <a:latin typeface="Calibri" panose="020F0502020204030204" pitchFamily="34" charset="0"/>
                <a:cs typeface="Calibri" panose="020F0502020204030204" pitchFamily="34" charset="0"/>
              </a:rPr>
              <a:t>[root@dcwusd07-ncs-masterbm-0 </a:t>
            </a:r>
            <a:r>
              <a:rPr lang="en-US" sz="900" dirty="0" err="1">
                <a:solidFill>
                  <a:srgbClr val="0A0908"/>
                </a:solidFill>
                <a:latin typeface="Calibri" panose="020F0502020204030204" pitchFamily="34" charset="0"/>
                <a:cs typeface="Calibri" panose="020F0502020204030204" pitchFamily="34" charset="0"/>
              </a:rPr>
              <a:t>cbis</a:t>
            </a:r>
            <a:r>
              <a:rPr lang="en-US" sz="900" dirty="0">
                <a:solidFill>
                  <a:srgbClr val="0A0908"/>
                </a:solidFill>
                <a:latin typeface="Calibri" panose="020F0502020204030204" pitchFamily="34" charset="0"/>
                <a:cs typeface="Calibri" panose="020F0502020204030204" pitchFamily="34" charset="0"/>
              </a:rPr>
              <a:t>-admin (Active)]#</a:t>
            </a:r>
          </a:p>
          <a:p>
            <a:pPr marL="342900" lvl="1" indent="0">
              <a:lnSpc>
                <a:spcPct val="107000"/>
              </a:lnSpc>
              <a:spcBef>
                <a:spcPts val="0"/>
              </a:spcBef>
              <a:buNone/>
            </a:pPr>
            <a:r>
              <a:rPr lang="en-IN" sz="900" kern="1400" dirty="0">
                <a:solidFill>
                  <a:srgbClr val="0A0908"/>
                </a:solidFill>
                <a:effectLst/>
                <a:latin typeface="Calibri" panose="020F0502020204030204" pitchFamily="34" charset="0"/>
                <a:ea typeface="Times New Roman" panose="02020603050405020304" pitchFamily="18" charset="0"/>
                <a:cs typeface="Calibri" panose="020F0502020204030204" pitchFamily="34" charset="0"/>
              </a:rPr>
              <a:t>[root@dcwusd07-ncs-masterbm-0 </a:t>
            </a:r>
            <a:r>
              <a:rPr lang="en-IN" sz="900" kern="1400" dirty="0" err="1">
                <a:solidFill>
                  <a:srgbClr val="0A0908"/>
                </a:solidFill>
                <a:effectLst/>
                <a:latin typeface="Calibri" panose="020F0502020204030204" pitchFamily="34" charset="0"/>
                <a:ea typeface="Times New Roman" panose="02020603050405020304" pitchFamily="18" charset="0"/>
                <a:cs typeface="Calibri" panose="020F0502020204030204" pitchFamily="34" charset="0"/>
              </a:rPr>
              <a:t>cbis</a:t>
            </a:r>
            <a:r>
              <a:rPr lang="en-IN" sz="900" kern="1400" dirty="0">
                <a:solidFill>
                  <a:srgbClr val="0A0908"/>
                </a:solidFill>
                <a:effectLst/>
                <a:latin typeface="Calibri" panose="020F0502020204030204" pitchFamily="34" charset="0"/>
                <a:ea typeface="Times New Roman" panose="02020603050405020304" pitchFamily="18" charset="0"/>
                <a:cs typeface="Calibri" panose="020F0502020204030204" pitchFamily="34" charset="0"/>
              </a:rPr>
              <a:t>-admin (Active)]# </a:t>
            </a:r>
            <a:r>
              <a:rPr lang="fr-FR" sz="900" b="1" dirty="0" err="1">
                <a:solidFill>
                  <a:schemeClr val="accent1"/>
                </a:solidFill>
                <a:latin typeface="Calibri" panose="020F0502020204030204" pitchFamily="34" charset="0"/>
              </a:rPr>
              <a:t>sudo</a:t>
            </a:r>
            <a:r>
              <a:rPr lang="fr-FR" sz="900" b="1" dirty="0">
                <a:solidFill>
                  <a:schemeClr val="accent1"/>
                </a:solidFill>
                <a:latin typeface="Calibri" panose="020F0502020204030204" pitchFamily="34" charset="0"/>
              </a:rPr>
              <a:t> </a:t>
            </a:r>
            <a:r>
              <a:rPr lang="fr-FR" sz="900" b="1" dirty="0" err="1">
                <a:solidFill>
                  <a:schemeClr val="accent1"/>
                </a:solidFill>
                <a:latin typeface="Calibri" panose="020F0502020204030204" pitchFamily="34" charset="0"/>
              </a:rPr>
              <a:t>kubectl</a:t>
            </a:r>
            <a:r>
              <a:rPr lang="fr-FR" sz="900" b="1" dirty="0">
                <a:solidFill>
                  <a:schemeClr val="accent1"/>
                </a:solidFill>
                <a:latin typeface="Calibri" panose="020F0502020204030204" pitchFamily="34" charset="0"/>
              </a:rPr>
              <a:t> </a:t>
            </a:r>
            <a:r>
              <a:rPr lang="fr-FR" sz="900" b="1" dirty="0" err="1">
                <a:solidFill>
                  <a:schemeClr val="accent1"/>
                </a:solidFill>
                <a:latin typeface="Calibri" panose="020F0502020204030204" pitchFamily="34" charset="0"/>
              </a:rPr>
              <a:t>get</a:t>
            </a:r>
            <a:r>
              <a:rPr lang="fr-FR" sz="900" b="1" dirty="0">
                <a:solidFill>
                  <a:schemeClr val="accent1"/>
                </a:solidFill>
                <a:latin typeface="Calibri" panose="020F0502020204030204" pitchFamily="34" charset="0"/>
              </a:rPr>
              <a:t> </a:t>
            </a:r>
            <a:r>
              <a:rPr lang="fr-FR" sz="900" b="1" dirty="0" err="1">
                <a:solidFill>
                  <a:schemeClr val="accent1"/>
                </a:solidFill>
                <a:latin typeface="Calibri" panose="020F0502020204030204" pitchFamily="34" charset="0"/>
              </a:rPr>
              <a:t>crd</a:t>
            </a:r>
            <a:r>
              <a:rPr lang="fr-FR" sz="900" b="1" dirty="0">
                <a:solidFill>
                  <a:schemeClr val="accent1"/>
                </a:solidFill>
                <a:latin typeface="Calibri" panose="020F0502020204030204" pitchFamily="34" charset="0"/>
              </a:rPr>
              <a:t> </a:t>
            </a:r>
            <a:r>
              <a:rPr lang="fr-FR" sz="900" b="1" dirty="0" err="1">
                <a:solidFill>
                  <a:schemeClr val="accent1"/>
                </a:solidFill>
                <a:latin typeface="Calibri" panose="020F0502020204030204" pitchFamily="34" charset="0"/>
              </a:rPr>
              <a:t>brpolices.cbur.bcmt.local</a:t>
            </a:r>
            <a:r>
              <a:rPr lang="fr-FR" sz="900" b="1" dirty="0">
                <a:solidFill>
                  <a:schemeClr val="accent1"/>
                </a:solidFill>
                <a:latin typeface="Calibri" panose="020F0502020204030204" pitchFamily="34" charset="0"/>
              </a:rPr>
              <a:t> -o </a:t>
            </a:r>
            <a:r>
              <a:rPr lang="fr-FR" sz="900" b="1" dirty="0" err="1">
                <a:solidFill>
                  <a:schemeClr val="accent1"/>
                </a:solidFill>
                <a:latin typeface="Calibri" panose="020F0502020204030204" pitchFamily="34" charset="0"/>
              </a:rPr>
              <a:t>yaml</a:t>
            </a:r>
            <a:r>
              <a:rPr lang="fr-FR" sz="900" b="1" dirty="0">
                <a:solidFill>
                  <a:schemeClr val="accent1"/>
                </a:solidFill>
                <a:latin typeface="Calibri" panose="020F0502020204030204" pitchFamily="34" charset="0"/>
              </a:rPr>
              <a:t> &gt; </a:t>
            </a:r>
            <a:r>
              <a:rPr lang="fr-FR" sz="900" b="1" dirty="0" err="1">
                <a:solidFill>
                  <a:schemeClr val="accent1"/>
                </a:solidFill>
                <a:latin typeface="Calibri" panose="020F0502020204030204" pitchFamily="34" charset="0"/>
              </a:rPr>
              <a:t>backupbrbrpolices.cbur.bcmt.local.yaml</a:t>
            </a:r>
            <a:endParaRPr lang="en-IN" sz="900" b="1" dirty="0">
              <a:solidFill>
                <a:schemeClr val="accent1"/>
              </a:solidFill>
              <a:latin typeface="Calibri" panose="020F0502020204030204" pitchFamily="34" charset="0"/>
            </a:endParaRPr>
          </a:p>
          <a:p>
            <a:pPr marL="342900" lvl="1" indent="0">
              <a:spcBef>
                <a:spcPts val="0"/>
              </a:spcBef>
              <a:buNone/>
            </a:pPr>
            <a:r>
              <a:rPr lang="en-IN" sz="900" kern="100" dirty="0">
                <a:solidFill>
                  <a:srgbClr val="0A0908"/>
                </a:solidFill>
                <a:effectLst/>
                <a:latin typeface="Calibri" panose="020F0502020204030204" pitchFamily="34" charset="0"/>
                <a:ea typeface="Calibri" panose="020F0502020204030204" pitchFamily="34" charset="0"/>
                <a:cs typeface="Calibri" panose="020F0502020204030204" pitchFamily="34" charset="0"/>
              </a:rPr>
              <a:t>[root@dcwusd07-ncs-masterbm-0 </a:t>
            </a:r>
            <a:r>
              <a:rPr lang="en-IN" sz="900" kern="100" dirty="0" err="1">
                <a:solidFill>
                  <a:srgbClr val="0A0908"/>
                </a:solidFill>
                <a:effectLst/>
                <a:latin typeface="Calibri" panose="020F0502020204030204" pitchFamily="34" charset="0"/>
                <a:ea typeface="Calibri" panose="020F0502020204030204" pitchFamily="34" charset="0"/>
                <a:cs typeface="Calibri" panose="020F0502020204030204" pitchFamily="34" charset="0"/>
              </a:rPr>
              <a:t>cbis</a:t>
            </a:r>
            <a:r>
              <a:rPr lang="en-IN" sz="900" kern="100" dirty="0">
                <a:solidFill>
                  <a:srgbClr val="0A0908"/>
                </a:solidFill>
                <a:effectLst/>
                <a:latin typeface="Calibri" panose="020F0502020204030204" pitchFamily="34" charset="0"/>
                <a:ea typeface="Calibri" panose="020F0502020204030204" pitchFamily="34" charset="0"/>
                <a:cs typeface="Calibri" panose="020F0502020204030204" pitchFamily="34" charset="0"/>
              </a:rPr>
              <a:t>-admin (Active)]#</a:t>
            </a:r>
            <a:endParaRPr lang="en-US" sz="900" kern="100" dirty="0">
              <a:solidFill>
                <a:srgbClr val="0A0908"/>
              </a:solidFill>
              <a:effectLst/>
              <a:latin typeface="Calibri" panose="020F0502020204030204" pitchFamily="34" charset="0"/>
              <a:ea typeface="Calibri" panose="020F0502020204030204" pitchFamily="34" charset="0"/>
              <a:cs typeface="Calibri" panose="020F0502020204030204" pitchFamily="34" charset="0"/>
            </a:endParaRPr>
          </a:p>
          <a:p>
            <a:pPr marL="342900" lvl="1" indent="0">
              <a:spcBef>
                <a:spcPts val="0"/>
              </a:spcBef>
              <a:buNone/>
            </a:pPr>
            <a:r>
              <a:rPr lang="en-US" sz="900" dirty="0">
                <a:solidFill>
                  <a:srgbClr val="0A0908"/>
                </a:solidFill>
                <a:latin typeface="Calibri" panose="020F0502020204030204" pitchFamily="34" charset="0"/>
                <a:cs typeface="Calibri" panose="020F0502020204030204" pitchFamily="34" charset="0"/>
              </a:rPr>
              <a:t>[root@dcwusd07-ncs-masterbm-0 </a:t>
            </a:r>
            <a:r>
              <a:rPr lang="en-US" sz="900" dirty="0" err="1">
                <a:solidFill>
                  <a:srgbClr val="0A0908"/>
                </a:solidFill>
                <a:latin typeface="Calibri" panose="020F0502020204030204" pitchFamily="34" charset="0"/>
                <a:cs typeface="Calibri" panose="020F0502020204030204" pitchFamily="34" charset="0"/>
              </a:rPr>
              <a:t>cbis</a:t>
            </a:r>
            <a:r>
              <a:rPr lang="en-US" sz="900" dirty="0">
                <a:solidFill>
                  <a:srgbClr val="0A0908"/>
                </a:solidFill>
                <a:latin typeface="Calibri" panose="020F0502020204030204" pitchFamily="34" charset="0"/>
                <a:cs typeface="Calibri" panose="020F0502020204030204" pitchFamily="34" charset="0"/>
              </a:rPr>
              <a:t>-admin (Active)]# </a:t>
            </a:r>
            <a:r>
              <a:rPr lang="en-US" sz="900" b="1" dirty="0" err="1">
                <a:solidFill>
                  <a:schemeClr val="accent1"/>
                </a:solidFill>
                <a:latin typeface="Calibri" panose="020F0502020204030204" pitchFamily="34" charset="0"/>
              </a:rPr>
              <a:t>sudo</a:t>
            </a:r>
            <a:r>
              <a:rPr lang="en-US" sz="900" b="1" dirty="0">
                <a:solidFill>
                  <a:schemeClr val="accent1"/>
                </a:solidFill>
                <a:latin typeface="Calibri" panose="020F0502020204030204" pitchFamily="34" charset="0"/>
              </a:rPr>
              <a:t> </a:t>
            </a:r>
            <a:r>
              <a:rPr lang="en-US" sz="900" b="1" dirty="0" err="1">
                <a:solidFill>
                  <a:schemeClr val="accent1"/>
                </a:solidFill>
                <a:latin typeface="Calibri" panose="020F0502020204030204" pitchFamily="34" charset="0"/>
              </a:rPr>
              <a:t>kubectl</a:t>
            </a:r>
            <a:r>
              <a:rPr lang="en-US" sz="900" b="1" dirty="0">
                <a:solidFill>
                  <a:schemeClr val="accent1"/>
                </a:solidFill>
                <a:latin typeface="Calibri" panose="020F0502020204030204" pitchFamily="34" charset="0"/>
              </a:rPr>
              <a:t> delete </a:t>
            </a:r>
            <a:r>
              <a:rPr lang="en-US" sz="900" b="1" dirty="0" err="1">
                <a:solidFill>
                  <a:schemeClr val="accent1"/>
                </a:solidFill>
                <a:latin typeface="Calibri" panose="020F0502020204030204" pitchFamily="34" charset="0"/>
              </a:rPr>
              <a:t>crd</a:t>
            </a:r>
            <a:r>
              <a:rPr lang="en-US" sz="900" b="1" dirty="0">
                <a:solidFill>
                  <a:schemeClr val="accent1"/>
                </a:solidFill>
                <a:latin typeface="Calibri" panose="020F0502020204030204" pitchFamily="34" charset="0"/>
              </a:rPr>
              <a:t> </a:t>
            </a:r>
            <a:r>
              <a:rPr lang="en-US" sz="900" b="1" dirty="0" err="1">
                <a:solidFill>
                  <a:schemeClr val="accent1"/>
                </a:solidFill>
                <a:latin typeface="Calibri" panose="020F0502020204030204" pitchFamily="34" charset="0"/>
              </a:rPr>
              <a:t>brpolices.cbur.bcmt.local</a:t>
            </a:r>
            <a:endParaRPr lang="en-US" sz="900" b="1" dirty="0">
              <a:solidFill>
                <a:schemeClr val="accent1"/>
              </a:solidFill>
              <a:latin typeface="Calibri" panose="020F0502020204030204" pitchFamily="34" charset="0"/>
            </a:endParaRPr>
          </a:p>
          <a:p>
            <a:pPr marL="342900" lvl="1" indent="0">
              <a:spcBef>
                <a:spcPts val="0"/>
              </a:spcBef>
              <a:buNone/>
            </a:pPr>
            <a:r>
              <a:rPr lang="en-US" sz="900" dirty="0">
                <a:solidFill>
                  <a:srgbClr val="0A0908"/>
                </a:solidFill>
                <a:latin typeface="Calibri" panose="020F0502020204030204" pitchFamily="34" charset="0"/>
                <a:cs typeface="Calibri" panose="020F0502020204030204" pitchFamily="34" charset="0"/>
              </a:rPr>
              <a:t>customresourcedefinition.apiextensions.k8s.io "</a:t>
            </a:r>
            <a:r>
              <a:rPr lang="en-US" sz="900" dirty="0" err="1">
                <a:solidFill>
                  <a:srgbClr val="0A0908"/>
                </a:solidFill>
                <a:latin typeface="Calibri" panose="020F0502020204030204" pitchFamily="34" charset="0"/>
                <a:cs typeface="Calibri" panose="020F0502020204030204" pitchFamily="34" charset="0"/>
              </a:rPr>
              <a:t>brpolices.cbur.bcmt.local</a:t>
            </a:r>
            <a:r>
              <a:rPr lang="en-US" sz="900" dirty="0">
                <a:solidFill>
                  <a:srgbClr val="0A0908"/>
                </a:solidFill>
                <a:latin typeface="Calibri" panose="020F0502020204030204" pitchFamily="34" charset="0"/>
                <a:cs typeface="Calibri" panose="020F0502020204030204" pitchFamily="34" charset="0"/>
              </a:rPr>
              <a:t>" deleted</a:t>
            </a:r>
          </a:p>
          <a:p>
            <a:pPr marL="342900" lvl="1" indent="0">
              <a:spcBef>
                <a:spcPts val="0"/>
              </a:spcBef>
              <a:buNone/>
            </a:pPr>
            <a:r>
              <a:rPr lang="en-US" sz="900" dirty="0">
                <a:solidFill>
                  <a:srgbClr val="0A0908"/>
                </a:solidFill>
                <a:latin typeface="Calibri" panose="020F0502020204030204" pitchFamily="34" charset="0"/>
                <a:cs typeface="Calibri" panose="020F0502020204030204" pitchFamily="34" charset="0"/>
              </a:rPr>
              <a:t>[root@dcwusd07-ncs-masterbm-0 </a:t>
            </a:r>
            <a:r>
              <a:rPr lang="en-US" sz="900" dirty="0" err="1">
                <a:solidFill>
                  <a:srgbClr val="0A0908"/>
                </a:solidFill>
                <a:latin typeface="Calibri" panose="020F0502020204030204" pitchFamily="34" charset="0"/>
                <a:cs typeface="Calibri" panose="020F0502020204030204" pitchFamily="34" charset="0"/>
              </a:rPr>
              <a:t>cbis</a:t>
            </a:r>
            <a:r>
              <a:rPr lang="en-US" sz="900" dirty="0">
                <a:solidFill>
                  <a:srgbClr val="0A0908"/>
                </a:solidFill>
                <a:latin typeface="Calibri" panose="020F0502020204030204" pitchFamily="34" charset="0"/>
                <a:cs typeface="Calibri" panose="020F0502020204030204" pitchFamily="34" charset="0"/>
              </a:rPr>
              <a:t>-admin (Active)]#</a:t>
            </a:r>
          </a:p>
          <a:p>
            <a:pPr marL="342900" lvl="1" indent="0">
              <a:spcBef>
                <a:spcPts val="0"/>
              </a:spcBef>
              <a:buNone/>
            </a:pPr>
            <a:endParaRPr lang="en-US" sz="900" dirty="0">
              <a:solidFill>
                <a:srgbClr val="0A0908"/>
              </a:solidFill>
              <a:latin typeface="Calibri" panose="020F0502020204030204" pitchFamily="34" charset="0"/>
              <a:cs typeface="Calibri" panose="020F0502020204030204" pitchFamily="34" charset="0"/>
            </a:endParaRPr>
          </a:p>
          <a:p>
            <a:pPr marL="342900" lvl="1" indent="0">
              <a:spcBef>
                <a:spcPts val="0"/>
              </a:spcBef>
              <a:buNone/>
            </a:pPr>
            <a:r>
              <a:rPr lang="en-US" sz="900" dirty="0">
                <a:solidFill>
                  <a:srgbClr val="0A0908"/>
                </a:solidFill>
                <a:latin typeface="Calibri" panose="020F0502020204030204" pitchFamily="34" charset="0"/>
                <a:cs typeface="Calibri" panose="020F0502020204030204" pitchFamily="34" charset="0"/>
              </a:rPr>
              <a:t>[root@dcwusd07-ncs-masterbm-0 </a:t>
            </a:r>
            <a:r>
              <a:rPr lang="en-US" sz="900" dirty="0" err="1">
                <a:solidFill>
                  <a:srgbClr val="0A0908"/>
                </a:solidFill>
                <a:latin typeface="Calibri" panose="020F0502020204030204" pitchFamily="34" charset="0"/>
                <a:cs typeface="Calibri" panose="020F0502020204030204" pitchFamily="34" charset="0"/>
              </a:rPr>
              <a:t>cbis</a:t>
            </a:r>
            <a:r>
              <a:rPr lang="en-US" sz="900" dirty="0">
                <a:solidFill>
                  <a:srgbClr val="0A0908"/>
                </a:solidFill>
                <a:latin typeface="Calibri" panose="020F0502020204030204" pitchFamily="34" charset="0"/>
                <a:cs typeface="Calibri" panose="020F0502020204030204" pitchFamily="34" charset="0"/>
              </a:rPr>
              <a:t>-admin (Active)]# </a:t>
            </a:r>
            <a:r>
              <a:rPr lang="en-US" sz="900" b="1" dirty="0" err="1">
                <a:solidFill>
                  <a:schemeClr val="accent1"/>
                </a:solidFill>
                <a:latin typeface="Calibri" panose="020F0502020204030204" pitchFamily="34" charset="0"/>
              </a:rPr>
              <a:t>sudo</a:t>
            </a:r>
            <a:r>
              <a:rPr lang="en-US" sz="900" b="1" dirty="0">
                <a:solidFill>
                  <a:schemeClr val="accent1"/>
                </a:solidFill>
                <a:latin typeface="Calibri" panose="020F0502020204030204" pitchFamily="34" charset="0"/>
              </a:rPr>
              <a:t> </a:t>
            </a:r>
            <a:r>
              <a:rPr lang="en-US" sz="900" b="1" dirty="0" err="1">
                <a:solidFill>
                  <a:schemeClr val="accent1"/>
                </a:solidFill>
                <a:latin typeface="Calibri" panose="020F0502020204030204" pitchFamily="34" charset="0"/>
              </a:rPr>
              <a:t>kubectl</a:t>
            </a:r>
            <a:r>
              <a:rPr lang="en-US" sz="900" b="1" dirty="0">
                <a:solidFill>
                  <a:schemeClr val="accent1"/>
                </a:solidFill>
                <a:latin typeface="Calibri" panose="020F0502020204030204" pitchFamily="34" charset="0"/>
              </a:rPr>
              <a:t> </a:t>
            </a:r>
            <a:r>
              <a:rPr lang="en-US" sz="900" b="1" dirty="0" err="1">
                <a:solidFill>
                  <a:schemeClr val="accent1"/>
                </a:solidFill>
                <a:latin typeface="Calibri" panose="020F0502020204030204" pitchFamily="34" charset="0"/>
              </a:rPr>
              <a:t>api</a:t>
            </a:r>
            <a:r>
              <a:rPr lang="en-US" sz="900" b="1" dirty="0">
                <a:solidFill>
                  <a:schemeClr val="accent1"/>
                </a:solidFill>
                <a:latin typeface="Calibri" panose="020F0502020204030204" pitchFamily="34" charset="0"/>
              </a:rPr>
              <a:t>-resources |grep </a:t>
            </a:r>
            <a:r>
              <a:rPr lang="en-US" sz="900" b="1" dirty="0" err="1">
                <a:solidFill>
                  <a:schemeClr val="accent1"/>
                </a:solidFill>
                <a:latin typeface="Calibri" panose="020F0502020204030204" pitchFamily="34" charset="0"/>
              </a:rPr>
              <a:t>brpolices</a:t>
            </a:r>
            <a:endParaRPr lang="en-US" sz="900" b="1" dirty="0">
              <a:solidFill>
                <a:schemeClr val="accent1"/>
              </a:solidFill>
              <a:latin typeface="Calibri" panose="020F0502020204030204" pitchFamily="34" charset="0"/>
            </a:endParaRPr>
          </a:p>
          <a:p>
            <a:pPr marL="342900" lvl="1" indent="0">
              <a:spcBef>
                <a:spcPts val="0"/>
              </a:spcBef>
              <a:buNone/>
            </a:pPr>
            <a:r>
              <a:rPr lang="en-US" sz="900" dirty="0" err="1">
                <a:solidFill>
                  <a:srgbClr val="0A0908"/>
                </a:solidFill>
                <a:latin typeface="Calibri" panose="020F0502020204030204" pitchFamily="34" charset="0"/>
                <a:cs typeface="Calibri" panose="020F0502020204030204" pitchFamily="34" charset="0"/>
              </a:rPr>
              <a:t>brpolices</a:t>
            </a:r>
            <a:r>
              <a:rPr lang="en-US" sz="900" dirty="0">
                <a:solidFill>
                  <a:srgbClr val="0A0908"/>
                </a:solidFill>
                <a:latin typeface="Calibri" panose="020F0502020204030204" pitchFamily="34" charset="0"/>
                <a:cs typeface="Calibri" panose="020F0502020204030204" pitchFamily="34" charset="0"/>
              </a:rPr>
              <a:t>                                 </a:t>
            </a:r>
            <a:r>
              <a:rPr lang="en-US" sz="900" dirty="0" err="1">
                <a:solidFill>
                  <a:srgbClr val="0A0908"/>
                </a:solidFill>
                <a:latin typeface="Calibri" panose="020F0502020204030204" pitchFamily="34" charset="0"/>
                <a:cs typeface="Calibri" panose="020F0502020204030204" pitchFamily="34" charset="0"/>
              </a:rPr>
              <a:t>br,bp</a:t>
            </a:r>
            <a:r>
              <a:rPr lang="en-US" sz="900" dirty="0">
                <a:solidFill>
                  <a:srgbClr val="0A0908"/>
                </a:solidFill>
                <a:latin typeface="Calibri" panose="020F0502020204030204" pitchFamily="34" charset="0"/>
                <a:cs typeface="Calibri" panose="020F0502020204030204" pitchFamily="34" charset="0"/>
              </a:rPr>
              <a:t>                    cbur.csf.nokia.com/v1                  true         </a:t>
            </a:r>
            <a:r>
              <a:rPr lang="en-US" sz="900" dirty="0" err="1">
                <a:solidFill>
                  <a:srgbClr val="0A0908"/>
                </a:solidFill>
                <a:latin typeface="Calibri" panose="020F0502020204030204" pitchFamily="34" charset="0"/>
                <a:cs typeface="Calibri" panose="020F0502020204030204" pitchFamily="34" charset="0"/>
              </a:rPr>
              <a:t>BrPolicy</a:t>
            </a:r>
            <a:endParaRPr lang="en-US" sz="900" dirty="0">
              <a:solidFill>
                <a:srgbClr val="0A0908"/>
              </a:solidFill>
              <a:latin typeface="Calibri" panose="020F0502020204030204" pitchFamily="34" charset="0"/>
              <a:cs typeface="Calibri" panose="020F0502020204030204" pitchFamily="34" charset="0"/>
            </a:endParaRPr>
          </a:p>
          <a:p>
            <a:pPr marL="342900" lvl="1" indent="0">
              <a:spcBef>
                <a:spcPts val="0"/>
              </a:spcBef>
              <a:buNone/>
            </a:pPr>
            <a:r>
              <a:rPr lang="en-US" sz="900" dirty="0">
                <a:solidFill>
                  <a:srgbClr val="0A0908"/>
                </a:solidFill>
                <a:latin typeface="Calibri" panose="020F0502020204030204" pitchFamily="34" charset="0"/>
                <a:cs typeface="Calibri" panose="020F0502020204030204" pitchFamily="34" charset="0"/>
              </a:rPr>
              <a:t>[root@dcwusd07-ncs-masterbm-0 </a:t>
            </a:r>
            <a:r>
              <a:rPr lang="en-US" sz="900" dirty="0" err="1">
                <a:solidFill>
                  <a:srgbClr val="0A0908"/>
                </a:solidFill>
                <a:latin typeface="Calibri" panose="020F0502020204030204" pitchFamily="34" charset="0"/>
                <a:cs typeface="Calibri" panose="020F0502020204030204" pitchFamily="34" charset="0"/>
              </a:rPr>
              <a:t>cbis</a:t>
            </a:r>
            <a:r>
              <a:rPr lang="en-US" sz="900" dirty="0">
                <a:solidFill>
                  <a:srgbClr val="0A0908"/>
                </a:solidFill>
                <a:latin typeface="Calibri" panose="020F0502020204030204" pitchFamily="34" charset="0"/>
                <a:cs typeface="Calibri" panose="020F0502020204030204" pitchFamily="34" charset="0"/>
              </a:rPr>
              <a:t>-admin (Active)]# </a:t>
            </a:r>
          </a:p>
          <a:p>
            <a:pPr marL="342900" lvl="1" indent="0">
              <a:spcBef>
                <a:spcPts val="0"/>
              </a:spcBef>
              <a:buNone/>
            </a:pPr>
            <a:endParaRPr lang="en-US" sz="900" dirty="0">
              <a:solidFill>
                <a:srgbClr val="0A0908"/>
              </a:solidFill>
              <a:latin typeface="Calibri" panose="020F0502020204030204" pitchFamily="34" charset="0"/>
              <a:cs typeface="Calibri" panose="020F0502020204030204" pitchFamily="34" charset="0"/>
            </a:endParaRPr>
          </a:p>
          <a:p>
            <a:pPr marL="342900" lvl="1" indent="0">
              <a:spcBef>
                <a:spcPts val="0"/>
              </a:spcBef>
              <a:buNone/>
            </a:pPr>
            <a:r>
              <a:rPr lang="en-US" sz="900" dirty="0">
                <a:solidFill>
                  <a:srgbClr val="0A0908"/>
                </a:solidFill>
                <a:latin typeface="Calibri" panose="020F0502020204030204" pitchFamily="34" charset="0"/>
                <a:cs typeface="Calibri" panose="020F0502020204030204" pitchFamily="34" charset="0"/>
              </a:rPr>
              <a:t>[root@dcwusd07-ncs-masterbm-0 </a:t>
            </a:r>
            <a:r>
              <a:rPr lang="en-US" sz="900" dirty="0" err="1">
                <a:solidFill>
                  <a:srgbClr val="0A0908"/>
                </a:solidFill>
                <a:latin typeface="Calibri" panose="020F0502020204030204" pitchFamily="34" charset="0"/>
                <a:cs typeface="Calibri" panose="020F0502020204030204" pitchFamily="34" charset="0"/>
              </a:rPr>
              <a:t>cbis</a:t>
            </a:r>
            <a:r>
              <a:rPr lang="en-US" sz="900" dirty="0">
                <a:solidFill>
                  <a:srgbClr val="0A0908"/>
                </a:solidFill>
                <a:latin typeface="Calibri" panose="020F0502020204030204" pitchFamily="34" charset="0"/>
                <a:cs typeface="Calibri" panose="020F0502020204030204" pitchFamily="34" charset="0"/>
              </a:rPr>
              <a:t>-admin (Active)]# </a:t>
            </a:r>
            <a:r>
              <a:rPr lang="en-US" sz="900" b="1" dirty="0" err="1">
                <a:solidFill>
                  <a:schemeClr val="accent1"/>
                </a:solidFill>
                <a:latin typeface="Calibri" panose="020F0502020204030204" pitchFamily="34" charset="0"/>
              </a:rPr>
              <a:t>sudo</a:t>
            </a:r>
            <a:r>
              <a:rPr lang="en-US" sz="900" b="1" dirty="0">
                <a:solidFill>
                  <a:schemeClr val="accent1"/>
                </a:solidFill>
                <a:latin typeface="Calibri" panose="020F0502020204030204" pitchFamily="34" charset="0"/>
              </a:rPr>
              <a:t> </a:t>
            </a:r>
            <a:r>
              <a:rPr lang="en-US" sz="900" b="1" dirty="0" err="1">
                <a:solidFill>
                  <a:schemeClr val="accent1"/>
                </a:solidFill>
                <a:latin typeface="Calibri" panose="020F0502020204030204" pitchFamily="34" charset="0"/>
              </a:rPr>
              <a:t>kubectl</a:t>
            </a:r>
            <a:r>
              <a:rPr lang="en-US" sz="900" b="1" dirty="0">
                <a:solidFill>
                  <a:schemeClr val="accent1"/>
                </a:solidFill>
                <a:latin typeface="Calibri" panose="020F0502020204030204" pitchFamily="34" charset="0"/>
              </a:rPr>
              <a:t> get </a:t>
            </a:r>
            <a:r>
              <a:rPr lang="en-US" sz="900" b="1" dirty="0" err="1">
                <a:solidFill>
                  <a:schemeClr val="accent1"/>
                </a:solidFill>
                <a:latin typeface="Calibri" panose="020F0502020204030204" pitchFamily="34" charset="0"/>
              </a:rPr>
              <a:t>br</a:t>
            </a:r>
            <a:r>
              <a:rPr lang="en-US" sz="900" b="1" dirty="0">
                <a:solidFill>
                  <a:schemeClr val="accent1"/>
                </a:solidFill>
                <a:latin typeface="Calibri" panose="020F0502020204030204" pitchFamily="34" charset="0"/>
              </a:rPr>
              <a:t> -n </a:t>
            </a:r>
            <a:r>
              <a:rPr lang="en-US" sz="900" b="1" dirty="0" err="1">
                <a:solidFill>
                  <a:schemeClr val="accent1"/>
                </a:solidFill>
                <a:latin typeface="Calibri" panose="020F0502020204030204" pitchFamily="34" charset="0"/>
              </a:rPr>
              <a:t>ncms</a:t>
            </a:r>
            <a:endParaRPr lang="en-US" sz="900" b="1" dirty="0">
              <a:solidFill>
                <a:schemeClr val="accent1"/>
              </a:solidFill>
              <a:latin typeface="Calibri" panose="020F0502020204030204" pitchFamily="34" charset="0"/>
            </a:endParaRPr>
          </a:p>
          <a:p>
            <a:pPr marL="342900" lvl="1" indent="0">
              <a:spcBef>
                <a:spcPts val="0"/>
              </a:spcBef>
              <a:buNone/>
            </a:pPr>
            <a:r>
              <a:rPr lang="en-US" sz="900" dirty="0">
                <a:solidFill>
                  <a:srgbClr val="0A0908"/>
                </a:solidFill>
                <a:latin typeface="Courier New" panose="02070309020205020404" pitchFamily="49" charset="0"/>
                <a:cs typeface="Courier New" panose="02070309020205020404" pitchFamily="49" charset="0"/>
              </a:rPr>
              <a:t>NAME                        AGE</a:t>
            </a:r>
          </a:p>
          <a:p>
            <a:pPr marL="342900" lvl="1" indent="0">
              <a:spcBef>
                <a:spcPts val="0"/>
              </a:spcBef>
              <a:buNone/>
            </a:pPr>
            <a:r>
              <a:rPr lang="en-US" sz="900" dirty="0">
                <a:solidFill>
                  <a:srgbClr val="0A0908"/>
                </a:solidFill>
                <a:latin typeface="Courier New" panose="02070309020205020404" pitchFamily="49" charset="0"/>
                <a:cs typeface="Courier New" panose="02070309020205020404" pitchFamily="49" charset="0"/>
              </a:rPr>
              <a:t>backup-cluster-by-</a:t>
            </a:r>
            <a:r>
              <a:rPr lang="en-US" sz="900" dirty="0" err="1">
                <a:solidFill>
                  <a:srgbClr val="0A0908"/>
                </a:solidFill>
                <a:latin typeface="Courier New" panose="02070309020205020404" pitchFamily="49" charset="0"/>
                <a:cs typeface="Courier New" panose="02070309020205020404" pitchFamily="49" charset="0"/>
              </a:rPr>
              <a:t>cbur</a:t>
            </a:r>
            <a:r>
              <a:rPr lang="en-US" sz="900" dirty="0">
                <a:solidFill>
                  <a:srgbClr val="0A0908"/>
                </a:solidFill>
                <a:latin typeface="Courier New" panose="02070309020205020404" pitchFamily="49" charset="0"/>
                <a:cs typeface="Courier New" panose="02070309020205020404" pitchFamily="49" charset="0"/>
              </a:rPr>
              <a:t>      13h</a:t>
            </a:r>
          </a:p>
          <a:p>
            <a:pPr marL="342900" lvl="1" indent="0">
              <a:spcBef>
                <a:spcPts val="0"/>
              </a:spcBef>
              <a:buNone/>
            </a:pPr>
            <a:r>
              <a:rPr lang="en-US" sz="900" dirty="0">
                <a:solidFill>
                  <a:srgbClr val="0A0908"/>
                </a:solidFill>
                <a:latin typeface="Courier New" panose="02070309020205020404" pitchFamily="49" charset="0"/>
                <a:cs typeface="Courier New" panose="02070309020205020404" pitchFamily="49" charset="0"/>
              </a:rPr>
              <a:t>harbor-harbor-</a:t>
            </a:r>
            <a:r>
              <a:rPr lang="en-US" sz="900" dirty="0" err="1">
                <a:solidFill>
                  <a:srgbClr val="0A0908"/>
                </a:solidFill>
                <a:latin typeface="Courier New" panose="02070309020205020404" pitchFamily="49" charset="0"/>
                <a:cs typeface="Courier New" panose="02070309020205020404" pitchFamily="49" charset="0"/>
              </a:rPr>
              <a:t>chartmuseum</a:t>
            </a:r>
            <a:r>
              <a:rPr lang="en-US" sz="900" dirty="0">
                <a:solidFill>
                  <a:srgbClr val="0A0908"/>
                </a:solidFill>
                <a:latin typeface="Courier New" panose="02070309020205020404" pitchFamily="49" charset="0"/>
                <a:cs typeface="Courier New" panose="02070309020205020404" pitchFamily="49" charset="0"/>
              </a:rPr>
              <a:t>   325d</a:t>
            </a:r>
          </a:p>
          <a:p>
            <a:pPr marL="342900" lvl="1" indent="0">
              <a:spcBef>
                <a:spcPts val="0"/>
              </a:spcBef>
              <a:buNone/>
            </a:pPr>
            <a:r>
              <a:rPr lang="en-US" sz="900" dirty="0">
                <a:solidFill>
                  <a:srgbClr val="0A0908"/>
                </a:solidFill>
                <a:latin typeface="Courier New" panose="02070309020205020404" pitchFamily="49" charset="0"/>
                <a:cs typeface="Courier New" panose="02070309020205020404" pitchFamily="49" charset="0"/>
              </a:rPr>
              <a:t>harbor-harbor-database      325d</a:t>
            </a:r>
          </a:p>
          <a:p>
            <a:pPr marL="342900" lvl="1" indent="0">
              <a:spcBef>
                <a:spcPts val="0"/>
              </a:spcBef>
              <a:buNone/>
            </a:pPr>
            <a:r>
              <a:rPr lang="en-US" sz="900" dirty="0">
                <a:solidFill>
                  <a:srgbClr val="0A0908"/>
                </a:solidFill>
                <a:latin typeface="Courier New" panose="02070309020205020404" pitchFamily="49" charset="0"/>
                <a:cs typeface="Courier New" panose="02070309020205020404" pitchFamily="49" charset="0"/>
              </a:rPr>
              <a:t>harbor-harbor-registry      325d</a:t>
            </a:r>
          </a:p>
          <a:p>
            <a:pPr marL="342900" lvl="1" indent="0">
              <a:spcBef>
                <a:spcPts val="0"/>
              </a:spcBef>
              <a:buNone/>
            </a:pPr>
            <a:r>
              <a:rPr lang="en-US" sz="900" dirty="0">
                <a:solidFill>
                  <a:srgbClr val="0A0908"/>
                </a:solidFill>
                <a:latin typeface="Courier New" panose="02070309020205020404" pitchFamily="49" charset="0"/>
                <a:cs typeface="Courier New" panose="02070309020205020404" pitchFamily="49" charset="0"/>
              </a:rPr>
              <a:t>harbor-harbor-</a:t>
            </a:r>
            <a:r>
              <a:rPr lang="en-US" sz="900" dirty="0" err="1">
                <a:solidFill>
                  <a:srgbClr val="0A0908"/>
                </a:solidFill>
                <a:latin typeface="Courier New" panose="02070309020205020404" pitchFamily="49" charset="0"/>
                <a:cs typeface="Courier New" panose="02070309020205020404" pitchFamily="49" charset="0"/>
              </a:rPr>
              <a:t>trivy</a:t>
            </a:r>
            <a:r>
              <a:rPr lang="en-US" sz="900" dirty="0">
                <a:solidFill>
                  <a:srgbClr val="0A0908"/>
                </a:solidFill>
                <a:latin typeface="Courier New" panose="02070309020205020404" pitchFamily="49" charset="0"/>
                <a:cs typeface="Courier New" panose="02070309020205020404" pitchFamily="49" charset="0"/>
              </a:rPr>
              <a:t>         325d</a:t>
            </a:r>
          </a:p>
          <a:p>
            <a:pPr marL="342900" lvl="1" indent="0">
              <a:spcBef>
                <a:spcPts val="0"/>
              </a:spcBef>
              <a:buNone/>
            </a:pPr>
            <a:r>
              <a:rPr lang="en-US" sz="900" dirty="0">
                <a:solidFill>
                  <a:srgbClr val="0A0908"/>
                </a:solidFill>
                <a:latin typeface="Courier New" panose="02070309020205020404" pitchFamily="49" charset="0"/>
                <a:cs typeface="Courier New" panose="02070309020205020404" pitchFamily="49" charset="0"/>
              </a:rPr>
              <a:t>restore-cluster-by-</a:t>
            </a:r>
            <a:r>
              <a:rPr lang="en-US" sz="900" dirty="0" err="1">
                <a:solidFill>
                  <a:srgbClr val="0A0908"/>
                </a:solidFill>
                <a:latin typeface="Courier New" panose="02070309020205020404" pitchFamily="49" charset="0"/>
                <a:cs typeface="Courier New" panose="02070309020205020404" pitchFamily="49" charset="0"/>
              </a:rPr>
              <a:t>cbur</a:t>
            </a:r>
            <a:r>
              <a:rPr lang="en-US" sz="900" dirty="0">
                <a:solidFill>
                  <a:srgbClr val="0A0908"/>
                </a:solidFill>
                <a:latin typeface="Courier New" panose="02070309020205020404" pitchFamily="49" charset="0"/>
                <a:cs typeface="Courier New" panose="02070309020205020404" pitchFamily="49" charset="0"/>
              </a:rPr>
              <a:t>     322d</a:t>
            </a:r>
          </a:p>
          <a:p>
            <a:pPr marL="342900" lvl="1" indent="0">
              <a:spcBef>
                <a:spcPts val="0"/>
              </a:spcBef>
              <a:buNone/>
            </a:pPr>
            <a:r>
              <a:rPr lang="en-US" sz="900" dirty="0">
                <a:solidFill>
                  <a:srgbClr val="0A0908"/>
                </a:solidFill>
                <a:latin typeface="Calibri" panose="020F0502020204030204" pitchFamily="34" charset="0"/>
                <a:cs typeface="Calibri" panose="020F0502020204030204" pitchFamily="34" charset="0"/>
              </a:rPr>
              <a:t>[root@dcwusd07-ncs-masterbm-0 </a:t>
            </a:r>
            <a:r>
              <a:rPr lang="en-US" sz="900" dirty="0" err="1">
                <a:solidFill>
                  <a:srgbClr val="0A0908"/>
                </a:solidFill>
                <a:latin typeface="Calibri" panose="020F0502020204030204" pitchFamily="34" charset="0"/>
                <a:cs typeface="Calibri" panose="020F0502020204030204" pitchFamily="34" charset="0"/>
              </a:rPr>
              <a:t>cbis</a:t>
            </a:r>
            <a:r>
              <a:rPr lang="en-US" sz="900" dirty="0">
                <a:solidFill>
                  <a:srgbClr val="0A0908"/>
                </a:solidFill>
                <a:latin typeface="Calibri" panose="020F0502020204030204" pitchFamily="34" charset="0"/>
                <a:cs typeface="Calibri" panose="020F0502020204030204" pitchFamily="34" charset="0"/>
              </a:rPr>
              <a:t>-admin (Active)]#</a:t>
            </a:r>
          </a:p>
          <a:p>
            <a:pPr marL="0" indent="0">
              <a:spcBef>
                <a:spcPts val="0"/>
              </a:spcBef>
              <a:buNone/>
            </a:pPr>
            <a:endParaRPr lang="en-US" sz="900" dirty="0">
              <a:solidFill>
                <a:srgbClr val="0A0908"/>
              </a:solidFill>
              <a:latin typeface="Calibri" panose="020F0502020204030204" pitchFamily="34" charset="0"/>
              <a:cs typeface="Calibri" panose="020F0502020204030204" pitchFamily="34" charset="0"/>
            </a:endParaRPr>
          </a:p>
          <a:p>
            <a:pPr marL="0" indent="0">
              <a:spcBef>
                <a:spcPts val="0"/>
              </a:spcBef>
              <a:buNone/>
            </a:pPr>
            <a:r>
              <a:rPr lang="en-US" sz="900" b="1" dirty="0">
                <a:solidFill>
                  <a:srgbClr val="0A0908"/>
                </a:solidFill>
                <a:highlight>
                  <a:srgbClr val="FFFF00"/>
                </a:highlight>
                <a:latin typeface="Calibri" panose="020F0502020204030204" pitchFamily="34" charset="0"/>
                <a:cs typeface="Calibri" panose="020F0502020204030204" pitchFamily="34" charset="0"/>
              </a:rPr>
              <a:t>Note: </a:t>
            </a:r>
            <a:r>
              <a:rPr lang="en-US" sz="900" dirty="0">
                <a:solidFill>
                  <a:srgbClr val="0A0908"/>
                </a:solidFill>
                <a:highlight>
                  <a:srgbClr val="FFFF00"/>
                </a:highlight>
                <a:latin typeface="Calibri" panose="020F0502020204030204" pitchFamily="34" charset="0"/>
                <a:cs typeface="Calibri" panose="020F0502020204030204" pitchFamily="34" charset="0"/>
              </a:rPr>
              <a:t>Applicable for NCS22.12MP1 to NCS23.10 upgrade in cluster deployments also.</a:t>
            </a:r>
          </a:p>
        </p:txBody>
      </p:sp>
    </p:spTree>
    <p:extLst>
      <p:ext uri="{BB962C8B-B14F-4D97-AF65-F5344CB8AC3E}">
        <p14:creationId xmlns:p14="http://schemas.microsoft.com/office/powerpoint/2010/main" val="6912370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D0C94F-E24A-840A-66A3-4EDF1A3A8C7D}"/>
            </a:ext>
          </a:extLst>
        </p:cNvPr>
        <p:cNvGrpSpPr/>
        <p:nvPr/>
      </p:nvGrpSpPr>
      <p:grpSpPr>
        <a:xfrm>
          <a:off x="0" y="0"/>
          <a:ext cx="0" cy="0"/>
          <a:chOff x="0" y="0"/>
          <a:chExt cx="0" cy="0"/>
        </a:xfrm>
      </p:grpSpPr>
      <p:sp>
        <p:nvSpPr>
          <p:cNvPr id="10" name="Text Placeholder 9">
            <a:extLst>
              <a:ext uri="{FF2B5EF4-FFF2-40B4-BE49-F238E27FC236}">
                <a16:creationId xmlns:a16="http://schemas.microsoft.com/office/drawing/2014/main" id="{15F873E2-E85B-E355-DDF2-0578D37E9768}"/>
              </a:ext>
            </a:extLst>
          </p:cNvPr>
          <p:cNvSpPr>
            <a:spLocks noGrp="1"/>
          </p:cNvSpPr>
          <p:nvPr>
            <p:ph type="body" sz="quarter" idx="12"/>
          </p:nvPr>
        </p:nvSpPr>
        <p:spPr>
          <a:xfrm>
            <a:off x="330518" y="162545"/>
            <a:ext cx="8312742" cy="423864"/>
          </a:xfrm>
        </p:spPr>
        <p:txBody>
          <a:bodyPr/>
          <a:lstStyle/>
          <a:p>
            <a:r>
              <a:rPr lang="en-GB" b="1" dirty="0">
                <a:solidFill>
                  <a:schemeClr val="tx2">
                    <a:lumMod val="75000"/>
                    <a:lumOff val="25000"/>
                  </a:schemeClr>
                </a:solidFill>
                <a:latin typeface="+mj-lt"/>
              </a:rPr>
              <a:t>Issue-6: FM/PM upgrade failure</a:t>
            </a:r>
            <a:endParaRPr lang="en-US" b="1" dirty="0">
              <a:solidFill>
                <a:schemeClr val="tx2">
                  <a:lumMod val="75000"/>
                  <a:lumOff val="25000"/>
                </a:schemeClr>
              </a:solidFill>
              <a:latin typeface="+mj-lt"/>
            </a:endParaRPr>
          </a:p>
        </p:txBody>
      </p:sp>
      <p:sp>
        <p:nvSpPr>
          <p:cNvPr id="4" name="Footer Placeholder 3">
            <a:extLst>
              <a:ext uri="{FF2B5EF4-FFF2-40B4-BE49-F238E27FC236}">
                <a16:creationId xmlns:a16="http://schemas.microsoft.com/office/drawing/2014/main" id="{209551AF-D69C-7446-FBC1-91BFD6966A38}"/>
              </a:ext>
            </a:extLst>
          </p:cNvPr>
          <p:cNvSpPr>
            <a:spLocks noGrp="1"/>
          </p:cNvSpPr>
          <p:nvPr>
            <p:ph type="ftr" sz="quarter" idx="3"/>
          </p:nvPr>
        </p:nvSpPr>
        <p:spPr/>
        <p:txBody>
          <a:bodyPr/>
          <a:lstStyle/>
          <a:p>
            <a:r>
              <a:rPr lang="en-US" dirty="0"/>
              <a:t>Nokia Internal</a:t>
            </a:r>
          </a:p>
        </p:txBody>
      </p:sp>
      <p:sp>
        <p:nvSpPr>
          <p:cNvPr id="2" name="Text Placeholder 7">
            <a:extLst>
              <a:ext uri="{FF2B5EF4-FFF2-40B4-BE49-F238E27FC236}">
                <a16:creationId xmlns:a16="http://schemas.microsoft.com/office/drawing/2014/main" id="{CBB7D903-2842-2396-76D6-4B91936AB126}"/>
              </a:ext>
            </a:extLst>
          </p:cNvPr>
          <p:cNvSpPr txBox="1">
            <a:spLocks/>
          </p:cNvSpPr>
          <p:nvPr/>
        </p:nvSpPr>
        <p:spPr>
          <a:xfrm>
            <a:off x="254746" y="494980"/>
            <a:ext cx="8634507" cy="4363575"/>
          </a:xfrm>
          <a:prstGeom prst="rect">
            <a:avLst/>
          </a:prstGeom>
        </p:spPr>
        <p:txBody>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en-US" sz="1400" b="1" dirty="0">
                <a:solidFill>
                  <a:srgbClr val="0A0908"/>
                </a:solidFill>
                <a:latin typeface="Calibri" panose="020F0502020204030204" pitchFamily="34" charset="0"/>
                <a:cs typeface="Calibri" panose="020F0502020204030204" pitchFamily="34" charset="0"/>
              </a:rPr>
              <a:t>Error:-</a:t>
            </a:r>
          </a:p>
          <a:p>
            <a:pPr marL="0" indent="0">
              <a:buNone/>
            </a:pPr>
            <a:r>
              <a:rPr lang="en-US" sz="900" dirty="0">
                <a:solidFill>
                  <a:srgbClr val="0A0908"/>
                </a:solidFill>
                <a:latin typeface="Calibri" panose="020F0502020204030204" pitchFamily="34" charset="0"/>
                <a:cs typeface="Calibri" panose="020F0502020204030204" pitchFamily="34" charset="0"/>
              </a:rPr>
              <a:t>NCS23.10 FM/PM upgrade failed with below error</a:t>
            </a:r>
          </a:p>
          <a:p>
            <a:pPr marL="0" indent="0">
              <a:buNone/>
            </a:pPr>
            <a:r>
              <a:rPr lang="en-US" sz="900" dirty="0">
                <a:solidFill>
                  <a:srgbClr val="0A0908"/>
                </a:solidFill>
                <a:latin typeface="Calibri" panose="020F0502020204030204" pitchFamily="34" charset="0"/>
                <a:cs typeface="Calibri" panose="020F0502020204030204" pitchFamily="34" charset="0"/>
              </a:rPr>
              <a:t>2025-01-08 04:04:42,081 [</a:t>
            </a:r>
            <a:r>
              <a:rPr lang="en-US" sz="900" dirty="0" err="1">
                <a:solidFill>
                  <a:srgbClr val="0A0908"/>
                </a:solidFill>
                <a:latin typeface="Calibri" panose="020F0502020204030204" pitchFamily="34" charset="0"/>
                <a:cs typeface="Calibri" panose="020F0502020204030204" pitchFamily="34" charset="0"/>
              </a:rPr>
              <a:t>cbis_upgrade_steps</a:t>
            </a:r>
            <a:r>
              <a:rPr lang="en-US" sz="900" dirty="0">
                <a:solidFill>
                  <a:srgbClr val="0A0908"/>
                </a:solidFill>
                <a:latin typeface="Calibri" panose="020F0502020204030204" pitchFamily="34" charset="0"/>
                <a:cs typeface="Calibri" panose="020F0502020204030204" pitchFamily="34" charset="0"/>
              </a:rPr>
              <a:t>  ] [ERROR   ]     TASK [Make sure container-</a:t>
            </a:r>
            <a:r>
              <a:rPr lang="en-US" sz="900" dirty="0" err="1">
                <a:solidFill>
                  <a:srgbClr val="0A0908"/>
                </a:solidFill>
                <a:latin typeface="Calibri" panose="020F0502020204030204" pitchFamily="34" charset="0"/>
                <a:cs typeface="Calibri" panose="020F0502020204030204" pitchFamily="34" charset="0"/>
              </a:rPr>
              <a:t>gs_ssc_metricbeat</a:t>
            </a:r>
            <a:r>
              <a:rPr lang="en-US" sz="900" dirty="0">
                <a:solidFill>
                  <a:srgbClr val="0A0908"/>
                </a:solidFill>
                <a:latin typeface="Calibri" panose="020F0502020204030204" pitchFamily="34" charset="0"/>
                <a:cs typeface="Calibri" panose="020F0502020204030204" pitchFamily="34" charset="0"/>
              </a:rPr>
              <a:t> service is running] ****************</a:t>
            </a:r>
          </a:p>
          <a:p>
            <a:pPr marL="0" indent="0">
              <a:buNone/>
            </a:pPr>
            <a:r>
              <a:rPr lang="en-US" sz="900" dirty="0">
                <a:solidFill>
                  <a:srgbClr val="0A0908"/>
                </a:solidFill>
                <a:latin typeface="Calibri" panose="020F0502020204030204" pitchFamily="34" charset="0"/>
                <a:cs typeface="Calibri" panose="020F0502020204030204" pitchFamily="34" charset="0"/>
              </a:rPr>
              <a:t>2025-01-08 04:04:42,081 [</a:t>
            </a:r>
            <a:r>
              <a:rPr lang="en-US" sz="900" dirty="0" err="1">
                <a:solidFill>
                  <a:srgbClr val="0A0908"/>
                </a:solidFill>
                <a:latin typeface="Calibri" panose="020F0502020204030204" pitchFamily="34" charset="0"/>
                <a:cs typeface="Calibri" panose="020F0502020204030204" pitchFamily="34" charset="0"/>
              </a:rPr>
              <a:t>cbis_upgrade_steps</a:t>
            </a:r>
            <a:r>
              <a:rPr lang="en-US" sz="900" dirty="0">
                <a:solidFill>
                  <a:srgbClr val="0A0908"/>
                </a:solidFill>
                <a:latin typeface="Calibri" panose="020F0502020204030204" pitchFamily="34" charset="0"/>
                <a:cs typeface="Calibri" panose="020F0502020204030204" pitchFamily="34" charset="0"/>
              </a:rPr>
              <a:t>  ] [ERROR   ]     fatal: [ncdcwaaa02-centralsite-centralsitemanager-2]: FAILED! =&gt; {\"changed\": false, \"msg\": \"</a:t>
            </a:r>
            <a:r>
              <a:rPr lang="en-US" sz="900" dirty="0">
                <a:solidFill>
                  <a:srgbClr val="FF0000"/>
                </a:solidFill>
                <a:latin typeface="Calibri" panose="020F0502020204030204" pitchFamily="34" charset="0"/>
                <a:cs typeface="Calibri" panose="020F0502020204030204" pitchFamily="34" charset="0"/>
              </a:rPr>
              <a:t>Unable to start service container-</a:t>
            </a:r>
            <a:r>
              <a:rPr lang="en-US" sz="900" dirty="0" err="1">
                <a:solidFill>
                  <a:srgbClr val="FF0000"/>
                </a:solidFill>
                <a:latin typeface="Calibri" panose="020F0502020204030204" pitchFamily="34" charset="0"/>
                <a:cs typeface="Calibri" panose="020F0502020204030204" pitchFamily="34" charset="0"/>
              </a:rPr>
              <a:t>gs_ssc_metricbeat</a:t>
            </a:r>
            <a:r>
              <a:rPr lang="en-US" sz="900" dirty="0">
                <a:solidFill>
                  <a:srgbClr val="FF0000"/>
                </a:solidFill>
                <a:latin typeface="Calibri" panose="020F0502020204030204" pitchFamily="34" charset="0"/>
                <a:cs typeface="Calibri" panose="020F0502020204030204" pitchFamily="34" charset="0"/>
              </a:rPr>
              <a:t>: Job for container-</a:t>
            </a:r>
            <a:r>
              <a:rPr lang="en-US" sz="900" dirty="0" err="1">
                <a:solidFill>
                  <a:srgbClr val="FF0000"/>
                </a:solidFill>
                <a:latin typeface="Calibri" panose="020F0502020204030204" pitchFamily="34" charset="0"/>
                <a:cs typeface="Calibri" panose="020F0502020204030204" pitchFamily="34" charset="0"/>
              </a:rPr>
              <a:t>gs_ssc_metricbeat.service</a:t>
            </a:r>
            <a:r>
              <a:rPr lang="en-US" sz="900" dirty="0">
                <a:solidFill>
                  <a:srgbClr val="FF0000"/>
                </a:solidFill>
                <a:latin typeface="Calibri" panose="020F0502020204030204" pitchFamily="34" charset="0"/>
                <a:cs typeface="Calibri" panose="020F0502020204030204" pitchFamily="34" charset="0"/>
              </a:rPr>
              <a:t> failed because the control process exited with error code.\</a:t>
            </a:r>
          </a:p>
          <a:p>
            <a:pPr marL="0" indent="0">
              <a:buNone/>
            </a:pPr>
            <a:r>
              <a:rPr lang="en-US" sz="900" dirty="0">
                <a:solidFill>
                  <a:srgbClr val="0A0908"/>
                </a:solidFill>
                <a:latin typeface="Calibri" panose="020F0502020204030204" pitchFamily="34" charset="0"/>
                <a:cs typeface="Calibri" panose="020F0502020204030204" pitchFamily="34" charset="0"/>
              </a:rPr>
              <a:t>See \\\"</a:t>
            </a:r>
            <a:r>
              <a:rPr lang="en-US" sz="900" dirty="0" err="1">
                <a:solidFill>
                  <a:srgbClr val="0A0908"/>
                </a:solidFill>
                <a:latin typeface="Calibri" panose="020F0502020204030204" pitchFamily="34" charset="0"/>
                <a:cs typeface="Calibri" panose="020F0502020204030204" pitchFamily="34" charset="0"/>
              </a:rPr>
              <a:t>systemctl</a:t>
            </a:r>
            <a:r>
              <a:rPr lang="en-US" sz="900" dirty="0">
                <a:solidFill>
                  <a:srgbClr val="0A0908"/>
                </a:solidFill>
                <a:latin typeface="Calibri" panose="020F0502020204030204" pitchFamily="34" charset="0"/>
                <a:cs typeface="Calibri" panose="020F0502020204030204" pitchFamily="34" charset="0"/>
              </a:rPr>
              <a:t> status container-</a:t>
            </a:r>
            <a:r>
              <a:rPr lang="en-US" sz="900" dirty="0" err="1">
                <a:solidFill>
                  <a:srgbClr val="0A0908"/>
                </a:solidFill>
                <a:latin typeface="Calibri" panose="020F0502020204030204" pitchFamily="34" charset="0"/>
                <a:cs typeface="Calibri" panose="020F0502020204030204" pitchFamily="34" charset="0"/>
              </a:rPr>
              <a:t>gs_ssc_metricbeat.service</a:t>
            </a:r>
            <a:r>
              <a:rPr lang="en-US" sz="900" dirty="0">
                <a:solidFill>
                  <a:srgbClr val="0A0908"/>
                </a:solidFill>
                <a:latin typeface="Calibri" panose="020F0502020204030204" pitchFamily="34" charset="0"/>
                <a:cs typeface="Calibri" panose="020F0502020204030204" pitchFamily="34" charset="0"/>
              </a:rPr>
              <a:t>\\\" and \\\"</a:t>
            </a:r>
            <a:r>
              <a:rPr lang="en-US" sz="900" dirty="0" err="1">
                <a:solidFill>
                  <a:srgbClr val="0A0908"/>
                </a:solidFill>
                <a:latin typeface="Calibri" panose="020F0502020204030204" pitchFamily="34" charset="0"/>
                <a:cs typeface="Calibri" panose="020F0502020204030204" pitchFamily="34" charset="0"/>
              </a:rPr>
              <a:t>journalctl</a:t>
            </a:r>
            <a:r>
              <a:rPr lang="en-US" sz="900" dirty="0">
                <a:solidFill>
                  <a:srgbClr val="0A0908"/>
                </a:solidFill>
                <a:latin typeface="Calibri" panose="020F0502020204030204" pitchFamily="34" charset="0"/>
                <a:cs typeface="Calibri" panose="020F0502020204030204" pitchFamily="34" charset="0"/>
              </a:rPr>
              <a:t> -</a:t>
            </a:r>
            <a:r>
              <a:rPr lang="en-US" sz="900" dirty="0" err="1">
                <a:solidFill>
                  <a:srgbClr val="0A0908"/>
                </a:solidFill>
                <a:latin typeface="Calibri" panose="020F0502020204030204" pitchFamily="34" charset="0"/>
                <a:cs typeface="Calibri" panose="020F0502020204030204" pitchFamily="34" charset="0"/>
              </a:rPr>
              <a:t>xe</a:t>
            </a:r>
            <a:r>
              <a:rPr lang="en-US" sz="900" dirty="0">
                <a:solidFill>
                  <a:srgbClr val="0A0908"/>
                </a:solidFill>
                <a:latin typeface="Calibri" panose="020F0502020204030204" pitchFamily="34" charset="0"/>
                <a:cs typeface="Calibri" panose="020F0502020204030204" pitchFamily="34" charset="0"/>
              </a:rPr>
              <a:t>\\\" for details.\</a:t>
            </a:r>
          </a:p>
          <a:p>
            <a:pPr marL="0" indent="0">
              <a:buNone/>
            </a:pPr>
            <a:endParaRPr lang="en-US" sz="1400" b="1" dirty="0">
              <a:solidFill>
                <a:srgbClr val="0A0908"/>
              </a:solidFill>
              <a:latin typeface="Calibri" panose="020F0502020204030204" pitchFamily="34" charset="0"/>
              <a:cs typeface="Calibri" panose="020F0502020204030204" pitchFamily="34" charset="0"/>
            </a:endParaRPr>
          </a:p>
          <a:p>
            <a:pPr marL="0" indent="0">
              <a:buNone/>
            </a:pPr>
            <a:r>
              <a:rPr lang="en-US" sz="1400" b="1" dirty="0">
                <a:solidFill>
                  <a:srgbClr val="0A0908"/>
                </a:solidFill>
                <a:latin typeface="Calibri" panose="020F0502020204030204" pitchFamily="34" charset="0"/>
                <a:cs typeface="Calibri" panose="020F0502020204030204" pitchFamily="34" charset="0"/>
              </a:rPr>
              <a:t>Solution:</a:t>
            </a:r>
          </a:p>
          <a:p>
            <a:pPr marL="0" indent="0">
              <a:lnSpc>
                <a:spcPct val="107000"/>
              </a:lnSpc>
              <a:spcBef>
                <a:spcPts val="0"/>
              </a:spcBef>
              <a:buNone/>
            </a:pPr>
            <a:endParaRPr lang="en-IN" sz="900" b="1" u="sng" kern="1400" dirty="0">
              <a:solidFill>
                <a:srgbClr val="0A0908"/>
              </a:solidFill>
              <a:effectLst/>
              <a:latin typeface="Calibri" panose="020F0502020204030204" pitchFamily="34" charset="0"/>
              <a:ea typeface="Times New Roman" panose="02020603050405020304" pitchFamily="18" charset="0"/>
              <a:cs typeface="Calibri" panose="020F0502020204030204" pitchFamily="34" charset="0"/>
            </a:endParaRPr>
          </a:p>
          <a:p>
            <a:pPr marL="0" indent="0">
              <a:lnSpc>
                <a:spcPct val="107000"/>
              </a:lnSpc>
              <a:spcBef>
                <a:spcPts val="0"/>
              </a:spcBef>
              <a:buNone/>
            </a:pPr>
            <a:r>
              <a:rPr lang="en-IN" sz="900" b="1" u="sng" kern="1400" dirty="0">
                <a:solidFill>
                  <a:srgbClr val="0A0908"/>
                </a:solidFill>
                <a:effectLst/>
                <a:latin typeface="Calibri" panose="020F0502020204030204" pitchFamily="34" charset="0"/>
                <a:ea typeface="Times New Roman" panose="02020603050405020304" pitchFamily="18" charset="0"/>
                <a:cs typeface="Calibri" panose="020F0502020204030204" pitchFamily="34" charset="0"/>
              </a:rPr>
              <a:t>Central (Central manager nodes):- </a:t>
            </a:r>
            <a:r>
              <a:rPr lang="en-IN" sz="900" b="1" dirty="0">
                <a:solidFill>
                  <a:schemeClr val="accent1"/>
                </a:solidFill>
                <a:latin typeface="Calibri" panose="020F0502020204030204" pitchFamily="34" charset="0"/>
              </a:rPr>
              <a:t>/</a:t>
            </a:r>
            <a:r>
              <a:rPr lang="en-IN" sz="900" b="1" dirty="0" err="1">
                <a:solidFill>
                  <a:schemeClr val="accent1"/>
                </a:solidFill>
                <a:latin typeface="Calibri" panose="020F0502020204030204" pitchFamily="34" charset="0"/>
              </a:rPr>
              <a:t>usr</a:t>
            </a:r>
            <a:r>
              <a:rPr lang="en-IN" sz="900" b="1" dirty="0">
                <a:solidFill>
                  <a:schemeClr val="accent1"/>
                </a:solidFill>
                <a:latin typeface="Calibri" panose="020F0502020204030204" pitchFamily="34" charset="0"/>
              </a:rPr>
              <a:t>/lib/python3.6/site-packages/</a:t>
            </a:r>
            <a:r>
              <a:rPr lang="en-IN" sz="900" b="1" dirty="0" err="1">
                <a:solidFill>
                  <a:schemeClr val="accent1"/>
                </a:solidFill>
                <a:latin typeface="Calibri" panose="020F0502020204030204" pitchFamily="34" charset="0"/>
              </a:rPr>
              <a:t>cbis_upgrade</a:t>
            </a:r>
            <a:r>
              <a:rPr lang="en-IN" sz="900" b="1" dirty="0">
                <a:solidFill>
                  <a:schemeClr val="accent1"/>
                </a:solidFill>
                <a:latin typeface="Calibri" panose="020F0502020204030204" pitchFamily="34" charset="0"/>
              </a:rPr>
              <a:t>/</a:t>
            </a:r>
            <a:r>
              <a:rPr lang="en-IN" sz="900" b="1" dirty="0" err="1">
                <a:solidFill>
                  <a:schemeClr val="accent1"/>
                </a:solidFill>
                <a:latin typeface="Calibri" panose="020F0502020204030204" pitchFamily="34" charset="0"/>
              </a:rPr>
              <a:t>ncs</a:t>
            </a:r>
            <a:r>
              <a:rPr lang="en-IN" sz="900" b="1" dirty="0">
                <a:solidFill>
                  <a:schemeClr val="accent1"/>
                </a:solidFill>
                <a:latin typeface="Calibri" panose="020F0502020204030204" pitchFamily="34" charset="0"/>
              </a:rPr>
              <a:t>/playbooks/</a:t>
            </a:r>
            <a:r>
              <a:rPr lang="en-IN" sz="900" b="1" dirty="0" err="1">
                <a:solidFill>
                  <a:schemeClr val="accent1"/>
                </a:solidFill>
                <a:latin typeface="Calibri" panose="020F0502020204030204" pitchFamily="34" charset="0"/>
              </a:rPr>
              <a:t>central_upgrade</a:t>
            </a:r>
            <a:r>
              <a:rPr lang="en-IN" sz="900" b="1" dirty="0">
                <a:solidFill>
                  <a:schemeClr val="accent1"/>
                </a:solidFill>
                <a:latin typeface="Calibri" panose="020F0502020204030204" pitchFamily="34" charset="0"/>
              </a:rPr>
              <a:t>/</a:t>
            </a:r>
            <a:r>
              <a:rPr lang="en-IN" sz="900" b="1" dirty="0" err="1">
                <a:solidFill>
                  <a:schemeClr val="accent1"/>
                </a:solidFill>
                <a:latin typeface="Calibri" panose="020F0502020204030204" pitchFamily="34" charset="0"/>
              </a:rPr>
              <a:t>fm_pm.yml</a:t>
            </a:r>
            <a:endParaRPr lang="en-IN" sz="900" b="1" dirty="0">
              <a:solidFill>
                <a:schemeClr val="accent1"/>
              </a:solidFill>
              <a:latin typeface="Calibri" panose="020F0502020204030204" pitchFamily="34" charset="0"/>
            </a:endParaRPr>
          </a:p>
          <a:p>
            <a:pPr marL="0" indent="0">
              <a:lnSpc>
                <a:spcPct val="107000"/>
              </a:lnSpc>
              <a:spcBef>
                <a:spcPts val="0"/>
              </a:spcBef>
              <a:buNone/>
            </a:pPr>
            <a:r>
              <a:rPr lang="en-IN" sz="900" b="1" u="sng" kern="1400" dirty="0">
                <a:solidFill>
                  <a:srgbClr val="0A0908"/>
                </a:solidFill>
                <a:effectLst/>
                <a:latin typeface="Calibri" panose="020F0502020204030204" pitchFamily="34" charset="0"/>
                <a:ea typeface="Times New Roman" panose="02020603050405020304" pitchFamily="18" charset="0"/>
                <a:cs typeface="Calibri" panose="020F0502020204030204" pitchFamily="34" charset="0"/>
              </a:rPr>
              <a:t>Cluster (Master </a:t>
            </a:r>
            <a:r>
              <a:rPr lang="en-IN" sz="900" b="1" u="sng" kern="1400" dirty="0">
                <a:solidFill>
                  <a:srgbClr val="0A0908"/>
                </a:solidFill>
                <a:latin typeface="Calibri" panose="020F0502020204030204" pitchFamily="34" charset="0"/>
                <a:cs typeface="Calibri" panose="020F0502020204030204" pitchFamily="34" charset="0"/>
              </a:rPr>
              <a:t>nodes) : </a:t>
            </a:r>
            <a:r>
              <a:rPr lang="en-IN" sz="900" b="1" dirty="0">
                <a:solidFill>
                  <a:schemeClr val="accent1"/>
                </a:solidFill>
                <a:latin typeface="Calibri" panose="020F0502020204030204" pitchFamily="34" charset="0"/>
              </a:rPr>
              <a:t>/</a:t>
            </a:r>
            <a:r>
              <a:rPr lang="en-IN" sz="900" b="1" dirty="0" err="1">
                <a:solidFill>
                  <a:schemeClr val="accent1"/>
                </a:solidFill>
                <a:latin typeface="Calibri" panose="020F0502020204030204" pitchFamily="34" charset="0"/>
              </a:rPr>
              <a:t>usr</a:t>
            </a:r>
            <a:r>
              <a:rPr lang="en-IN" sz="900" b="1" dirty="0">
                <a:solidFill>
                  <a:schemeClr val="accent1"/>
                </a:solidFill>
                <a:latin typeface="Calibri" panose="020F0502020204030204" pitchFamily="34" charset="0"/>
              </a:rPr>
              <a:t>/lib/python3.6/site-packages/</a:t>
            </a:r>
            <a:r>
              <a:rPr lang="en-IN" sz="900" b="1" dirty="0" err="1">
                <a:solidFill>
                  <a:schemeClr val="accent1"/>
                </a:solidFill>
                <a:latin typeface="Calibri" panose="020F0502020204030204" pitchFamily="34" charset="0"/>
              </a:rPr>
              <a:t>cbis_upgrade</a:t>
            </a:r>
            <a:r>
              <a:rPr lang="en-IN" sz="900" b="1" dirty="0">
                <a:solidFill>
                  <a:schemeClr val="accent1"/>
                </a:solidFill>
                <a:latin typeface="Calibri" panose="020F0502020204030204" pitchFamily="34" charset="0"/>
              </a:rPr>
              <a:t>/</a:t>
            </a:r>
            <a:r>
              <a:rPr lang="en-IN" sz="900" b="1" dirty="0" err="1">
                <a:solidFill>
                  <a:schemeClr val="accent1"/>
                </a:solidFill>
                <a:latin typeface="Calibri" panose="020F0502020204030204" pitchFamily="34" charset="0"/>
              </a:rPr>
              <a:t>ncs</a:t>
            </a:r>
            <a:r>
              <a:rPr lang="en-IN" sz="900" b="1" dirty="0">
                <a:solidFill>
                  <a:schemeClr val="accent1"/>
                </a:solidFill>
                <a:latin typeface="Calibri" panose="020F0502020204030204" pitchFamily="34" charset="0"/>
              </a:rPr>
              <a:t>/playbooks/</a:t>
            </a:r>
            <a:r>
              <a:rPr lang="en-IN" sz="900" b="1" dirty="0" err="1">
                <a:solidFill>
                  <a:schemeClr val="accent1"/>
                </a:solidFill>
                <a:latin typeface="Calibri" panose="020F0502020204030204" pitchFamily="34" charset="0"/>
              </a:rPr>
              <a:t>local_upgrade</a:t>
            </a:r>
            <a:r>
              <a:rPr lang="en-IN" sz="900" b="1" dirty="0">
                <a:solidFill>
                  <a:schemeClr val="accent1"/>
                </a:solidFill>
                <a:latin typeface="Calibri" panose="020F0502020204030204" pitchFamily="34" charset="0"/>
              </a:rPr>
              <a:t>/</a:t>
            </a:r>
            <a:r>
              <a:rPr lang="en-IN" sz="900" b="1" dirty="0" err="1">
                <a:solidFill>
                  <a:schemeClr val="accent1"/>
                </a:solidFill>
                <a:latin typeface="Calibri" panose="020F0502020204030204" pitchFamily="34" charset="0"/>
              </a:rPr>
              <a:t>upgrade_elk.yml</a:t>
            </a:r>
            <a:endParaRPr lang="en-IN" sz="900" b="1" dirty="0">
              <a:solidFill>
                <a:schemeClr val="accent1"/>
              </a:solidFill>
              <a:latin typeface="Calibri" panose="020F0502020204030204" pitchFamily="34" charset="0"/>
            </a:endParaRPr>
          </a:p>
          <a:p>
            <a:pPr marL="0" indent="0">
              <a:lnSpc>
                <a:spcPct val="107000"/>
              </a:lnSpc>
              <a:spcBef>
                <a:spcPts val="0"/>
              </a:spcBef>
              <a:buNone/>
            </a:pPr>
            <a:endParaRPr lang="en-IN" sz="900" b="1" dirty="0">
              <a:solidFill>
                <a:schemeClr val="accent1"/>
              </a:solidFill>
              <a:latin typeface="Calibri" panose="020F0502020204030204" pitchFamily="34" charset="0"/>
            </a:endParaRPr>
          </a:p>
          <a:p>
            <a:pPr marL="0" indent="0">
              <a:lnSpc>
                <a:spcPct val="107000"/>
              </a:lnSpc>
              <a:spcBef>
                <a:spcPts val="0"/>
              </a:spcBef>
              <a:buNone/>
            </a:pPr>
            <a:r>
              <a:rPr lang="en-IN" sz="900" kern="1400" dirty="0">
                <a:solidFill>
                  <a:srgbClr val="0A0908"/>
                </a:solidFill>
                <a:effectLst/>
                <a:latin typeface="Calibri" panose="020F0502020204030204" pitchFamily="34" charset="0"/>
                <a:ea typeface="Times New Roman" panose="02020603050405020304" pitchFamily="18" charset="0"/>
                <a:cs typeface="Calibri" panose="020F0502020204030204" pitchFamily="34" charset="0"/>
              </a:rPr>
              <a:t>Edit the conditions for the block task "Regenerate </a:t>
            </a:r>
            <a:r>
              <a:rPr lang="en-IN" sz="900" kern="1400" dirty="0" err="1">
                <a:solidFill>
                  <a:srgbClr val="0A0908"/>
                </a:solidFill>
                <a:effectLst/>
                <a:latin typeface="Calibri" panose="020F0502020204030204" pitchFamily="34" charset="0"/>
                <a:ea typeface="Times New Roman" panose="02020603050405020304" pitchFamily="18" charset="0"/>
                <a:cs typeface="Calibri" panose="020F0502020204030204" pitchFamily="34" charset="0"/>
              </a:rPr>
              <a:t>Metricbeat</a:t>
            </a:r>
            <a:r>
              <a:rPr lang="en-IN" sz="900" kern="1400" dirty="0">
                <a:solidFill>
                  <a:srgbClr val="0A0908"/>
                </a:solidFill>
                <a:effectLst/>
                <a:latin typeface="Calibri" panose="020F0502020204030204" pitchFamily="34" charset="0"/>
                <a:ea typeface="Times New Roman" panose="02020603050405020304" pitchFamily="18" charset="0"/>
                <a:cs typeface="Calibri" panose="020F0502020204030204" pitchFamily="34" charset="0"/>
              </a:rPr>
              <a:t> agent service file on Monitoring nodes":</a:t>
            </a:r>
          </a:p>
          <a:p>
            <a:pPr marL="0" indent="0">
              <a:lnSpc>
                <a:spcPct val="107000"/>
              </a:lnSpc>
              <a:spcBef>
                <a:spcPts val="0"/>
              </a:spcBef>
              <a:buNone/>
            </a:pPr>
            <a:endParaRPr lang="en-IN" sz="900" kern="1400" dirty="0">
              <a:solidFill>
                <a:srgbClr val="0A0908"/>
              </a:solidFill>
              <a:effectLst/>
              <a:latin typeface="Calibri" panose="020F0502020204030204" pitchFamily="34" charset="0"/>
              <a:ea typeface="Times New Roman" panose="02020603050405020304" pitchFamily="18" charset="0"/>
              <a:cs typeface="Calibri" panose="020F0502020204030204" pitchFamily="34" charset="0"/>
            </a:endParaRPr>
          </a:p>
          <a:p>
            <a:pPr marL="0" indent="0">
              <a:lnSpc>
                <a:spcPct val="107000"/>
              </a:lnSpc>
              <a:spcBef>
                <a:spcPts val="0"/>
              </a:spcBef>
              <a:buNone/>
            </a:pPr>
            <a:r>
              <a:rPr lang="en-IN" sz="900" kern="1400" dirty="0">
                <a:solidFill>
                  <a:srgbClr val="0A0908"/>
                </a:solidFill>
                <a:effectLst/>
                <a:latin typeface="Calibri" panose="020F0502020204030204" pitchFamily="34" charset="0"/>
                <a:ea typeface="Times New Roman" panose="02020603050405020304" pitchFamily="18" charset="0"/>
                <a:cs typeface="Calibri" panose="020F0502020204030204" pitchFamily="34" charset="0"/>
              </a:rPr>
              <a:t>when:</a:t>
            </a:r>
          </a:p>
          <a:p>
            <a:pPr marL="0" indent="0">
              <a:lnSpc>
                <a:spcPct val="107000"/>
              </a:lnSpc>
              <a:spcBef>
                <a:spcPts val="0"/>
              </a:spcBef>
              <a:buNone/>
            </a:pPr>
            <a:r>
              <a:rPr lang="en-IN" sz="900" kern="1400" dirty="0">
                <a:solidFill>
                  <a:srgbClr val="0A0908"/>
                </a:solidFill>
                <a:effectLst/>
                <a:latin typeface="Calibri" panose="020F0502020204030204" pitchFamily="34" charset="0"/>
                <a:ea typeface="Times New Roman" panose="02020603050405020304" pitchFamily="18" charset="0"/>
                <a:cs typeface="Calibri" panose="020F0502020204030204" pitchFamily="34" charset="0"/>
              </a:rPr>
              <a:t>  - not </a:t>
            </a:r>
            <a:r>
              <a:rPr lang="en-IN" sz="900" kern="1400" dirty="0" err="1">
                <a:solidFill>
                  <a:srgbClr val="0A0908"/>
                </a:solidFill>
                <a:effectLst/>
                <a:latin typeface="Calibri" panose="020F0502020204030204" pitchFamily="34" charset="0"/>
                <a:ea typeface="Times New Roman" panose="02020603050405020304" pitchFamily="18" charset="0"/>
                <a:cs typeface="Calibri" panose="020F0502020204030204" pitchFamily="34" charset="0"/>
              </a:rPr>
              <a:t>is_metricbeat_images_upgrade.stat.exists</a:t>
            </a:r>
            <a:endParaRPr lang="en-IN" sz="900" kern="1400" dirty="0">
              <a:solidFill>
                <a:srgbClr val="0A0908"/>
              </a:solidFill>
              <a:effectLst/>
              <a:latin typeface="Calibri" panose="020F0502020204030204" pitchFamily="34" charset="0"/>
              <a:ea typeface="Times New Roman" panose="02020603050405020304" pitchFamily="18" charset="0"/>
              <a:cs typeface="Calibri" panose="020F0502020204030204" pitchFamily="34" charset="0"/>
            </a:endParaRPr>
          </a:p>
          <a:p>
            <a:pPr marL="0" indent="0">
              <a:lnSpc>
                <a:spcPct val="107000"/>
              </a:lnSpc>
              <a:spcBef>
                <a:spcPts val="0"/>
              </a:spcBef>
              <a:buNone/>
            </a:pPr>
            <a:r>
              <a:rPr lang="en-IN" sz="900" kern="1400" dirty="0">
                <a:solidFill>
                  <a:srgbClr val="0A0908"/>
                </a:solidFill>
                <a:effectLst/>
                <a:latin typeface="Calibri" panose="020F0502020204030204" pitchFamily="34" charset="0"/>
                <a:ea typeface="Times New Roman" panose="02020603050405020304" pitchFamily="18" charset="0"/>
                <a:cs typeface="Calibri" panose="020F0502020204030204" pitchFamily="34" charset="0"/>
              </a:rPr>
              <a:t>  - </a:t>
            </a:r>
            <a:r>
              <a:rPr lang="en-IN" sz="900" kern="1400" dirty="0" err="1">
                <a:solidFill>
                  <a:srgbClr val="0A0908"/>
                </a:solidFill>
                <a:effectLst/>
                <a:latin typeface="Calibri" panose="020F0502020204030204" pitchFamily="34" charset="0"/>
                <a:ea typeface="Times New Roman" panose="02020603050405020304" pitchFamily="18" charset="0"/>
                <a:cs typeface="Calibri" panose="020F0502020204030204" pitchFamily="34" charset="0"/>
              </a:rPr>
              <a:t>deploy_ssc</a:t>
            </a:r>
            <a:r>
              <a:rPr lang="en-IN" sz="900" kern="1400" dirty="0">
                <a:solidFill>
                  <a:srgbClr val="0A0908"/>
                </a:solidFill>
                <a:effectLst/>
                <a:latin typeface="Calibri" panose="020F0502020204030204" pitchFamily="34" charset="0"/>
                <a:ea typeface="Times New Roman" panose="02020603050405020304" pitchFamily="18" charset="0"/>
                <a:cs typeface="Calibri" panose="020F0502020204030204" pitchFamily="34" charset="0"/>
              </a:rPr>
              <a:t> </a:t>
            </a:r>
          </a:p>
          <a:p>
            <a:pPr marL="0" indent="0">
              <a:lnSpc>
                <a:spcPct val="107000"/>
              </a:lnSpc>
              <a:spcBef>
                <a:spcPts val="0"/>
              </a:spcBef>
              <a:buNone/>
            </a:pPr>
            <a:r>
              <a:rPr lang="en-IN" sz="900" kern="1400" dirty="0">
                <a:solidFill>
                  <a:srgbClr val="0A0908"/>
                </a:solidFill>
                <a:effectLst/>
                <a:latin typeface="Calibri" panose="020F0502020204030204" pitchFamily="34" charset="0"/>
                <a:ea typeface="Times New Roman" panose="02020603050405020304" pitchFamily="18" charset="0"/>
                <a:cs typeface="Calibri" panose="020F0502020204030204" pitchFamily="34" charset="0"/>
              </a:rPr>
              <a:t>  </a:t>
            </a:r>
            <a:r>
              <a:rPr lang="en-IN" sz="900" kern="1400" dirty="0">
                <a:solidFill>
                  <a:srgbClr val="0A0908"/>
                </a:solidFill>
                <a:effectLst/>
                <a:highlight>
                  <a:srgbClr val="00FF00"/>
                </a:highlight>
                <a:latin typeface="Calibri" panose="020F0502020204030204" pitchFamily="34" charset="0"/>
                <a:ea typeface="Times New Roman" panose="02020603050405020304" pitchFamily="18" charset="0"/>
                <a:cs typeface="Calibri" panose="020F0502020204030204" pitchFamily="34" charset="0"/>
              </a:rPr>
              <a:t>- "'remote' not in </a:t>
            </a:r>
            <a:r>
              <a:rPr lang="en-IN" sz="900" kern="1400" dirty="0" err="1">
                <a:solidFill>
                  <a:srgbClr val="0A0908"/>
                </a:solidFill>
                <a:effectLst/>
                <a:highlight>
                  <a:srgbClr val="00FF00"/>
                </a:highlight>
                <a:latin typeface="Calibri" panose="020F0502020204030204" pitchFamily="34" charset="0"/>
                <a:ea typeface="Times New Roman" panose="02020603050405020304" pitchFamily="18" charset="0"/>
                <a:cs typeface="Calibri" panose="020F0502020204030204" pitchFamily="34" charset="0"/>
              </a:rPr>
              <a:t>ssc_deployment_type</a:t>
            </a:r>
            <a:r>
              <a:rPr lang="en-IN" sz="900" kern="1400" dirty="0">
                <a:solidFill>
                  <a:srgbClr val="0A0908"/>
                </a:solidFill>
                <a:effectLst/>
                <a:highlight>
                  <a:srgbClr val="00FF00"/>
                </a:highlight>
                <a:latin typeface="Calibri" panose="020F0502020204030204" pitchFamily="34" charset="0"/>
                <a:ea typeface="Times New Roman" panose="02020603050405020304" pitchFamily="18" charset="0"/>
                <a:cs typeface="Calibri" panose="020F0502020204030204" pitchFamily="34" charset="0"/>
              </a:rPr>
              <a:t>"</a:t>
            </a:r>
          </a:p>
          <a:p>
            <a:pPr marL="0" indent="0">
              <a:lnSpc>
                <a:spcPct val="107000"/>
              </a:lnSpc>
              <a:spcBef>
                <a:spcPts val="0"/>
              </a:spcBef>
              <a:buNone/>
            </a:pPr>
            <a:endParaRPr lang="en-IN" sz="900" kern="1400" dirty="0">
              <a:solidFill>
                <a:srgbClr val="0A0908"/>
              </a:solidFill>
              <a:effectLst/>
              <a:latin typeface="Calibri" panose="020F0502020204030204" pitchFamily="34" charset="0"/>
              <a:ea typeface="Times New Roman" panose="02020603050405020304" pitchFamily="18" charset="0"/>
              <a:cs typeface="Calibri" panose="020F0502020204030204" pitchFamily="34" charset="0"/>
            </a:endParaRPr>
          </a:p>
          <a:p>
            <a:pPr marL="0" indent="0">
              <a:lnSpc>
                <a:spcPct val="107000"/>
              </a:lnSpc>
              <a:spcBef>
                <a:spcPts val="0"/>
              </a:spcBef>
              <a:buNone/>
            </a:pPr>
            <a:r>
              <a:rPr lang="en-IN" sz="900" kern="1400" dirty="0">
                <a:solidFill>
                  <a:srgbClr val="0A0908"/>
                </a:solidFill>
                <a:latin typeface="Calibri" panose="020F0502020204030204" pitchFamily="34" charset="0"/>
                <a:ea typeface="Times New Roman" panose="02020603050405020304" pitchFamily="18" charset="0"/>
                <a:cs typeface="Calibri" panose="020F0502020204030204" pitchFamily="34" charset="0"/>
              </a:rPr>
              <a:t>Delete the </a:t>
            </a:r>
            <a:r>
              <a:rPr lang="en-IN" sz="900" kern="1400" dirty="0" err="1">
                <a:solidFill>
                  <a:srgbClr val="0A0908"/>
                </a:solidFill>
                <a:latin typeface="Calibri" panose="020F0502020204030204" pitchFamily="34" charset="0"/>
                <a:ea typeface="Times New Roman" panose="02020603050405020304" pitchFamily="18" charset="0"/>
                <a:cs typeface="Calibri" panose="020F0502020204030204" pitchFamily="34" charset="0"/>
              </a:rPr>
              <a:t>metricbeat</a:t>
            </a:r>
            <a:r>
              <a:rPr lang="en-IN" sz="900" kern="1400" dirty="0">
                <a:solidFill>
                  <a:srgbClr val="0A0908"/>
                </a:solidFill>
                <a:latin typeface="Calibri" panose="020F0502020204030204" pitchFamily="34" charset="0"/>
                <a:ea typeface="Times New Roman" panose="02020603050405020304" pitchFamily="18" charset="0"/>
                <a:cs typeface="Calibri" panose="020F0502020204030204" pitchFamily="34" charset="0"/>
              </a:rPr>
              <a:t> service from all manager nodes (central) and from all the nodes (cluster), then resume the upgrade</a:t>
            </a:r>
            <a:endParaRPr lang="en-IN" sz="900" kern="1400" dirty="0">
              <a:solidFill>
                <a:srgbClr val="0A0908"/>
              </a:solidFill>
              <a:effectLst/>
              <a:latin typeface="Calibri" panose="020F0502020204030204" pitchFamily="34" charset="0"/>
              <a:ea typeface="Times New Roman" panose="02020603050405020304" pitchFamily="18" charset="0"/>
              <a:cs typeface="Calibri" panose="020F0502020204030204" pitchFamily="34" charset="0"/>
            </a:endParaRPr>
          </a:p>
          <a:p>
            <a:pPr marL="0" indent="0">
              <a:lnSpc>
                <a:spcPct val="107000"/>
              </a:lnSpc>
              <a:spcBef>
                <a:spcPts val="0"/>
              </a:spcBef>
              <a:buNone/>
            </a:pPr>
            <a:endParaRPr lang="en-IN" sz="900" b="1" kern="1400" dirty="0">
              <a:solidFill>
                <a:srgbClr val="0A0908"/>
              </a:solidFill>
              <a:effectLst/>
              <a:latin typeface="Calibri" panose="020F0502020204030204" pitchFamily="34" charset="0"/>
              <a:ea typeface="Times New Roman" panose="02020603050405020304" pitchFamily="18" charset="0"/>
              <a:cs typeface="Calibri" panose="020F0502020204030204" pitchFamily="34" charset="0"/>
            </a:endParaRPr>
          </a:p>
          <a:p>
            <a:pPr marL="0" indent="0">
              <a:lnSpc>
                <a:spcPct val="107000"/>
              </a:lnSpc>
              <a:spcBef>
                <a:spcPts val="0"/>
              </a:spcBef>
              <a:buNone/>
            </a:pPr>
            <a:r>
              <a:rPr lang="en-IN" sz="900" b="1" kern="1400" dirty="0">
                <a:solidFill>
                  <a:srgbClr val="0A0908"/>
                </a:solidFill>
                <a:effectLst/>
                <a:latin typeface="Calibri" panose="020F0502020204030204" pitchFamily="34" charset="0"/>
                <a:ea typeface="Times New Roman" panose="02020603050405020304" pitchFamily="18" charset="0"/>
                <a:cs typeface="Calibri" panose="020F0502020204030204" pitchFamily="34" charset="0"/>
              </a:rPr>
              <a:t>rm /etc/</a:t>
            </a:r>
            <a:r>
              <a:rPr lang="en-IN" sz="900" b="1" kern="1400" dirty="0" err="1">
                <a:solidFill>
                  <a:srgbClr val="0A0908"/>
                </a:solidFill>
                <a:effectLst/>
                <a:latin typeface="Calibri" panose="020F0502020204030204" pitchFamily="34" charset="0"/>
                <a:ea typeface="Times New Roman" panose="02020603050405020304" pitchFamily="18" charset="0"/>
                <a:cs typeface="Calibri" panose="020F0502020204030204" pitchFamily="34" charset="0"/>
              </a:rPr>
              <a:t>systemd</a:t>
            </a:r>
            <a:r>
              <a:rPr lang="en-IN" sz="900" b="1" kern="1400" dirty="0">
                <a:solidFill>
                  <a:srgbClr val="0A0908"/>
                </a:solidFill>
                <a:effectLst/>
                <a:latin typeface="Calibri" panose="020F0502020204030204" pitchFamily="34" charset="0"/>
                <a:ea typeface="Times New Roman" panose="02020603050405020304" pitchFamily="18" charset="0"/>
                <a:cs typeface="Calibri" panose="020F0502020204030204" pitchFamily="34" charset="0"/>
              </a:rPr>
              <a:t>/system/container-</a:t>
            </a:r>
            <a:r>
              <a:rPr lang="en-IN" sz="900" b="1" kern="1400" dirty="0" err="1">
                <a:solidFill>
                  <a:srgbClr val="0A0908"/>
                </a:solidFill>
                <a:effectLst/>
                <a:latin typeface="Calibri" panose="020F0502020204030204" pitchFamily="34" charset="0"/>
                <a:ea typeface="Times New Roman" panose="02020603050405020304" pitchFamily="18" charset="0"/>
                <a:cs typeface="Calibri" panose="020F0502020204030204" pitchFamily="34" charset="0"/>
              </a:rPr>
              <a:t>gs_ssc_metricbeat.service</a:t>
            </a:r>
            <a:endParaRPr lang="en-IN" sz="900" b="1" kern="1400" dirty="0">
              <a:solidFill>
                <a:srgbClr val="0A0908"/>
              </a:solidFill>
              <a:effectLst/>
              <a:latin typeface="Calibri" panose="020F0502020204030204" pitchFamily="34" charset="0"/>
              <a:ea typeface="Times New Roman" panose="02020603050405020304" pitchFamily="18" charset="0"/>
              <a:cs typeface="Calibri" panose="020F0502020204030204" pitchFamily="34" charset="0"/>
            </a:endParaRPr>
          </a:p>
          <a:p>
            <a:pPr marL="0" indent="0">
              <a:lnSpc>
                <a:spcPct val="107000"/>
              </a:lnSpc>
              <a:spcBef>
                <a:spcPts val="0"/>
              </a:spcBef>
              <a:buNone/>
            </a:pPr>
            <a:r>
              <a:rPr lang="en-IN" sz="900" b="1" kern="1400" dirty="0" err="1">
                <a:solidFill>
                  <a:srgbClr val="0A0908"/>
                </a:solidFill>
                <a:effectLst/>
                <a:latin typeface="Calibri" panose="020F0502020204030204" pitchFamily="34" charset="0"/>
                <a:ea typeface="Times New Roman" panose="02020603050405020304" pitchFamily="18" charset="0"/>
                <a:cs typeface="Calibri" panose="020F0502020204030204" pitchFamily="34" charset="0"/>
              </a:rPr>
              <a:t>systemctl</a:t>
            </a:r>
            <a:r>
              <a:rPr lang="en-IN" sz="900" b="1" kern="1400" dirty="0">
                <a:solidFill>
                  <a:srgbClr val="0A0908"/>
                </a:solidFill>
                <a:effectLst/>
                <a:latin typeface="Calibri" panose="020F0502020204030204" pitchFamily="34" charset="0"/>
                <a:ea typeface="Times New Roman" panose="02020603050405020304" pitchFamily="18" charset="0"/>
                <a:cs typeface="Calibri" panose="020F0502020204030204" pitchFamily="34" charset="0"/>
              </a:rPr>
              <a:t> daemon-reload; </a:t>
            </a:r>
            <a:r>
              <a:rPr lang="en-IN" sz="900" b="1" kern="1400" dirty="0" err="1">
                <a:solidFill>
                  <a:srgbClr val="0A0908"/>
                </a:solidFill>
                <a:effectLst/>
                <a:latin typeface="Calibri" panose="020F0502020204030204" pitchFamily="34" charset="0"/>
                <a:ea typeface="Times New Roman" panose="02020603050405020304" pitchFamily="18" charset="0"/>
                <a:cs typeface="Calibri" panose="020F0502020204030204" pitchFamily="34" charset="0"/>
              </a:rPr>
              <a:t>systemctl</a:t>
            </a:r>
            <a:r>
              <a:rPr lang="en-IN" sz="900" b="1" kern="1400" dirty="0">
                <a:solidFill>
                  <a:srgbClr val="0A0908"/>
                </a:solidFill>
                <a:effectLst/>
                <a:latin typeface="Calibri" panose="020F0502020204030204" pitchFamily="34" charset="0"/>
                <a:ea typeface="Times New Roman" panose="02020603050405020304" pitchFamily="18" charset="0"/>
                <a:cs typeface="Calibri" panose="020F0502020204030204" pitchFamily="34" charset="0"/>
              </a:rPr>
              <a:t> reset-failed</a:t>
            </a:r>
          </a:p>
          <a:p>
            <a:pPr marL="0" indent="0">
              <a:lnSpc>
                <a:spcPct val="107000"/>
              </a:lnSpc>
              <a:spcBef>
                <a:spcPts val="0"/>
              </a:spcBef>
              <a:buNone/>
            </a:pPr>
            <a:endParaRPr lang="en-IN" sz="900" b="1" u="sng" kern="1400" dirty="0">
              <a:solidFill>
                <a:srgbClr val="0A0908"/>
              </a:solidFill>
              <a:effectLst/>
              <a:latin typeface="Calibri" panose="020F0502020204030204" pitchFamily="34" charset="0"/>
              <a:ea typeface="Times New Roman" panose="02020603050405020304" pitchFamily="18" charset="0"/>
              <a:cs typeface="Calibri" panose="020F0502020204030204" pitchFamily="34" charset="0"/>
            </a:endParaRPr>
          </a:p>
          <a:p>
            <a:pPr marL="0" indent="0">
              <a:lnSpc>
                <a:spcPct val="107000"/>
              </a:lnSpc>
              <a:spcBef>
                <a:spcPts val="0"/>
              </a:spcBef>
              <a:buNone/>
            </a:pPr>
            <a:endParaRPr lang="en-IN" sz="900" kern="1400" dirty="0">
              <a:solidFill>
                <a:srgbClr val="0A090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5884504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1FBE7C-FB10-3168-95FA-854896EA7050}"/>
            </a:ext>
          </a:extLst>
        </p:cNvPr>
        <p:cNvGrpSpPr/>
        <p:nvPr/>
      </p:nvGrpSpPr>
      <p:grpSpPr>
        <a:xfrm>
          <a:off x="0" y="0"/>
          <a:ext cx="0" cy="0"/>
          <a:chOff x="0" y="0"/>
          <a:chExt cx="0" cy="0"/>
        </a:xfrm>
      </p:grpSpPr>
      <p:sp>
        <p:nvSpPr>
          <p:cNvPr id="10" name="Text Placeholder 9">
            <a:extLst>
              <a:ext uri="{FF2B5EF4-FFF2-40B4-BE49-F238E27FC236}">
                <a16:creationId xmlns:a16="http://schemas.microsoft.com/office/drawing/2014/main" id="{5319ECB4-5A1A-7575-BC89-6C541E9C90A1}"/>
              </a:ext>
            </a:extLst>
          </p:cNvPr>
          <p:cNvSpPr>
            <a:spLocks noGrp="1"/>
          </p:cNvSpPr>
          <p:nvPr>
            <p:ph type="body" sz="quarter" idx="12"/>
          </p:nvPr>
        </p:nvSpPr>
        <p:spPr>
          <a:xfrm>
            <a:off x="330518" y="162545"/>
            <a:ext cx="8312742" cy="423864"/>
          </a:xfrm>
        </p:spPr>
        <p:txBody>
          <a:bodyPr/>
          <a:lstStyle/>
          <a:p>
            <a:r>
              <a:rPr lang="en-GB" b="1" dirty="0">
                <a:solidFill>
                  <a:schemeClr val="tx2">
                    <a:lumMod val="75000"/>
                    <a:lumOff val="25000"/>
                  </a:schemeClr>
                </a:solidFill>
                <a:latin typeface="+mj-lt"/>
              </a:rPr>
              <a:t>Issue-7: NCS23.10 Storage Node Upgrade failure</a:t>
            </a:r>
            <a:endParaRPr lang="en-US" b="1" dirty="0">
              <a:solidFill>
                <a:schemeClr val="tx2">
                  <a:lumMod val="75000"/>
                  <a:lumOff val="25000"/>
                </a:schemeClr>
              </a:solidFill>
              <a:latin typeface="+mj-lt"/>
            </a:endParaRPr>
          </a:p>
        </p:txBody>
      </p:sp>
      <p:sp>
        <p:nvSpPr>
          <p:cNvPr id="4" name="Footer Placeholder 3">
            <a:extLst>
              <a:ext uri="{FF2B5EF4-FFF2-40B4-BE49-F238E27FC236}">
                <a16:creationId xmlns:a16="http://schemas.microsoft.com/office/drawing/2014/main" id="{A9EBD1BD-D7E0-6D84-EED5-B8D18FB66569}"/>
              </a:ext>
            </a:extLst>
          </p:cNvPr>
          <p:cNvSpPr>
            <a:spLocks noGrp="1"/>
          </p:cNvSpPr>
          <p:nvPr>
            <p:ph type="ftr" sz="quarter" idx="3"/>
          </p:nvPr>
        </p:nvSpPr>
        <p:spPr/>
        <p:txBody>
          <a:bodyPr/>
          <a:lstStyle/>
          <a:p>
            <a:r>
              <a:rPr lang="en-US" dirty="0"/>
              <a:t>Nokia Internal</a:t>
            </a:r>
          </a:p>
        </p:txBody>
      </p:sp>
      <p:sp>
        <p:nvSpPr>
          <p:cNvPr id="2" name="Text Placeholder 7">
            <a:extLst>
              <a:ext uri="{FF2B5EF4-FFF2-40B4-BE49-F238E27FC236}">
                <a16:creationId xmlns:a16="http://schemas.microsoft.com/office/drawing/2014/main" id="{7F9C12CC-D493-8574-C2D6-B01BAEB917B5}"/>
              </a:ext>
            </a:extLst>
          </p:cNvPr>
          <p:cNvSpPr txBox="1">
            <a:spLocks/>
          </p:cNvSpPr>
          <p:nvPr/>
        </p:nvSpPr>
        <p:spPr>
          <a:xfrm>
            <a:off x="254746" y="494981"/>
            <a:ext cx="8634507" cy="4280772"/>
          </a:xfrm>
          <a:prstGeom prst="rect">
            <a:avLst/>
          </a:prstGeom>
        </p:spPr>
        <p:txBody>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en-US" sz="1400" b="1" dirty="0">
                <a:solidFill>
                  <a:srgbClr val="0A0908"/>
                </a:solidFill>
                <a:latin typeface="Calibri" panose="020F0502020204030204" pitchFamily="34" charset="0"/>
                <a:cs typeface="Calibri" panose="020F0502020204030204" pitchFamily="34" charset="0"/>
              </a:rPr>
              <a:t>Error:-</a:t>
            </a:r>
          </a:p>
          <a:p>
            <a:pPr marL="342900" lvl="1" indent="0">
              <a:buNone/>
            </a:pPr>
            <a:r>
              <a:rPr lang="en-US" sz="900" dirty="0">
                <a:solidFill>
                  <a:srgbClr val="0A0908"/>
                </a:solidFill>
                <a:latin typeface="Calibri" panose="020F0502020204030204" pitchFamily="34" charset="0"/>
                <a:cs typeface="Calibri" panose="020F0502020204030204" pitchFamily="34" charset="0"/>
              </a:rPr>
              <a:t>2025-02-27 17:56:50,452 [</a:t>
            </a:r>
            <a:r>
              <a:rPr lang="en-US" sz="900" dirty="0" err="1">
                <a:solidFill>
                  <a:srgbClr val="0A0908"/>
                </a:solidFill>
                <a:latin typeface="Calibri" panose="020F0502020204030204" pitchFamily="34" charset="0"/>
                <a:cs typeface="Calibri" panose="020F0502020204030204" pitchFamily="34" charset="0"/>
              </a:rPr>
              <a:t>cbis_upgrade_steps</a:t>
            </a:r>
            <a:r>
              <a:rPr lang="en-US" sz="900" dirty="0">
                <a:solidFill>
                  <a:srgbClr val="0A0908"/>
                </a:solidFill>
                <a:latin typeface="Calibri" panose="020F0502020204030204" pitchFamily="34" charset="0"/>
                <a:cs typeface="Calibri" panose="020F0502020204030204" pitchFamily="34" charset="0"/>
              </a:rPr>
              <a:t>  ] [ERROR   ]     TASK [Install package </a:t>
            </a:r>
            <a:r>
              <a:rPr lang="en-US" sz="900" dirty="0" err="1">
                <a:solidFill>
                  <a:srgbClr val="0A0908"/>
                </a:solidFill>
                <a:latin typeface="Calibri" panose="020F0502020204030204" pitchFamily="34" charset="0"/>
                <a:cs typeface="Calibri" panose="020F0502020204030204" pitchFamily="34" charset="0"/>
              </a:rPr>
              <a:t>leapp</a:t>
            </a:r>
            <a:r>
              <a:rPr lang="en-US" sz="900" dirty="0">
                <a:solidFill>
                  <a:srgbClr val="0A0908"/>
                </a:solidFill>
                <a:latin typeface="Calibri" panose="020F0502020204030204" pitchFamily="34" charset="0"/>
                <a:cs typeface="Calibri" panose="020F0502020204030204" pitchFamily="34" charset="0"/>
              </a:rPr>
              <a:t>-upgrade] *******************************************</a:t>
            </a:r>
          </a:p>
          <a:p>
            <a:pPr marL="342900" lvl="1" indent="0">
              <a:buNone/>
            </a:pPr>
            <a:r>
              <a:rPr lang="en-US" sz="900" dirty="0">
                <a:solidFill>
                  <a:srgbClr val="FF0000"/>
                </a:solidFill>
                <a:latin typeface="Calibri" panose="020F0502020204030204" pitchFamily="34" charset="0"/>
                <a:cs typeface="Calibri" panose="020F0502020204030204" pitchFamily="34" charset="0"/>
              </a:rPr>
              <a:t>2025-02-27 17:56:50,452 [</a:t>
            </a:r>
            <a:r>
              <a:rPr lang="en-US" sz="900" dirty="0" err="1">
                <a:solidFill>
                  <a:srgbClr val="FF0000"/>
                </a:solidFill>
                <a:latin typeface="Calibri" panose="020F0502020204030204" pitchFamily="34" charset="0"/>
                <a:cs typeface="Calibri" panose="020F0502020204030204" pitchFamily="34" charset="0"/>
              </a:rPr>
              <a:t>cbis_upgrade_steps</a:t>
            </a:r>
            <a:r>
              <a:rPr lang="en-US" sz="900" dirty="0">
                <a:solidFill>
                  <a:srgbClr val="FF0000"/>
                </a:solidFill>
                <a:latin typeface="Calibri" panose="020F0502020204030204" pitchFamily="34" charset="0"/>
                <a:cs typeface="Calibri" panose="020F0502020204030204" pitchFamily="34" charset="0"/>
              </a:rPr>
              <a:t>  ] [ERROR   ]     fatal: [ncseppdl01-ncs-storagebm-1]: FAILED! =&gt; {\"changed\": false, \"msg\": \"Failure talking to yum: failure: </a:t>
            </a:r>
            <a:r>
              <a:rPr lang="en-US" sz="900" dirty="0" err="1">
                <a:solidFill>
                  <a:srgbClr val="FF0000"/>
                </a:solidFill>
                <a:latin typeface="Calibri" panose="020F0502020204030204" pitchFamily="34" charset="0"/>
                <a:cs typeface="Calibri" panose="020F0502020204030204" pitchFamily="34" charset="0"/>
              </a:rPr>
              <a:t>repodata</a:t>
            </a:r>
            <a:r>
              <a:rPr lang="en-US" sz="900" dirty="0">
                <a:solidFill>
                  <a:srgbClr val="FF0000"/>
                </a:solidFill>
                <a:latin typeface="Calibri" panose="020F0502020204030204" pitchFamily="34" charset="0"/>
                <a:cs typeface="Calibri" panose="020F0502020204030204" pitchFamily="34" charset="0"/>
              </a:rPr>
              <a:t>/repomd.xml from pre-upgrade: [</a:t>
            </a:r>
            <a:r>
              <a:rPr lang="en-US" sz="900" dirty="0" err="1">
                <a:solidFill>
                  <a:srgbClr val="FF0000"/>
                </a:solidFill>
                <a:latin typeface="Calibri" panose="020F0502020204030204" pitchFamily="34" charset="0"/>
                <a:cs typeface="Calibri" panose="020F0502020204030204" pitchFamily="34" charset="0"/>
              </a:rPr>
              <a:t>Errno</a:t>
            </a:r>
            <a:r>
              <a:rPr lang="en-US" sz="900" dirty="0">
                <a:solidFill>
                  <a:srgbClr val="FF0000"/>
                </a:solidFill>
                <a:latin typeface="Calibri" panose="020F0502020204030204" pitchFamily="34" charset="0"/>
                <a:cs typeface="Calibri" panose="020F0502020204030204" pitchFamily="34" charset="0"/>
              </a:rPr>
              <a:t> 256] No more mirrors to try.\</a:t>
            </a:r>
          </a:p>
          <a:p>
            <a:pPr marL="342900" lvl="1" indent="0">
              <a:buNone/>
            </a:pPr>
            <a:r>
              <a:rPr lang="en-US" sz="900" dirty="0">
                <a:solidFill>
                  <a:srgbClr val="FF0000"/>
                </a:solidFill>
                <a:latin typeface="Calibri" panose="020F0502020204030204" pitchFamily="34" charset="0"/>
                <a:cs typeface="Calibri" panose="020F0502020204030204" pitchFamily="34" charset="0"/>
              </a:rPr>
              <a:t>http://172.31.0.1:1702/pre_upgrade_repo/repodata/repomd.xml: [</a:t>
            </a:r>
            <a:r>
              <a:rPr lang="en-US" sz="900" dirty="0" err="1">
                <a:solidFill>
                  <a:srgbClr val="FF0000"/>
                </a:solidFill>
                <a:latin typeface="Calibri" panose="020F0502020204030204" pitchFamily="34" charset="0"/>
                <a:cs typeface="Calibri" panose="020F0502020204030204" pitchFamily="34" charset="0"/>
              </a:rPr>
              <a:t>Errno</a:t>
            </a:r>
            <a:r>
              <a:rPr lang="en-US" sz="900" dirty="0">
                <a:solidFill>
                  <a:srgbClr val="FF0000"/>
                </a:solidFill>
                <a:latin typeface="Calibri" panose="020F0502020204030204" pitchFamily="34" charset="0"/>
                <a:cs typeface="Calibri" panose="020F0502020204030204" pitchFamily="34" charset="0"/>
              </a:rPr>
              <a:t> 12] Timeout on http://172.31.0.1:1702/pre_upgrade_repo/repodata/repomd.xml: (28, 'Connection timed out after 60001 milliseconds')\</a:t>
            </a:r>
          </a:p>
          <a:p>
            <a:pPr marL="0" indent="0">
              <a:buNone/>
            </a:pPr>
            <a:r>
              <a:rPr lang="en-US" sz="1400" b="1" dirty="0">
                <a:solidFill>
                  <a:srgbClr val="0A0908"/>
                </a:solidFill>
                <a:latin typeface="Calibri" panose="020F0502020204030204" pitchFamily="34" charset="0"/>
                <a:cs typeface="Calibri" panose="020F0502020204030204" pitchFamily="34" charset="0"/>
              </a:rPr>
              <a:t>Solution:</a:t>
            </a:r>
          </a:p>
          <a:p>
            <a:pPr marL="0" indent="0">
              <a:lnSpc>
                <a:spcPct val="107000"/>
              </a:lnSpc>
              <a:spcBef>
                <a:spcPts val="0"/>
              </a:spcBef>
              <a:buNone/>
            </a:pPr>
            <a:r>
              <a:rPr lang="en-IN" sz="900" kern="1400" dirty="0">
                <a:solidFill>
                  <a:srgbClr val="0A0908"/>
                </a:solidFill>
                <a:latin typeface="Calibri" panose="020F0502020204030204" pitchFamily="34" charset="0"/>
                <a:ea typeface="Times New Roman" panose="02020603050405020304" pitchFamily="18" charset="0"/>
                <a:cs typeface="Calibri" panose="020F0502020204030204" pitchFamily="34" charset="0"/>
              </a:rPr>
              <a:t>The storage nodes were not able to connect to the master nodes with port 1702, reason being the storage node provisioning IPs were not exist in </a:t>
            </a:r>
            <a:r>
              <a:rPr lang="en-IN" sz="900" kern="1400" dirty="0" err="1">
                <a:solidFill>
                  <a:srgbClr val="0A0908"/>
                </a:solidFill>
                <a:latin typeface="Calibri" panose="020F0502020204030204" pitchFamily="34" charset="0"/>
                <a:ea typeface="Times New Roman" panose="02020603050405020304" pitchFamily="18" charset="0"/>
                <a:cs typeface="Calibri" panose="020F0502020204030204" pitchFamily="34" charset="0"/>
              </a:rPr>
              <a:t>bcmtwhitelist</a:t>
            </a:r>
            <a:r>
              <a:rPr lang="en-IN" sz="900" kern="1400" dirty="0">
                <a:solidFill>
                  <a:srgbClr val="0A0908"/>
                </a:solidFill>
                <a:latin typeface="Calibri" panose="020F0502020204030204" pitchFamily="34" charset="0"/>
                <a:ea typeface="Times New Roman" panose="02020603050405020304" pitchFamily="18" charset="0"/>
                <a:cs typeface="Calibri" panose="020F0502020204030204" pitchFamily="34" charset="0"/>
              </a:rPr>
              <a:t>.</a:t>
            </a:r>
          </a:p>
          <a:p>
            <a:pPr marL="0" indent="0">
              <a:lnSpc>
                <a:spcPct val="107000"/>
              </a:lnSpc>
              <a:spcBef>
                <a:spcPts val="0"/>
              </a:spcBef>
              <a:buNone/>
            </a:pPr>
            <a:r>
              <a:rPr lang="en-IN" sz="900" b="1" kern="1400" dirty="0">
                <a:solidFill>
                  <a:srgbClr val="0A0908"/>
                </a:solidFill>
                <a:latin typeface="Calibri" panose="020F0502020204030204" pitchFamily="34" charset="0"/>
                <a:ea typeface="Times New Roman" panose="02020603050405020304" pitchFamily="18" charset="0"/>
                <a:cs typeface="Calibri" panose="020F0502020204030204" pitchFamily="34" charset="0"/>
              </a:rPr>
              <a:t>Example: 172.31.0.9 is provisioning IP of storagebm-0</a:t>
            </a:r>
          </a:p>
          <a:p>
            <a:pPr marL="0" indent="0">
              <a:lnSpc>
                <a:spcPct val="107000"/>
              </a:lnSpc>
              <a:spcBef>
                <a:spcPts val="0"/>
              </a:spcBef>
              <a:buNone/>
            </a:pPr>
            <a:endParaRPr lang="en-IN" sz="900" kern="1400" dirty="0">
              <a:solidFill>
                <a:srgbClr val="0A0908"/>
              </a:solidFill>
              <a:latin typeface="Calibri" panose="020F0502020204030204" pitchFamily="34" charset="0"/>
              <a:ea typeface="Times New Roman" panose="02020603050405020304" pitchFamily="18" charset="0"/>
              <a:cs typeface="Calibri" panose="020F0502020204030204" pitchFamily="34" charset="0"/>
            </a:endParaRPr>
          </a:p>
          <a:p>
            <a:pPr marL="342900" lvl="1" indent="0">
              <a:lnSpc>
                <a:spcPct val="107000"/>
              </a:lnSpc>
              <a:spcBef>
                <a:spcPts val="0"/>
              </a:spcBef>
              <a:buNone/>
            </a:pPr>
            <a:r>
              <a:rPr lang="en-IN" sz="900" kern="1400" dirty="0">
                <a:solidFill>
                  <a:srgbClr val="0A0908"/>
                </a:solidFill>
                <a:latin typeface="Calibri" panose="020F0502020204030204" pitchFamily="34" charset="0"/>
                <a:ea typeface="Times New Roman" panose="02020603050405020304" pitchFamily="18" charset="0"/>
                <a:cs typeface="Calibri" panose="020F0502020204030204" pitchFamily="34" charset="0"/>
              </a:rPr>
              <a:t>[root@ncseppdl01-ncs-masterbm-0 </a:t>
            </a:r>
            <a:r>
              <a:rPr lang="en-IN" sz="900" kern="1400" dirty="0" err="1">
                <a:solidFill>
                  <a:srgbClr val="0A0908"/>
                </a:solidFill>
                <a:latin typeface="Calibri" panose="020F0502020204030204" pitchFamily="34" charset="0"/>
                <a:ea typeface="Times New Roman" panose="02020603050405020304" pitchFamily="18" charset="0"/>
                <a:cs typeface="Calibri" panose="020F0502020204030204" pitchFamily="34" charset="0"/>
              </a:rPr>
              <a:t>sysconfig</a:t>
            </a:r>
            <a:r>
              <a:rPr lang="en-IN" sz="900" kern="1400" dirty="0">
                <a:solidFill>
                  <a:srgbClr val="0A0908"/>
                </a:solidFill>
                <a:latin typeface="Calibri" panose="020F0502020204030204" pitchFamily="34" charset="0"/>
                <a:ea typeface="Times New Roman" panose="02020603050405020304" pitchFamily="18" charset="0"/>
                <a:cs typeface="Calibri" panose="020F0502020204030204" pitchFamily="34" charset="0"/>
              </a:rPr>
              <a:t> (Active)]# </a:t>
            </a:r>
            <a:r>
              <a:rPr lang="en-IN" sz="900" b="1" dirty="0" err="1">
                <a:solidFill>
                  <a:schemeClr val="accent1"/>
                </a:solidFill>
                <a:latin typeface="Calibri" panose="020F0502020204030204" pitchFamily="34" charset="0"/>
              </a:rPr>
              <a:t>ipset</a:t>
            </a:r>
            <a:r>
              <a:rPr lang="en-IN" sz="900" b="1" dirty="0">
                <a:solidFill>
                  <a:schemeClr val="accent1"/>
                </a:solidFill>
                <a:latin typeface="Calibri" panose="020F0502020204030204" pitchFamily="34" charset="0"/>
              </a:rPr>
              <a:t>  -L |grep 172.31.0.9</a:t>
            </a:r>
          </a:p>
          <a:p>
            <a:pPr marL="342900" lvl="1" indent="0">
              <a:lnSpc>
                <a:spcPct val="107000"/>
              </a:lnSpc>
              <a:spcBef>
                <a:spcPts val="0"/>
              </a:spcBef>
              <a:buNone/>
            </a:pPr>
            <a:r>
              <a:rPr lang="en-IN" sz="900" kern="1400" dirty="0">
                <a:solidFill>
                  <a:srgbClr val="0A0908"/>
                </a:solidFill>
                <a:latin typeface="Calibri" panose="020F0502020204030204" pitchFamily="34" charset="0"/>
                <a:ea typeface="Times New Roman" panose="02020603050405020304" pitchFamily="18" charset="0"/>
                <a:cs typeface="Calibri" panose="020F0502020204030204" pitchFamily="34" charset="0"/>
              </a:rPr>
              <a:t>[root@ncseppdl01-ncs-masterbm-0 </a:t>
            </a:r>
            <a:r>
              <a:rPr lang="en-IN" sz="900" kern="1400" dirty="0" err="1">
                <a:solidFill>
                  <a:srgbClr val="0A0908"/>
                </a:solidFill>
                <a:latin typeface="Calibri" panose="020F0502020204030204" pitchFamily="34" charset="0"/>
                <a:ea typeface="Times New Roman" panose="02020603050405020304" pitchFamily="18" charset="0"/>
                <a:cs typeface="Calibri" panose="020F0502020204030204" pitchFamily="34" charset="0"/>
              </a:rPr>
              <a:t>sysconfig</a:t>
            </a:r>
            <a:r>
              <a:rPr lang="en-IN" sz="900" kern="1400" dirty="0">
                <a:solidFill>
                  <a:srgbClr val="0A0908"/>
                </a:solidFill>
                <a:latin typeface="Calibri" panose="020F0502020204030204" pitchFamily="34" charset="0"/>
                <a:ea typeface="Times New Roman" panose="02020603050405020304" pitchFamily="18" charset="0"/>
                <a:cs typeface="Calibri" panose="020F0502020204030204" pitchFamily="34" charset="0"/>
              </a:rPr>
              <a:t> (Active)]# </a:t>
            </a:r>
            <a:r>
              <a:rPr lang="en-IN" sz="900" b="1" dirty="0">
                <a:solidFill>
                  <a:schemeClr val="accent1"/>
                </a:solidFill>
                <a:latin typeface="Calibri" panose="020F0502020204030204" pitchFamily="34" charset="0"/>
              </a:rPr>
              <a:t>cat /etc/</a:t>
            </a:r>
            <a:r>
              <a:rPr lang="en-IN" sz="900" b="1" dirty="0" err="1">
                <a:solidFill>
                  <a:schemeClr val="accent1"/>
                </a:solidFill>
                <a:latin typeface="Calibri" panose="020F0502020204030204" pitchFamily="34" charset="0"/>
              </a:rPr>
              <a:t>sysconfig</a:t>
            </a:r>
            <a:r>
              <a:rPr lang="en-IN" sz="900" b="1" dirty="0">
                <a:solidFill>
                  <a:schemeClr val="accent1"/>
                </a:solidFill>
                <a:latin typeface="Calibri" panose="020F0502020204030204" pitchFamily="34" charset="0"/>
              </a:rPr>
              <a:t>/</a:t>
            </a:r>
            <a:r>
              <a:rPr lang="en-IN" sz="900" b="1" dirty="0" err="1">
                <a:solidFill>
                  <a:schemeClr val="accent1"/>
                </a:solidFill>
                <a:latin typeface="Calibri" panose="020F0502020204030204" pitchFamily="34" charset="0"/>
              </a:rPr>
              <a:t>ipset</a:t>
            </a:r>
            <a:r>
              <a:rPr lang="en-IN" sz="900" b="1" dirty="0">
                <a:solidFill>
                  <a:schemeClr val="accent1"/>
                </a:solidFill>
                <a:latin typeface="Calibri" panose="020F0502020204030204" pitchFamily="34" charset="0"/>
              </a:rPr>
              <a:t> | grep 172.31.0.9</a:t>
            </a:r>
          </a:p>
          <a:p>
            <a:pPr marL="342900" lvl="1" indent="0">
              <a:lnSpc>
                <a:spcPct val="107000"/>
              </a:lnSpc>
              <a:spcBef>
                <a:spcPts val="0"/>
              </a:spcBef>
              <a:buNone/>
            </a:pPr>
            <a:r>
              <a:rPr lang="en-IN" sz="900" kern="1400" dirty="0">
                <a:solidFill>
                  <a:srgbClr val="0A0908"/>
                </a:solidFill>
                <a:latin typeface="Calibri" panose="020F0502020204030204" pitchFamily="34" charset="0"/>
                <a:ea typeface="Times New Roman" panose="02020603050405020304" pitchFamily="18" charset="0"/>
                <a:cs typeface="Calibri" panose="020F0502020204030204" pitchFamily="34" charset="0"/>
              </a:rPr>
              <a:t>[root@ncseppdl01-ncs-masterbm-0 </a:t>
            </a:r>
            <a:r>
              <a:rPr lang="en-IN" sz="900" kern="1400" dirty="0" err="1">
                <a:solidFill>
                  <a:srgbClr val="0A0908"/>
                </a:solidFill>
                <a:latin typeface="Calibri" panose="020F0502020204030204" pitchFamily="34" charset="0"/>
                <a:ea typeface="Times New Roman" panose="02020603050405020304" pitchFamily="18" charset="0"/>
                <a:cs typeface="Calibri" panose="020F0502020204030204" pitchFamily="34" charset="0"/>
              </a:rPr>
              <a:t>sysconfig</a:t>
            </a:r>
            <a:r>
              <a:rPr lang="en-IN" sz="900" kern="1400" dirty="0">
                <a:solidFill>
                  <a:srgbClr val="0A0908"/>
                </a:solidFill>
                <a:latin typeface="Calibri" panose="020F0502020204030204" pitchFamily="34" charset="0"/>
                <a:ea typeface="Times New Roman" panose="02020603050405020304" pitchFamily="18" charset="0"/>
                <a:cs typeface="Calibri" panose="020F0502020204030204" pitchFamily="34" charset="0"/>
              </a:rPr>
              <a:t> (Active)]#</a:t>
            </a:r>
          </a:p>
          <a:p>
            <a:pPr marL="0" indent="0">
              <a:lnSpc>
                <a:spcPct val="107000"/>
              </a:lnSpc>
              <a:spcBef>
                <a:spcPts val="0"/>
              </a:spcBef>
              <a:buNone/>
            </a:pPr>
            <a:endParaRPr lang="en-IN" sz="900" kern="1400" dirty="0">
              <a:solidFill>
                <a:srgbClr val="0A0908"/>
              </a:solidFill>
              <a:latin typeface="Calibri" panose="020F0502020204030204" pitchFamily="34" charset="0"/>
              <a:ea typeface="Times New Roman" panose="02020603050405020304" pitchFamily="18" charset="0"/>
              <a:cs typeface="Calibri" panose="020F0502020204030204" pitchFamily="34" charset="0"/>
            </a:endParaRPr>
          </a:p>
          <a:p>
            <a:pPr marL="0" indent="0">
              <a:lnSpc>
                <a:spcPct val="107000"/>
              </a:lnSpc>
              <a:spcBef>
                <a:spcPts val="0"/>
              </a:spcBef>
              <a:buNone/>
            </a:pPr>
            <a:r>
              <a:rPr lang="en-IN" sz="900" b="1" u="sng" kern="1400" dirty="0">
                <a:solidFill>
                  <a:srgbClr val="0A0908"/>
                </a:solidFill>
                <a:latin typeface="Calibri" panose="020F0502020204030204" pitchFamily="34" charset="0"/>
                <a:ea typeface="Times New Roman" panose="02020603050405020304" pitchFamily="18" charset="0"/>
                <a:cs typeface="Calibri" panose="020F0502020204030204" pitchFamily="34" charset="0"/>
              </a:rPr>
              <a:t>Iptables rule (/etc/</a:t>
            </a:r>
            <a:r>
              <a:rPr lang="en-IN" sz="900" b="1" u="sng" kern="1400" dirty="0" err="1">
                <a:solidFill>
                  <a:srgbClr val="0A0908"/>
                </a:solidFill>
                <a:latin typeface="Calibri" panose="020F0502020204030204" pitchFamily="34" charset="0"/>
                <a:ea typeface="Times New Roman" panose="02020603050405020304" pitchFamily="18" charset="0"/>
                <a:cs typeface="Calibri" panose="020F0502020204030204" pitchFamily="34" charset="0"/>
              </a:rPr>
              <a:t>sysconfig</a:t>
            </a:r>
            <a:r>
              <a:rPr lang="en-IN" sz="900" b="1" u="sng" kern="1400" dirty="0">
                <a:solidFill>
                  <a:srgbClr val="0A0908"/>
                </a:solidFill>
                <a:latin typeface="Calibri" panose="020F0502020204030204" pitchFamily="34" charset="0"/>
                <a:ea typeface="Times New Roman" panose="02020603050405020304" pitchFamily="18" charset="0"/>
                <a:cs typeface="Calibri" panose="020F0502020204030204" pitchFamily="34" charset="0"/>
              </a:rPr>
              <a:t>/iptables)</a:t>
            </a:r>
          </a:p>
          <a:p>
            <a:pPr marL="342900" lvl="1" indent="0">
              <a:lnSpc>
                <a:spcPct val="107000"/>
              </a:lnSpc>
              <a:spcBef>
                <a:spcPts val="0"/>
              </a:spcBef>
              <a:buNone/>
            </a:pPr>
            <a:r>
              <a:rPr lang="en-IN" sz="900" kern="1400" dirty="0">
                <a:solidFill>
                  <a:srgbClr val="0A0908"/>
                </a:solidFill>
                <a:latin typeface="Calibri" panose="020F0502020204030204" pitchFamily="34" charset="0"/>
                <a:ea typeface="Times New Roman" panose="02020603050405020304" pitchFamily="18" charset="0"/>
                <a:cs typeface="Calibri" panose="020F0502020204030204" pitchFamily="34" charset="0"/>
              </a:rPr>
              <a:t># Completed on Wed Feb 12 19:38:39 2025</a:t>
            </a:r>
          </a:p>
          <a:p>
            <a:pPr marL="342900" lvl="1" indent="0">
              <a:lnSpc>
                <a:spcPct val="107000"/>
              </a:lnSpc>
              <a:spcBef>
                <a:spcPts val="0"/>
              </a:spcBef>
              <a:buNone/>
            </a:pPr>
            <a:r>
              <a:rPr lang="en-IN" sz="900" kern="1400" dirty="0">
                <a:solidFill>
                  <a:srgbClr val="0A0908"/>
                </a:solidFill>
                <a:latin typeface="Calibri" panose="020F0502020204030204" pitchFamily="34" charset="0"/>
                <a:ea typeface="Times New Roman" panose="02020603050405020304" pitchFamily="18" charset="0"/>
                <a:cs typeface="Calibri" panose="020F0502020204030204" pitchFamily="34" charset="0"/>
              </a:rPr>
              <a:t>### 40-bcmt-default-all</a:t>
            </a:r>
          </a:p>
          <a:p>
            <a:pPr marL="342900" lvl="1" indent="0">
              <a:lnSpc>
                <a:spcPct val="107000"/>
              </a:lnSpc>
              <a:spcBef>
                <a:spcPts val="0"/>
              </a:spcBef>
              <a:buNone/>
            </a:pPr>
            <a:r>
              <a:rPr lang="en-IN" sz="900" kern="1400" dirty="0">
                <a:solidFill>
                  <a:srgbClr val="0A0908"/>
                </a:solidFill>
                <a:latin typeface="Calibri" panose="020F0502020204030204" pitchFamily="34" charset="0"/>
                <a:ea typeface="Times New Roman" panose="02020603050405020304" pitchFamily="18" charset="0"/>
                <a:cs typeface="Calibri" panose="020F0502020204030204" pitchFamily="34" charset="0"/>
              </a:rPr>
              <a:t>*filter</a:t>
            </a:r>
          </a:p>
          <a:p>
            <a:pPr marL="342900" lvl="1" indent="0">
              <a:lnSpc>
                <a:spcPct val="107000"/>
              </a:lnSpc>
              <a:spcBef>
                <a:spcPts val="0"/>
              </a:spcBef>
              <a:buNone/>
            </a:pPr>
            <a:r>
              <a:rPr lang="en-IN" sz="900" kern="1400" dirty="0">
                <a:solidFill>
                  <a:srgbClr val="0A0908"/>
                </a:solidFill>
                <a:latin typeface="Calibri" panose="020F0502020204030204" pitchFamily="34" charset="0"/>
                <a:ea typeface="Times New Roman" panose="02020603050405020304" pitchFamily="18" charset="0"/>
                <a:cs typeface="Calibri" panose="020F0502020204030204" pitchFamily="34" charset="0"/>
              </a:rPr>
              <a:t>-I INPUT -m state --state RELATED,ESTABLISHED -j ACCEPT -m comment --comment "BCMT-default"</a:t>
            </a:r>
          </a:p>
          <a:p>
            <a:pPr marL="342900" lvl="1" indent="0">
              <a:lnSpc>
                <a:spcPct val="107000"/>
              </a:lnSpc>
              <a:spcBef>
                <a:spcPts val="0"/>
              </a:spcBef>
              <a:buNone/>
            </a:pPr>
            <a:r>
              <a:rPr lang="en-IN" sz="900" kern="1400" dirty="0">
                <a:solidFill>
                  <a:srgbClr val="0A0908"/>
                </a:solidFill>
                <a:latin typeface="Calibri" panose="020F0502020204030204" pitchFamily="34" charset="0"/>
                <a:ea typeface="Times New Roman" panose="02020603050405020304" pitchFamily="18" charset="0"/>
                <a:cs typeface="Calibri" panose="020F0502020204030204" pitchFamily="34" charset="0"/>
              </a:rPr>
              <a:t>-I INPUT -p </a:t>
            </a:r>
            <a:r>
              <a:rPr lang="en-IN" sz="900" kern="1400" dirty="0" err="1">
                <a:solidFill>
                  <a:srgbClr val="0A0908"/>
                </a:solidFill>
                <a:latin typeface="Calibri" panose="020F0502020204030204" pitchFamily="34" charset="0"/>
                <a:ea typeface="Times New Roman" panose="02020603050405020304" pitchFamily="18" charset="0"/>
                <a:cs typeface="Calibri" panose="020F0502020204030204" pitchFamily="34" charset="0"/>
              </a:rPr>
              <a:t>icmp</a:t>
            </a:r>
            <a:r>
              <a:rPr lang="en-IN" sz="900" kern="1400" dirty="0">
                <a:solidFill>
                  <a:srgbClr val="0A0908"/>
                </a:solidFill>
                <a:latin typeface="Calibri" panose="020F0502020204030204" pitchFamily="34" charset="0"/>
                <a:ea typeface="Times New Roman" panose="02020603050405020304" pitchFamily="18" charset="0"/>
                <a:cs typeface="Calibri" panose="020F0502020204030204" pitchFamily="34" charset="0"/>
              </a:rPr>
              <a:t> -j ACCEPT -m comment --comment "BCMT-default"</a:t>
            </a:r>
          </a:p>
          <a:p>
            <a:pPr marL="342900" lvl="1" indent="0">
              <a:lnSpc>
                <a:spcPct val="107000"/>
              </a:lnSpc>
              <a:spcBef>
                <a:spcPts val="0"/>
              </a:spcBef>
              <a:buNone/>
            </a:pPr>
            <a:r>
              <a:rPr lang="en-IN" sz="900" kern="1400" dirty="0">
                <a:solidFill>
                  <a:srgbClr val="0A0908"/>
                </a:solidFill>
                <a:highlight>
                  <a:srgbClr val="FFFF00"/>
                </a:highlight>
                <a:latin typeface="Calibri" panose="020F0502020204030204" pitchFamily="34" charset="0"/>
                <a:ea typeface="Times New Roman" panose="02020603050405020304" pitchFamily="18" charset="0"/>
                <a:cs typeface="Calibri" panose="020F0502020204030204" pitchFamily="34" charset="0"/>
              </a:rPr>
              <a:t>-I INPUT -m set --match-set </a:t>
            </a:r>
            <a:r>
              <a:rPr lang="en-IN" sz="900" kern="1400" dirty="0" err="1">
                <a:solidFill>
                  <a:srgbClr val="0A0908"/>
                </a:solidFill>
                <a:highlight>
                  <a:srgbClr val="FFFF00"/>
                </a:highlight>
                <a:latin typeface="Calibri" panose="020F0502020204030204" pitchFamily="34" charset="0"/>
                <a:ea typeface="Times New Roman" panose="02020603050405020304" pitchFamily="18" charset="0"/>
                <a:cs typeface="Calibri" panose="020F0502020204030204" pitchFamily="34" charset="0"/>
              </a:rPr>
              <a:t>bcmtwhitelist</a:t>
            </a:r>
            <a:r>
              <a:rPr lang="en-IN" sz="900" kern="1400" dirty="0">
                <a:solidFill>
                  <a:srgbClr val="0A0908"/>
                </a:solidFill>
                <a:highlight>
                  <a:srgbClr val="FFFF00"/>
                </a:highlight>
                <a:latin typeface="Calibri" panose="020F0502020204030204" pitchFamily="34" charset="0"/>
                <a:ea typeface="Times New Roman" panose="02020603050405020304" pitchFamily="18" charset="0"/>
                <a:cs typeface="Calibri" panose="020F0502020204030204" pitchFamily="34" charset="0"/>
              </a:rPr>
              <a:t> </a:t>
            </a:r>
            <a:r>
              <a:rPr lang="en-IN" sz="900" kern="1400" dirty="0" err="1">
                <a:solidFill>
                  <a:srgbClr val="0A0908"/>
                </a:solidFill>
                <a:highlight>
                  <a:srgbClr val="FFFF00"/>
                </a:highlight>
                <a:latin typeface="Calibri" panose="020F0502020204030204" pitchFamily="34" charset="0"/>
                <a:ea typeface="Times New Roman" panose="02020603050405020304" pitchFamily="18" charset="0"/>
                <a:cs typeface="Calibri" panose="020F0502020204030204" pitchFamily="34" charset="0"/>
              </a:rPr>
              <a:t>src</a:t>
            </a:r>
            <a:r>
              <a:rPr lang="en-IN" sz="900" kern="1400" dirty="0">
                <a:solidFill>
                  <a:srgbClr val="0A0908"/>
                </a:solidFill>
                <a:highlight>
                  <a:srgbClr val="FFFF00"/>
                </a:highlight>
                <a:latin typeface="Calibri" panose="020F0502020204030204" pitchFamily="34" charset="0"/>
                <a:ea typeface="Times New Roman" panose="02020603050405020304" pitchFamily="18" charset="0"/>
                <a:cs typeface="Calibri" panose="020F0502020204030204" pitchFamily="34" charset="0"/>
              </a:rPr>
              <a:t> -j ACCEPT -m comment --comment "BCMT-default"</a:t>
            </a:r>
          </a:p>
          <a:p>
            <a:pPr marL="0" indent="0">
              <a:lnSpc>
                <a:spcPct val="107000"/>
              </a:lnSpc>
              <a:spcBef>
                <a:spcPts val="0"/>
              </a:spcBef>
              <a:buNone/>
            </a:pPr>
            <a:endParaRPr lang="en-IN" sz="900" b="1" u="sng" kern="1400" dirty="0">
              <a:solidFill>
                <a:srgbClr val="0A0908"/>
              </a:solidFill>
              <a:latin typeface="Calibri" panose="020F0502020204030204" pitchFamily="34" charset="0"/>
              <a:ea typeface="Times New Roman" panose="02020603050405020304" pitchFamily="18" charset="0"/>
              <a:cs typeface="Calibri" panose="020F0502020204030204" pitchFamily="34" charset="0"/>
            </a:endParaRPr>
          </a:p>
          <a:p>
            <a:pPr marL="0" indent="0">
              <a:lnSpc>
                <a:spcPct val="107000"/>
              </a:lnSpc>
              <a:spcBef>
                <a:spcPts val="0"/>
              </a:spcBef>
              <a:buNone/>
            </a:pPr>
            <a:r>
              <a:rPr lang="en-IN" sz="900" dirty="0">
                <a:solidFill>
                  <a:srgbClr val="0A0908"/>
                </a:solidFill>
                <a:latin typeface="Calibri" panose="020F0502020204030204" pitchFamily="34" charset="0"/>
                <a:cs typeface="Calibri" panose="020F0502020204030204" pitchFamily="34" charset="0"/>
              </a:rPr>
              <a:t>[root@ncseppdl01-ncs-storagebm-1 </a:t>
            </a:r>
            <a:r>
              <a:rPr lang="en-IN" sz="900" dirty="0" err="1">
                <a:solidFill>
                  <a:srgbClr val="0A0908"/>
                </a:solidFill>
                <a:latin typeface="Calibri" panose="020F0502020204030204" pitchFamily="34" charset="0"/>
                <a:cs typeface="Calibri" panose="020F0502020204030204" pitchFamily="34" charset="0"/>
              </a:rPr>
              <a:t>cbis</a:t>
            </a:r>
            <a:r>
              <a:rPr lang="en-IN" sz="900" dirty="0">
                <a:solidFill>
                  <a:srgbClr val="0A0908"/>
                </a:solidFill>
                <a:latin typeface="Calibri" panose="020F0502020204030204" pitchFamily="34" charset="0"/>
                <a:cs typeface="Calibri" panose="020F0502020204030204" pitchFamily="34" charset="0"/>
              </a:rPr>
              <a:t>-admin]# </a:t>
            </a:r>
            <a:r>
              <a:rPr lang="en-IN" sz="900" b="1" dirty="0" err="1">
                <a:solidFill>
                  <a:schemeClr val="accent1"/>
                </a:solidFill>
                <a:latin typeface="Calibri" panose="020F0502020204030204" pitchFamily="34" charset="0"/>
              </a:rPr>
              <a:t>nc</a:t>
            </a:r>
            <a:r>
              <a:rPr lang="en-IN" sz="900" b="1" dirty="0">
                <a:solidFill>
                  <a:schemeClr val="accent1"/>
                </a:solidFill>
                <a:latin typeface="Calibri" panose="020F0502020204030204" pitchFamily="34" charset="0"/>
              </a:rPr>
              <a:t> -</a:t>
            </a:r>
            <a:r>
              <a:rPr lang="en-IN" sz="900" b="1" dirty="0" err="1">
                <a:solidFill>
                  <a:schemeClr val="accent1"/>
                </a:solidFill>
                <a:latin typeface="Calibri" panose="020F0502020204030204" pitchFamily="34" charset="0"/>
              </a:rPr>
              <a:t>zv</a:t>
            </a:r>
            <a:r>
              <a:rPr lang="en-IN" sz="900" b="1" dirty="0">
                <a:solidFill>
                  <a:schemeClr val="accent1"/>
                </a:solidFill>
                <a:latin typeface="Calibri" panose="020F0502020204030204" pitchFamily="34" charset="0"/>
              </a:rPr>
              <a:t> 172.31.0.1 1702</a:t>
            </a:r>
            <a:br>
              <a:rPr lang="en-IN" sz="900" dirty="0">
                <a:solidFill>
                  <a:srgbClr val="0A0908"/>
                </a:solidFill>
                <a:latin typeface="Calibri" panose="020F0502020204030204" pitchFamily="34" charset="0"/>
                <a:cs typeface="Calibri" panose="020F0502020204030204" pitchFamily="34" charset="0"/>
              </a:rPr>
            </a:br>
            <a:r>
              <a:rPr lang="en-IN" sz="900" dirty="0" err="1">
                <a:solidFill>
                  <a:srgbClr val="0A0908"/>
                </a:solidFill>
                <a:latin typeface="Calibri" panose="020F0502020204030204" pitchFamily="34" charset="0"/>
                <a:cs typeface="Calibri" panose="020F0502020204030204" pitchFamily="34" charset="0"/>
              </a:rPr>
              <a:t>Ncat</a:t>
            </a:r>
            <a:r>
              <a:rPr lang="en-IN" sz="900" dirty="0">
                <a:solidFill>
                  <a:srgbClr val="0A0908"/>
                </a:solidFill>
                <a:latin typeface="Calibri" panose="020F0502020204030204" pitchFamily="34" charset="0"/>
                <a:cs typeface="Calibri" panose="020F0502020204030204" pitchFamily="34" charset="0"/>
              </a:rPr>
              <a:t>: Version 7.50 ( </a:t>
            </a:r>
            <a:r>
              <a:rPr lang="en-IN" sz="900" dirty="0">
                <a:solidFill>
                  <a:srgbClr val="0A0908"/>
                </a:solidFill>
                <a:latin typeface="Calibri" panose="020F0502020204030204" pitchFamily="34" charset="0"/>
                <a:cs typeface="Calibri" panose="020F0502020204030204" pitchFamily="34" charset="0"/>
                <a:hlinkClick r:id="rId2" tooltip="https://nmap.org/ncat">
                  <a:extLst>
                    <a:ext uri="{A12FA001-AC4F-418D-AE19-62706E023703}">
                      <ahyp:hlinkClr xmlns:ahyp="http://schemas.microsoft.com/office/drawing/2018/hyperlinkcolor" val="tx"/>
                    </a:ext>
                  </a:extLst>
                </a:hlinkClick>
              </a:rPr>
              <a:t>https://nmap.org/ncat</a:t>
            </a:r>
            <a:r>
              <a:rPr lang="en-IN" sz="900" dirty="0">
                <a:solidFill>
                  <a:srgbClr val="0A0908"/>
                </a:solidFill>
                <a:latin typeface="Calibri" panose="020F0502020204030204" pitchFamily="34" charset="0"/>
                <a:cs typeface="Calibri" panose="020F0502020204030204" pitchFamily="34" charset="0"/>
              </a:rPr>
              <a:t> )</a:t>
            </a:r>
            <a:br>
              <a:rPr lang="en-IN" sz="900" dirty="0">
                <a:solidFill>
                  <a:srgbClr val="0A0908"/>
                </a:solidFill>
                <a:latin typeface="Calibri" panose="020F0502020204030204" pitchFamily="34" charset="0"/>
                <a:cs typeface="Calibri" panose="020F0502020204030204" pitchFamily="34" charset="0"/>
              </a:rPr>
            </a:br>
            <a:r>
              <a:rPr lang="en-IN" sz="900" dirty="0" err="1">
                <a:solidFill>
                  <a:srgbClr val="FF0000"/>
                </a:solidFill>
                <a:latin typeface="Calibri" panose="020F0502020204030204" pitchFamily="34" charset="0"/>
                <a:cs typeface="Calibri" panose="020F0502020204030204" pitchFamily="34" charset="0"/>
              </a:rPr>
              <a:t>Ncat</a:t>
            </a:r>
            <a:r>
              <a:rPr lang="en-IN" sz="900" dirty="0">
                <a:solidFill>
                  <a:srgbClr val="FF0000"/>
                </a:solidFill>
                <a:latin typeface="Calibri" panose="020F0502020204030204" pitchFamily="34" charset="0"/>
                <a:cs typeface="Calibri" panose="020F0502020204030204" pitchFamily="34" charset="0"/>
              </a:rPr>
              <a:t>: Connection timed out.</a:t>
            </a:r>
            <a:br>
              <a:rPr lang="en-IN" sz="900" dirty="0">
                <a:solidFill>
                  <a:srgbClr val="0A0908"/>
                </a:solidFill>
                <a:latin typeface="Calibri" panose="020F0502020204030204" pitchFamily="34" charset="0"/>
                <a:cs typeface="Calibri" panose="020F0502020204030204" pitchFamily="34" charset="0"/>
              </a:rPr>
            </a:br>
            <a:r>
              <a:rPr lang="en-IN" sz="900" dirty="0">
                <a:solidFill>
                  <a:srgbClr val="0A0908"/>
                </a:solidFill>
                <a:latin typeface="Calibri" panose="020F0502020204030204" pitchFamily="34" charset="0"/>
                <a:cs typeface="Calibri" panose="020F0502020204030204" pitchFamily="34" charset="0"/>
              </a:rPr>
              <a:t>[root@ncseppdl01-ncs-storagebm-1 </a:t>
            </a:r>
            <a:r>
              <a:rPr lang="en-IN" sz="900" dirty="0" err="1">
                <a:solidFill>
                  <a:srgbClr val="0A0908"/>
                </a:solidFill>
                <a:latin typeface="Calibri" panose="020F0502020204030204" pitchFamily="34" charset="0"/>
                <a:cs typeface="Calibri" panose="020F0502020204030204" pitchFamily="34" charset="0"/>
              </a:rPr>
              <a:t>cbis</a:t>
            </a:r>
            <a:r>
              <a:rPr lang="en-IN" sz="900" dirty="0">
                <a:solidFill>
                  <a:srgbClr val="0A0908"/>
                </a:solidFill>
                <a:latin typeface="Calibri" panose="020F0502020204030204" pitchFamily="34" charset="0"/>
                <a:cs typeface="Calibri" panose="020F0502020204030204" pitchFamily="34" charset="0"/>
              </a:rPr>
              <a:t>-admin]#</a:t>
            </a:r>
          </a:p>
          <a:p>
            <a:pPr marL="0" indent="0">
              <a:lnSpc>
                <a:spcPct val="107000"/>
              </a:lnSpc>
              <a:spcBef>
                <a:spcPts val="0"/>
              </a:spcBef>
              <a:buNone/>
            </a:pPr>
            <a:endParaRPr lang="en-IN" sz="900" dirty="0">
              <a:solidFill>
                <a:srgbClr val="0A0908"/>
              </a:solidFill>
              <a:latin typeface="Calibri" panose="020F0502020204030204" pitchFamily="34" charset="0"/>
              <a:cs typeface="Calibri" panose="020F0502020204030204" pitchFamily="34" charset="0"/>
            </a:endParaRPr>
          </a:p>
          <a:p>
            <a:pPr marL="0" indent="0">
              <a:lnSpc>
                <a:spcPct val="107000"/>
              </a:lnSpc>
              <a:spcBef>
                <a:spcPts val="0"/>
              </a:spcBef>
              <a:buNone/>
            </a:pPr>
            <a:endParaRPr lang="en-IN" sz="900" kern="1400" dirty="0">
              <a:solidFill>
                <a:srgbClr val="0A090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9553089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925A7A-82A0-AB39-F0AD-1D3604F3651E}"/>
            </a:ext>
          </a:extLst>
        </p:cNvPr>
        <p:cNvGrpSpPr/>
        <p:nvPr/>
      </p:nvGrpSpPr>
      <p:grpSpPr>
        <a:xfrm>
          <a:off x="0" y="0"/>
          <a:ext cx="0" cy="0"/>
          <a:chOff x="0" y="0"/>
          <a:chExt cx="0" cy="0"/>
        </a:xfrm>
      </p:grpSpPr>
      <p:sp>
        <p:nvSpPr>
          <p:cNvPr id="10" name="Text Placeholder 9">
            <a:extLst>
              <a:ext uri="{FF2B5EF4-FFF2-40B4-BE49-F238E27FC236}">
                <a16:creationId xmlns:a16="http://schemas.microsoft.com/office/drawing/2014/main" id="{3D768D2C-66E5-20E4-7082-8D5C04D36D72}"/>
              </a:ext>
            </a:extLst>
          </p:cNvPr>
          <p:cNvSpPr>
            <a:spLocks noGrp="1"/>
          </p:cNvSpPr>
          <p:nvPr>
            <p:ph type="body" sz="quarter" idx="12"/>
          </p:nvPr>
        </p:nvSpPr>
        <p:spPr>
          <a:xfrm>
            <a:off x="330518" y="162545"/>
            <a:ext cx="8312742" cy="423864"/>
          </a:xfrm>
        </p:spPr>
        <p:txBody>
          <a:bodyPr/>
          <a:lstStyle/>
          <a:p>
            <a:r>
              <a:rPr lang="en-GB" b="1" dirty="0">
                <a:solidFill>
                  <a:schemeClr val="tx2">
                    <a:lumMod val="75000"/>
                    <a:lumOff val="25000"/>
                  </a:schemeClr>
                </a:solidFill>
                <a:latin typeface="+mj-lt"/>
              </a:rPr>
              <a:t>Issue-7: NCS23.10 Storage Node Upgrade failure- Cont..</a:t>
            </a:r>
            <a:endParaRPr lang="en-US" b="1" dirty="0">
              <a:solidFill>
                <a:schemeClr val="tx2">
                  <a:lumMod val="75000"/>
                  <a:lumOff val="25000"/>
                </a:schemeClr>
              </a:solidFill>
              <a:latin typeface="+mj-lt"/>
            </a:endParaRPr>
          </a:p>
        </p:txBody>
      </p:sp>
      <p:sp>
        <p:nvSpPr>
          <p:cNvPr id="4" name="Footer Placeholder 3">
            <a:extLst>
              <a:ext uri="{FF2B5EF4-FFF2-40B4-BE49-F238E27FC236}">
                <a16:creationId xmlns:a16="http://schemas.microsoft.com/office/drawing/2014/main" id="{34A81214-54E8-A8BD-63BA-35B35EA732E2}"/>
              </a:ext>
            </a:extLst>
          </p:cNvPr>
          <p:cNvSpPr>
            <a:spLocks noGrp="1"/>
          </p:cNvSpPr>
          <p:nvPr>
            <p:ph type="ftr" sz="quarter" idx="3"/>
          </p:nvPr>
        </p:nvSpPr>
        <p:spPr/>
        <p:txBody>
          <a:bodyPr/>
          <a:lstStyle/>
          <a:p>
            <a:r>
              <a:rPr lang="en-US" dirty="0"/>
              <a:t>Nokia Internal</a:t>
            </a:r>
          </a:p>
        </p:txBody>
      </p:sp>
      <p:sp>
        <p:nvSpPr>
          <p:cNvPr id="2" name="Text Placeholder 7">
            <a:extLst>
              <a:ext uri="{FF2B5EF4-FFF2-40B4-BE49-F238E27FC236}">
                <a16:creationId xmlns:a16="http://schemas.microsoft.com/office/drawing/2014/main" id="{CE1AF530-FCAD-A7A9-7EF1-9F9FBA2531F5}"/>
              </a:ext>
            </a:extLst>
          </p:cNvPr>
          <p:cNvSpPr txBox="1">
            <a:spLocks/>
          </p:cNvSpPr>
          <p:nvPr/>
        </p:nvSpPr>
        <p:spPr>
          <a:xfrm>
            <a:off x="254746" y="586409"/>
            <a:ext cx="8634507" cy="4363575"/>
          </a:xfrm>
          <a:prstGeom prst="rect">
            <a:avLst/>
          </a:prstGeom>
        </p:spPr>
        <p:txBody>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en-US" sz="900" b="1" dirty="0">
                <a:solidFill>
                  <a:srgbClr val="0A0908"/>
                </a:solidFill>
                <a:latin typeface="Calibri" panose="020F0502020204030204" pitchFamily="34" charset="0"/>
                <a:cs typeface="Calibri" panose="020F0502020204030204" pitchFamily="34" charset="0"/>
              </a:rPr>
              <a:t>Added the storage node prov IPs manually in whitelist on all the master nodes.</a:t>
            </a:r>
          </a:p>
          <a:p>
            <a:pPr marL="0" indent="0">
              <a:buNone/>
            </a:pPr>
            <a:endParaRPr lang="en-US" sz="900" b="1" dirty="0">
              <a:solidFill>
                <a:srgbClr val="0A0908"/>
              </a:solidFill>
              <a:latin typeface="Calibri" panose="020F0502020204030204" pitchFamily="34" charset="0"/>
              <a:cs typeface="Calibri" panose="020F0502020204030204" pitchFamily="34" charset="0"/>
            </a:endParaRPr>
          </a:p>
          <a:p>
            <a:pPr marL="342900" lvl="1" indent="0">
              <a:buNone/>
            </a:pPr>
            <a:r>
              <a:rPr lang="en-IN" sz="900" kern="1400" dirty="0">
                <a:solidFill>
                  <a:srgbClr val="0A0908"/>
                </a:solidFill>
                <a:latin typeface="Calibri" panose="020F0502020204030204" pitchFamily="34" charset="0"/>
                <a:ea typeface="Times New Roman" panose="02020603050405020304" pitchFamily="18" charset="0"/>
                <a:cs typeface="Calibri" panose="020F0502020204030204" pitchFamily="34" charset="0"/>
              </a:rPr>
              <a:t>[root@ncseppdl01-ncs-masterbm-0 </a:t>
            </a:r>
            <a:r>
              <a:rPr lang="en-IN" sz="900" kern="1400" dirty="0" err="1">
                <a:solidFill>
                  <a:srgbClr val="0A0908"/>
                </a:solidFill>
                <a:latin typeface="Calibri" panose="020F0502020204030204" pitchFamily="34" charset="0"/>
                <a:ea typeface="Times New Roman" panose="02020603050405020304" pitchFamily="18" charset="0"/>
                <a:cs typeface="Calibri" panose="020F0502020204030204" pitchFamily="34" charset="0"/>
              </a:rPr>
              <a:t>sysconfig</a:t>
            </a:r>
            <a:r>
              <a:rPr lang="en-IN" sz="900" kern="1400" dirty="0">
                <a:solidFill>
                  <a:srgbClr val="0A0908"/>
                </a:solidFill>
                <a:latin typeface="Calibri" panose="020F0502020204030204" pitchFamily="34" charset="0"/>
                <a:ea typeface="Times New Roman" panose="02020603050405020304" pitchFamily="18" charset="0"/>
                <a:cs typeface="Calibri" panose="020F0502020204030204" pitchFamily="34" charset="0"/>
              </a:rPr>
              <a:t> (Active)]# </a:t>
            </a:r>
            <a:r>
              <a:rPr lang="en-US" sz="900" b="1" dirty="0" err="1">
                <a:solidFill>
                  <a:schemeClr val="accent1"/>
                </a:solidFill>
                <a:latin typeface="Calibri" panose="020F0502020204030204" pitchFamily="34" charset="0"/>
              </a:rPr>
              <a:t>ipset</a:t>
            </a:r>
            <a:r>
              <a:rPr lang="en-US" sz="900" b="1" dirty="0">
                <a:solidFill>
                  <a:schemeClr val="accent1"/>
                </a:solidFill>
                <a:latin typeface="Calibri" panose="020F0502020204030204" pitchFamily="34" charset="0"/>
              </a:rPr>
              <a:t> add </a:t>
            </a:r>
            <a:r>
              <a:rPr lang="en-US" sz="900" b="1" dirty="0" err="1">
                <a:solidFill>
                  <a:schemeClr val="accent1"/>
                </a:solidFill>
                <a:latin typeface="Calibri" panose="020F0502020204030204" pitchFamily="34" charset="0"/>
              </a:rPr>
              <a:t>bcmtwhitelist</a:t>
            </a:r>
            <a:r>
              <a:rPr lang="en-US" sz="900" b="1" dirty="0">
                <a:solidFill>
                  <a:schemeClr val="accent1"/>
                </a:solidFill>
                <a:latin typeface="Calibri" panose="020F0502020204030204" pitchFamily="34" charset="0"/>
              </a:rPr>
              <a:t> 172.31.0.9</a:t>
            </a:r>
          </a:p>
          <a:p>
            <a:pPr marL="342900" lvl="1" indent="0">
              <a:lnSpc>
                <a:spcPct val="107000"/>
              </a:lnSpc>
              <a:spcBef>
                <a:spcPts val="0"/>
              </a:spcBef>
              <a:buNone/>
            </a:pPr>
            <a:r>
              <a:rPr lang="en-IN" sz="900" kern="1400" dirty="0">
                <a:solidFill>
                  <a:srgbClr val="0A0908"/>
                </a:solidFill>
                <a:latin typeface="Calibri" panose="020F0502020204030204" pitchFamily="34" charset="0"/>
                <a:ea typeface="Times New Roman" panose="02020603050405020304" pitchFamily="18" charset="0"/>
                <a:cs typeface="Calibri" panose="020F0502020204030204" pitchFamily="34" charset="0"/>
              </a:rPr>
              <a:t>[root@ncseppdl01-ncs-masterbm-0 </a:t>
            </a:r>
            <a:r>
              <a:rPr lang="en-IN" sz="900" kern="1400" dirty="0" err="1">
                <a:solidFill>
                  <a:srgbClr val="0A0908"/>
                </a:solidFill>
                <a:latin typeface="Calibri" panose="020F0502020204030204" pitchFamily="34" charset="0"/>
                <a:ea typeface="Times New Roman" panose="02020603050405020304" pitchFamily="18" charset="0"/>
                <a:cs typeface="Calibri" panose="020F0502020204030204" pitchFamily="34" charset="0"/>
              </a:rPr>
              <a:t>sysconfig</a:t>
            </a:r>
            <a:r>
              <a:rPr lang="en-IN" sz="900" kern="1400" dirty="0">
                <a:solidFill>
                  <a:srgbClr val="0A0908"/>
                </a:solidFill>
                <a:latin typeface="Calibri" panose="020F0502020204030204" pitchFamily="34" charset="0"/>
                <a:ea typeface="Times New Roman" panose="02020603050405020304" pitchFamily="18" charset="0"/>
                <a:cs typeface="Calibri" panose="020F0502020204030204" pitchFamily="34" charset="0"/>
              </a:rPr>
              <a:t> (Active)]# </a:t>
            </a:r>
            <a:r>
              <a:rPr lang="en-IN" sz="900" b="1" dirty="0" err="1">
                <a:solidFill>
                  <a:schemeClr val="accent1"/>
                </a:solidFill>
                <a:latin typeface="Calibri" panose="020F0502020204030204" pitchFamily="34" charset="0"/>
              </a:rPr>
              <a:t>ipset</a:t>
            </a:r>
            <a:r>
              <a:rPr lang="en-IN" sz="900" b="1" dirty="0">
                <a:solidFill>
                  <a:schemeClr val="accent1"/>
                </a:solidFill>
                <a:latin typeface="Calibri" panose="020F0502020204030204" pitchFamily="34" charset="0"/>
              </a:rPr>
              <a:t>  -L |grep 172.31.0.9</a:t>
            </a:r>
          </a:p>
          <a:p>
            <a:pPr marL="342900" lvl="1" indent="0">
              <a:lnSpc>
                <a:spcPct val="107000"/>
              </a:lnSpc>
              <a:spcBef>
                <a:spcPts val="0"/>
              </a:spcBef>
              <a:buNone/>
            </a:pPr>
            <a:r>
              <a:rPr lang="en-IN" sz="900" kern="1400" dirty="0">
                <a:solidFill>
                  <a:srgbClr val="0A0908"/>
                </a:solidFill>
                <a:latin typeface="Calibri" panose="020F0502020204030204" pitchFamily="34" charset="0"/>
                <a:ea typeface="Times New Roman" panose="02020603050405020304" pitchFamily="18" charset="0"/>
                <a:cs typeface="Calibri" panose="020F0502020204030204" pitchFamily="34" charset="0"/>
              </a:rPr>
              <a:t>172.31.0.9</a:t>
            </a:r>
          </a:p>
          <a:p>
            <a:pPr marL="342900" lvl="1" indent="0">
              <a:lnSpc>
                <a:spcPct val="107000"/>
              </a:lnSpc>
              <a:spcBef>
                <a:spcPts val="0"/>
              </a:spcBef>
              <a:buNone/>
            </a:pPr>
            <a:r>
              <a:rPr lang="en-IN" sz="900" kern="1400" dirty="0">
                <a:solidFill>
                  <a:srgbClr val="0A0908"/>
                </a:solidFill>
                <a:latin typeface="Calibri" panose="020F0502020204030204" pitchFamily="34" charset="0"/>
                <a:ea typeface="Times New Roman" panose="02020603050405020304" pitchFamily="18" charset="0"/>
                <a:cs typeface="Calibri" panose="020F0502020204030204" pitchFamily="34" charset="0"/>
              </a:rPr>
              <a:t>[root@ncseppdl01-ncs-masterbm-0 </a:t>
            </a:r>
            <a:r>
              <a:rPr lang="en-IN" sz="900" kern="1400" dirty="0" err="1">
                <a:solidFill>
                  <a:srgbClr val="0A0908"/>
                </a:solidFill>
                <a:latin typeface="Calibri" panose="020F0502020204030204" pitchFamily="34" charset="0"/>
                <a:ea typeface="Times New Roman" panose="02020603050405020304" pitchFamily="18" charset="0"/>
                <a:cs typeface="Calibri" panose="020F0502020204030204" pitchFamily="34" charset="0"/>
              </a:rPr>
              <a:t>sysconfig</a:t>
            </a:r>
            <a:r>
              <a:rPr lang="en-IN" sz="900" kern="1400" dirty="0">
                <a:solidFill>
                  <a:srgbClr val="0A0908"/>
                </a:solidFill>
                <a:latin typeface="Calibri" panose="020F0502020204030204" pitchFamily="34" charset="0"/>
                <a:ea typeface="Times New Roman" panose="02020603050405020304" pitchFamily="18" charset="0"/>
                <a:cs typeface="Calibri" panose="020F0502020204030204" pitchFamily="34" charset="0"/>
              </a:rPr>
              <a:t> (Active)]#</a:t>
            </a:r>
          </a:p>
          <a:p>
            <a:pPr marL="0" indent="0">
              <a:lnSpc>
                <a:spcPct val="107000"/>
              </a:lnSpc>
              <a:spcBef>
                <a:spcPts val="0"/>
              </a:spcBef>
              <a:buNone/>
            </a:pPr>
            <a:endParaRPr lang="en-IN" sz="900" kern="1400" dirty="0">
              <a:solidFill>
                <a:srgbClr val="0A0908"/>
              </a:solidFill>
              <a:latin typeface="Calibri" panose="020F0502020204030204" pitchFamily="34" charset="0"/>
              <a:ea typeface="Times New Roman" panose="02020603050405020304" pitchFamily="18" charset="0"/>
              <a:cs typeface="Calibri" panose="020F0502020204030204" pitchFamily="34" charset="0"/>
            </a:endParaRPr>
          </a:p>
          <a:p>
            <a:pPr marL="342900" lvl="1" indent="0">
              <a:lnSpc>
                <a:spcPct val="107000"/>
              </a:lnSpc>
              <a:spcBef>
                <a:spcPts val="0"/>
              </a:spcBef>
              <a:buNone/>
            </a:pPr>
            <a:r>
              <a:rPr lang="en-US" sz="900" kern="1400" dirty="0">
                <a:solidFill>
                  <a:srgbClr val="0A0908"/>
                </a:solidFill>
                <a:latin typeface="Calibri" panose="020F0502020204030204" pitchFamily="34" charset="0"/>
                <a:cs typeface="Calibri" panose="020F0502020204030204" pitchFamily="34" charset="0"/>
              </a:rPr>
              <a:t>[root@ncseppdl01-ncs-storagebm-1 </a:t>
            </a:r>
            <a:r>
              <a:rPr lang="en-US" sz="900" kern="1400" dirty="0" err="1">
                <a:solidFill>
                  <a:srgbClr val="0A0908"/>
                </a:solidFill>
                <a:latin typeface="Calibri" panose="020F0502020204030204" pitchFamily="34" charset="0"/>
                <a:cs typeface="Calibri" panose="020F0502020204030204" pitchFamily="34" charset="0"/>
              </a:rPr>
              <a:t>cbis</a:t>
            </a:r>
            <a:r>
              <a:rPr lang="en-US" sz="900" kern="1400" dirty="0">
                <a:solidFill>
                  <a:srgbClr val="0A0908"/>
                </a:solidFill>
                <a:latin typeface="Calibri" panose="020F0502020204030204" pitchFamily="34" charset="0"/>
                <a:cs typeface="Calibri" panose="020F0502020204030204" pitchFamily="34" charset="0"/>
              </a:rPr>
              <a:t>-admin]# </a:t>
            </a:r>
            <a:r>
              <a:rPr lang="en-US" sz="900" b="1" dirty="0" err="1">
                <a:solidFill>
                  <a:schemeClr val="accent1"/>
                </a:solidFill>
                <a:latin typeface="Calibri" panose="020F0502020204030204" pitchFamily="34" charset="0"/>
              </a:rPr>
              <a:t>nc</a:t>
            </a:r>
            <a:r>
              <a:rPr lang="en-US" sz="900" b="1" dirty="0">
                <a:solidFill>
                  <a:schemeClr val="accent1"/>
                </a:solidFill>
                <a:latin typeface="Calibri" panose="020F0502020204030204" pitchFamily="34" charset="0"/>
              </a:rPr>
              <a:t> -</a:t>
            </a:r>
            <a:r>
              <a:rPr lang="en-US" sz="900" b="1" dirty="0" err="1">
                <a:solidFill>
                  <a:schemeClr val="accent1"/>
                </a:solidFill>
                <a:latin typeface="Calibri" panose="020F0502020204030204" pitchFamily="34" charset="0"/>
              </a:rPr>
              <a:t>zv</a:t>
            </a:r>
            <a:r>
              <a:rPr lang="en-US" sz="900" b="1" dirty="0">
                <a:solidFill>
                  <a:schemeClr val="accent1"/>
                </a:solidFill>
                <a:latin typeface="Calibri" panose="020F0502020204030204" pitchFamily="34" charset="0"/>
              </a:rPr>
              <a:t> 172.31.0.1 1702</a:t>
            </a:r>
            <a:br>
              <a:rPr lang="en-US" sz="900" kern="1400" dirty="0">
                <a:solidFill>
                  <a:srgbClr val="0A0908"/>
                </a:solidFill>
                <a:latin typeface="Calibri" panose="020F0502020204030204" pitchFamily="34" charset="0"/>
                <a:cs typeface="Calibri" panose="020F0502020204030204" pitchFamily="34" charset="0"/>
              </a:rPr>
            </a:br>
            <a:r>
              <a:rPr lang="en-US" sz="900" kern="1400" dirty="0" err="1">
                <a:solidFill>
                  <a:srgbClr val="0A0908"/>
                </a:solidFill>
                <a:latin typeface="Calibri" panose="020F0502020204030204" pitchFamily="34" charset="0"/>
                <a:cs typeface="Calibri" panose="020F0502020204030204" pitchFamily="34" charset="0"/>
              </a:rPr>
              <a:t>Ncat</a:t>
            </a:r>
            <a:r>
              <a:rPr lang="en-US" sz="900" kern="1400" dirty="0">
                <a:solidFill>
                  <a:srgbClr val="0A0908"/>
                </a:solidFill>
                <a:latin typeface="Calibri" panose="020F0502020204030204" pitchFamily="34" charset="0"/>
                <a:cs typeface="Calibri" panose="020F0502020204030204" pitchFamily="34" charset="0"/>
              </a:rPr>
              <a:t>: Version 7.50 ( </a:t>
            </a:r>
            <a:r>
              <a:rPr lang="en-US" sz="900" kern="1400" dirty="0">
                <a:solidFill>
                  <a:srgbClr val="0A0908"/>
                </a:solidFill>
                <a:latin typeface="Calibri" panose="020F0502020204030204" pitchFamily="34" charset="0"/>
                <a:cs typeface="Calibri" panose="020F0502020204030204" pitchFamily="34" charset="0"/>
                <a:hlinkClick r:id="rId2" tooltip="https://nmap.org/ncat">
                  <a:extLst>
                    <a:ext uri="{A12FA001-AC4F-418D-AE19-62706E023703}">
                      <ahyp:hlinkClr xmlns:ahyp="http://schemas.microsoft.com/office/drawing/2018/hyperlinkcolor" val="tx"/>
                    </a:ext>
                  </a:extLst>
                </a:hlinkClick>
              </a:rPr>
              <a:t>https://nmap.org/ncat</a:t>
            </a:r>
            <a:r>
              <a:rPr lang="en-US" sz="900" kern="1400" dirty="0">
                <a:solidFill>
                  <a:srgbClr val="0A0908"/>
                </a:solidFill>
                <a:latin typeface="Calibri" panose="020F0502020204030204" pitchFamily="34" charset="0"/>
                <a:cs typeface="Calibri" panose="020F0502020204030204" pitchFamily="34" charset="0"/>
              </a:rPr>
              <a:t> )</a:t>
            </a:r>
            <a:br>
              <a:rPr lang="en-US" sz="900" kern="1400" dirty="0">
                <a:solidFill>
                  <a:srgbClr val="0A0908"/>
                </a:solidFill>
                <a:latin typeface="Calibri" panose="020F0502020204030204" pitchFamily="34" charset="0"/>
                <a:cs typeface="Calibri" panose="020F0502020204030204" pitchFamily="34" charset="0"/>
              </a:rPr>
            </a:br>
            <a:r>
              <a:rPr lang="en-US" sz="900" kern="1400" dirty="0" err="1">
                <a:solidFill>
                  <a:srgbClr val="0A0908"/>
                </a:solidFill>
                <a:highlight>
                  <a:srgbClr val="00FF00"/>
                </a:highlight>
                <a:latin typeface="Calibri" panose="020F0502020204030204" pitchFamily="34" charset="0"/>
                <a:cs typeface="Calibri" panose="020F0502020204030204" pitchFamily="34" charset="0"/>
              </a:rPr>
              <a:t>Ncat</a:t>
            </a:r>
            <a:r>
              <a:rPr lang="en-US" sz="900" kern="1400" dirty="0">
                <a:solidFill>
                  <a:srgbClr val="0A0908"/>
                </a:solidFill>
                <a:highlight>
                  <a:srgbClr val="00FF00"/>
                </a:highlight>
                <a:latin typeface="Calibri" panose="020F0502020204030204" pitchFamily="34" charset="0"/>
                <a:cs typeface="Calibri" panose="020F0502020204030204" pitchFamily="34" charset="0"/>
              </a:rPr>
              <a:t>: Connected to 172.31.0.1:1702.</a:t>
            </a:r>
            <a:br>
              <a:rPr lang="en-US" sz="900" kern="1400" dirty="0">
                <a:solidFill>
                  <a:srgbClr val="0A0908"/>
                </a:solidFill>
                <a:latin typeface="Calibri" panose="020F0502020204030204" pitchFamily="34" charset="0"/>
                <a:cs typeface="Calibri" panose="020F0502020204030204" pitchFamily="34" charset="0"/>
              </a:rPr>
            </a:br>
            <a:r>
              <a:rPr lang="en-US" sz="900" kern="1400" dirty="0" err="1">
                <a:solidFill>
                  <a:srgbClr val="0A0908"/>
                </a:solidFill>
                <a:latin typeface="Calibri" panose="020F0502020204030204" pitchFamily="34" charset="0"/>
                <a:cs typeface="Calibri" panose="020F0502020204030204" pitchFamily="34" charset="0"/>
              </a:rPr>
              <a:t>Ncat</a:t>
            </a:r>
            <a:r>
              <a:rPr lang="en-US" sz="900" kern="1400" dirty="0">
                <a:solidFill>
                  <a:srgbClr val="0A0908"/>
                </a:solidFill>
                <a:latin typeface="Calibri" panose="020F0502020204030204" pitchFamily="34" charset="0"/>
                <a:cs typeface="Calibri" panose="020F0502020204030204" pitchFamily="34" charset="0"/>
              </a:rPr>
              <a:t>: 0 bytes sent, 0 bytes received in 0.01 seconds.</a:t>
            </a:r>
            <a:br>
              <a:rPr lang="en-US" sz="900" kern="1400" dirty="0">
                <a:solidFill>
                  <a:srgbClr val="0A0908"/>
                </a:solidFill>
                <a:latin typeface="Calibri" panose="020F0502020204030204" pitchFamily="34" charset="0"/>
                <a:cs typeface="Calibri" panose="020F0502020204030204" pitchFamily="34" charset="0"/>
              </a:rPr>
            </a:br>
            <a:r>
              <a:rPr lang="en-US" sz="900" kern="1400" dirty="0">
                <a:solidFill>
                  <a:srgbClr val="0A0908"/>
                </a:solidFill>
                <a:latin typeface="Calibri" panose="020F0502020204030204" pitchFamily="34" charset="0"/>
                <a:cs typeface="Calibri" panose="020F0502020204030204" pitchFamily="34" charset="0"/>
              </a:rPr>
              <a:t>[root@ncseppdl01-ncs-storagebm-1 </a:t>
            </a:r>
            <a:r>
              <a:rPr lang="en-US" sz="900" kern="1400" dirty="0" err="1">
                <a:solidFill>
                  <a:srgbClr val="0A0908"/>
                </a:solidFill>
                <a:latin typeface="Calibri" panose="020F0502020204030204" pitchFamily="34" charset="0"/>
                <a:cs typeface="Calibri" panose="020F0502020204030204" pitchFamily="34" charset="0"/>
              </a:rPr>
              <a:t>cbis</a:t>
            </a:r>
            <a:r>
              <a:rPr lang="en-US" sz="900" kern="1400" dirty="0">
                <a:solidFill>
                  <a:srgbClr val="0A0908"/>
                </a:solidFill>
                <a:latin typeface="Calibri" panose="020F0502020204030204" pitchFamily="34" charset="0"/>
                <a:cs typeface="Calibri" panose="020F0502020204030204" pitchFamily="34" charset="0"/>
              </a:rPr>
              <a:t>-admin]#</a:t>
            </a:r>
            <a:endParaRPr lang="en-IN" sz="900" kern="1400" dirty="0">
              <a:solidFill>
                <a:srgbClr val="0A0908"/>
              </a:solidFill>
              <a:latin typeface="Calibri" panose="020F0502020204030204" pitchFamily="34" charset="0"/>
              <a:cs typeface="Calibri" panose="020F0502020204030204" pitchFamily="34" charset="0"/>
            </a:endParaRPr>
          </a:p>
          <a:p>
            <a:pPr marL="0" indent="0">
              <a:buNone/>
            </a:pPr>
            <a:endParaRPr lang="en-US" sz="1400" b="1" dirty="0">
              <a:solidFill>
                <a:srgbClr val="0A0908"/>
              </a:solidFill>
              <a:latin typeface="Calibri" panose="020F0502020204030204" pitchFamily="34" charset="0"/>
              <a:cs typeface="Calibri" panose="020F0502020204030204" pitchFamily="34" charset="0"/>
            </a:endParaRPr>
          </a:p>
          <a:p>
            <a:pPr marL="0" indent="0">
              <a:buNone/>
            </a:pPr>
            <a:endParaRPr lang="en-IN" sz="900" dirty="0">
              <a:solidFill>
                <a:srgbClr val="0A0908"/>
              </a:solidFill>
              <a:latin typeface="Calibri" panose="020F0502020204030204" pitchFamily="34" charset="0"/>
              <a:cs typeface="Calibri" panose="020F0502020204030204" pitchFamily="34" charset="0"/>
            </a:endParaRPr>
          </a:p>
          <a:p>
            <a:pPr marL="0" indent="0">
              <a:lnSpc>
                <a:spcPct val="107000"/>
              </a:lnSpc>
              <a:spcBef>
                <a:spcPts val="0"/>
              </a:spcBef>
              <a:buNone/>
            </a:pPr>
            <a:endParaRPr lang="en-IN" sz="900" dirty="0">
              <a:solidFill>
                <a:srgbClr val="0A0908"/>
              </a:solidFill>
              <a:latin typeface="Calibri" panose="020F0502020204030204" pitchFamily="34" charset="0"/>
              <a:cs typeface="Calibri" panose="020F0502020204030204" pitchFamily="34" charset="0"/>
            </a:endParaRPr>
          </a:p>
          <a:p>
            <a:pPr marL="0" indent="0">
              <a:lnSpc>
                <a:spcPct val="107000"/>
              </a:lnSpc>
              <a:spcBef>
                <a:spcPts val="0"/>
              </a:spcBef>
              <a:buNone/>
            </a:pPr>
            <a:endParaRPr lang="en-IN" sz="900" kern="1400" dirty="0">
              <a:solidFill>
                <a:srgbClr val="0A090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3356527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3E5640-3AB8-8640-5D5D-DCC579D57C6F}"/>
            </a:ext>
          </a:extLst>
        </p:cNvPr>
        <p:cNvGrpSpPr/>
        <p:nvPr/>
      </p:nvGrpSpPr>
      <p:grpSpPr>
        <a:xfrm>
          <a:off x="0" y="0"/>
          <a:ext cx="0" cy="0"/>
          <a:chOff x="0" y="0"/>
          <a:chExt cx="0" cy="0"/>
        </a:xfrm>
      </p:grpSpPr>
      <p:sp>
        <p:nvSpPr>
          <p:cNvPr id="10" name="Text Placeholder 9">
            <a:extLst>
              <a:ext uri="{FF2B5EF4-FFF2-40B4-BE49-F238E27FC236}">
                <a16:creationId xmlns:a16="http://schemas.microsoft.com/office/drawing/2014/main" id="{CA086165-C6AF-6F27-CBE0-B94B8CC102DE}"/>
              </a:ext>
            </a:extLst>
          </p:cNvPr>
          <p:cNvSpPr>
            <a:spLocks noGrp="1"/>
          </p:cNvSpPr>
          <p:nvPr>
            <p:ph type="body" sz="quarter" idx="12"/>
          </p:nvPr>
        </p:nvSpPr>
        <p:spPr>
          <a:xfrm>
            <a:off x="330518" y="162545"/>
            <a:ext cx="8312742" cy="423864"/>
          </a:xfrm>
        </p:spPr>
        <p:txBody>
          <a:bodyPr/>
          <a:lstStyle/>
          <a:p>
            <a:r>
              <a:rPr lang="en-GB" b="1" dirty="0">
                <a:solidFill>
                  <a:schemeClr val="tx2">
                    <a:lumMod val="75000"/>
                    <a:lumOff val="25000"/>
                  </a:schemeClr>
                </a:solidFill>
                <a:latin typeface="+mj-lt"/>
              </a:rPr>
              <a:t>Issue-8: NCS23.10 Masterbm-0 upgrade failed due to pip version</a:t>
            </a:r>
            <a:endParaRPr lang="en-US" b="1" dirty="0">
              <a:solidFill>
                <a:schemeClr val="tx2">
                  <a:lumMod val="75000"/>
                  <a:lumOff val="25000"/>
                </a:schemeClr>
              </a:solidFill>
              <a:latin typeface="+mj-lt"/>
            </a:endParaRPr>
          </a:p>
        </p:txBody>
      </p:sp>
      <p:sp>
        <p:nvSpPr>
          <p:cNvPr id="4" name="Footer Placeholder 3">
            <a:extLst>
              <a:ext uri="{FF2B5EF4-FFF2-40B4-BE49-F238E27FC236}">
                <a16:creationId xmlns:a16="http://schemas.microsoft.com/office/drawing/2014/main" id="{E586617F-ABBC-2D92-3764-9CC2CD7D5A7C}"/>
              </a:ext>
            </a:extLst>
          </p:cNvPr>
          <p:cNvSpPr>
            <a:spLocks noGrp="1"/>
          </p:cNvSpPr>
          <p:nvPr>
            <p:ph type="ftr" sz="quarter" idx="3"/>
          </p:nvPr>
        </p:nvSpPr>
        <p:spPr/>
        <p:txBody>
          <a:bodyPr/>
          <a:lstStyle/>
          <a:p>
            <a:r>
              <a:rPr lang="en-US" dirty="0"/>
              <a:t>Nokia Internal</a:t>
            </a:r>
          </a:p>
        </p:txBody>
      </p:sp>
      <p:sp>
        <p:nvSpPr>
          <p:cNvPr id="2" name="Text Placeholder 7">
            <a:extLst>
              <a:ext uri="{FF2B5EF4-FFF2-40B4-BE49-F238E27FC236}">
                <a16:creationId xmlns:a16="http://schemas.microsoft.com/office/drawing/2014/main" id="{91698EB7-1224-AA23-FA52-EA1A1D843F8D}"/>
              </a:ext>
            </a:extLst>
          </p:cNvPr>
          <p:cNvSpPr txBox="1">
            <a:spLocks/>
          </p:cNvSpPr>
          <p:nvPr/>
        </p:nvSpPr>
        <p:spPr>
          <a:xfrm>
            <a:off x="254746" y="494981"/>
            <a:ext cx="8634507" cy="4280772"/>
          </a:xfrm>
          <a:prstGeom prst="rect">
            <a:avLst/>
          </a:prstGeom>
        </p:spPr>
        <p:txBody>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en-US" sz="1400" b="1" dirty="0">
                <a:solidFill>
                  <a:srgbClr val="0A0908"/>
                </a:solidFill>
                <a:latin typeface="Calibri" panose="020F0502020204030204" pitchFamily="34" charset="0"/>
                <a:cs typeface="Calibri" panose="020F0502020204030204" pitchFamily="34" charset="0"/>
              </a:rPr>
              <a:t>Error:-</a:t>
            </a:r>
          </a:p>
          <a:p>
            <a:pPr marL="342900" lvl="1" indent="0">
              <a:lnSpc>
                <a:spcPct val="100000"/>
              </a:lnSpc>
              <a:spcBef>
                <a:spcPts val="0"/>
              </a:spcBef>
              <a:buNone/>
            </a:pPr>
            <a:r>
              <a:rPr lang="en-US" sz="900" dirty="0">
                <a:solidFill>
                  <a:srgbClr val="0A0908"/>
                </a:solidFill>
                <a:highlight>
                  <a:srgbClr val="FFFF00"/>
                </a:highlight>
                <a:latin typeface="Calibri" panose="020F0502020204030204" pitchFamily="34" charset="0"/>
                <a:cs typeface="Calibri" panose="020F0502020204030204" pitchFamily="34" charset="0"/>
              </a:rPr>
              <a:t>TASK [Installing pip3 packages] </a:t>
            </a:r>
            <a:r>
              <a:rPr lang="en-US" sz="900" dirty="0">
                <a:solidFill>
                  <a:srgbClr val="0A0908"/>
                </a:solidFill>
                <a:latin typeface="Calibri" panose="020F0502020204030204" pitchFamily="34" charset="0"/>
                <a:cs typeface="Calibri" panose="020F0502020204030204" pitchFamily="34" charset="0"/>
              </a:rPr>
              <a:t>************************************************</a:t>
            </a:r>
          </a:p>
          <a:p>
            <a:pPr marL="342900" lvl="1" indent="0">
              <a:lnSpc>
                <a:spcPct val="100000"/>
              </a:lnSpc>
              <a:spcBef>
                <a:spcPts val="0"/>
              </a:spcBef>
              <a:buNone/>
            </a:pPr>
            <a:r>
              <a:rPr lang="en-US" sz="900" dirty="0">
                <a:solidFill>
                  <a:srgbClr val="0A0908"/>
                </a:solidFill>
                <a:highlight>
                  <a:srgbClr val="FFFF00"/>
                </a:highlight>
                <a:latin typeface="Calibri" panose="020F0502020204030204" pitchFamily="34" charset="0"/>
                <a:cs typeface="Calibri" panose="020F0502020204030204" pitchFamily="34" charset="0"/>
              </a:rPr>
              <a:t>\u001b[0;31mfatal: [ncdcwaaa02-ncs-masterbm-0]: FAILED! =&gt; </a:t>
            </a:r>
            <a:r>
              <a:rPr lang="en-US" sz="900" dirty="0">
                <a:solidFill>
                  <a:srgbClr val="0A0908"/>
                </a:solidFill>
                <a:latin typeface="Calibri" panose="020F0502020204030204" pitchFamily="34" charset="0"/>
                <a:cs typeface="Calibri" panose="020F0502020204030204" pitchFamily="34" charset="0"/>
              </a:rPr>
              <a:t>{\"changed\": true, \"</a:t>
            </a:r>
            <a:r>
              <a:rPr lang="en-US" sz="900" dirty="0" err="1">
                <a:solidFill>
                  <a:srgbClr val="0A0908"/>
                </a:solidFill>
                <a:latin typeface="Calibri" panose="020F0502020204030204" pitchFamily="34" charset="0"/>
                <a:cs typeface="Calibri" panose="020F0502020204030204" pitchFamily="34" charset="0"/>
              </a:rPr>
              <a:t>cmd</a:t>
            </a:r>
            <a:r>
              <a:rPr lang="en-US" sz="900" dirty="0">
                <a:solidFill>
                  <a:srgbClr val="0A0908"/>
                </a:solidFill>
                <a:latin typeface="Calibri" panose="020F0502020204030204" pitchFamily="34" charset="0"/>
                <a:cs typeface="Calibri" panose="020F0502020204030204" pitchFamily="34" charset="0"/>
              </a:rPr>
              <a:t>\": \"#!/bin/bash\</a:t>
            </a:r>
          </a:p>
          <a:p>
            <a:pPr marL="342900" lvl="1" indent="0">
              <a:lnSpc>
                <a:spcPct val="100000"/>
              </a:lnSpc>
              <a:spcBef>
                <a:spcPts val="0"/>
              </a:spcBef>
              <a:buNone/>
            </a:pPr>
            <a:r>
              <a:rPr lang="en-US" sz="900" dirty="0">
                <a:solidFill>
                  <a:srgbClr val="0A0908"/>
                </a:solidFill>
                <a:latin typeface="Calibri" panose="020F0502020204030204" pitchFamily="34" charset="0"/>
                <a:cs typeface="Calibri" panose="020F0502020204030204" pitchFamily="34" charset="0"/>
              </a:rPr>
              <a:t>pip3 uninstall -y redfish\</a:t>
            </a:r>
          </a:p>
          <a:p>
            <a:pPr marL="342900" lvl="1" indent="0">
              <a:lnSpc>
                <a:spcPct val="100000"/>
              </a:lnSpc>
              <a:spcBef>
                <a:spcPts val="0"/>
              </a:spcBef>
              <a:buNone/>
            </a:pPr>
            <a:r>
              <a:rPr lang="en-US" sz="900" dirty="0" err="1">
                <a:solidFill>
                  <a:srgbClr val="0A0908"/>
                </a:solidFill>
                <a:latin typeface="Calibri" panose="020F0502020204030204" pitchFamily="34" charset="0"/>
                <a:cs typeface="Calibri" panose="020F0502020204030204" pitchFamily="34" charset="0"/>
              </a:rPr>
              <a:t>pip_repo_dir</a:t>
            </a:r>
            <a:r>
              <a:rPr lang="en-US" sz="900" dirty="0">
                <a:solidFill>
                  <a:srgbClr val="0A0908"/>
                </a:solidFill>
                <a:latin typeface="Calibri" panose="020F0502020204030204" pitchFamily="34" charset="0"/>
                <a:cs typeface="Calibri" panose="020F0502020204030204" pitchFamily="34" charset="0"/>
              </a:rPr>
              <a:t>='/root/pip3_repo'\</a:t>
            </a:r>
          </a:p>
          <a:p>
            <a:pPr marL="342900" lvl="1" indent="0">
              <a:lnSpc>
                <a:spcPct val="100000"/>
              </a:lnSpc>
              <a:spcBef>
                <a:spcPts val="0"/>
              </a:spcBef>
              <a:buNone/>
            </a:pPr>
            <a:r>
              <a:rPr lang="en-US" sz="900" dirty="0" err="1">
                <a:solidFill>
                  <a:srgbClr val="0A0908"/>
                </a:solidFill>
                <a:latin typeface="Calibri" panose="020F0502020204030204" pitchFamily="34" charset="0"/>
                <a:cs typeface="Calibri" panose="020F0502020204030204" pitchFamily="34" charset="0"/>
              </a:rPr>
              <a:t>pip_files</a:t>
            </a:r>
            <a:r>
              <a:rPr lang="en-US" sz="900" dirty="0">
                <a:solidFill>
                  <a:srgbClr val="0A0908"/>
                </a:solidFill>
                <a:latin typeface="Calibri" panose="020F0502020204030204" pitchFamily="34" charset="0"/>
                <a:cs typeface="Calibri" panose="020F0502020204030204" pitchFamily="34" charset="0"/>
              </a:rPr>
              <a:t>=\\\"$(cd ${</a:t>
            </a:r>
            <a:r>
              <a:rPr lang="en-US" sz="900" dirty="0" err="1">
                <a:solidFill>
                  <a:srgbClr val="0A0908"/>
                </a:solidFill>
                <a:latin typeface="Calibri" panose="020F0502020204030204" pitchFamily="34" charset="0"/>
                <a:cs typeface="Calibri" panose="020F0502020204030204" pitchFamily="34" charset="0"/>
              </a:rPr>
              <a:t>pip_repo_dir</a:t>
            </a:r>
            <a:r>
              <a:rPr lang="en-US" sz="900" dirty="0">
                <a:solidFill>
                  <a:srgbClr val="0A0908"/>
                </a:solidFill>
                <a:latin typeface="Calibri" panose="020F0502020204030204" pitchFamily="34" charset="0"/>
                <a:cs typeface="Calibri" panose="020F0502020204030204" pitchFamily="34" charset="0"/>
              </a:rPr>
              <a:t>}; find . -</a:t>
            </a:r>
            <a:r>
              <a:rPr lang="en-US" sz="900" dirty="0" err="1">
                <a:solidFill>
                  <a:srgbClr val="0A0908"/>
                </a:solidFill>
                <a:latin typeface="Calibri" panose="020F0502020204030204" pitchFamily="34" charset="0"/>
                <a:cs typeface="Calibri" panose="020F0502020204030204" pitchFamily="34" charset="0"/>
              </a:rPr>
              <a:t>mindepth</a:t>
            </a:r>
            <a:r>
              <a:rPr lang="en-US" sz="900" dirty="0">
                <a:solidFill>
                  <a:srgbClr val="0A0908"/>
                </a:solidFill>
                <a:latin typeface="Calibri" panose="020F0502020204030204" pitchFamily="34" charset="0"/>
                <a:cs typeface="Calibri" panose="020F0502020204030204" pitchFamily="34" charset="0"/>
              </a:rPr>
              <a:t> 1 -</a:t>
            </a:r>
            <a:r>
              <a:rPr lang="en-US" sz="900" dirty="0" err="1">
                <a:solidFill>
                  <a:srgbClr val="0A0908"/>
                </a:solidFill>
                <a:latin typeface="Calibri" panose="020F0502020204030204" pitchFamily="34" charset="0"/>
                <a:cs typeface="Calibri" panose="020F0502020204030204" pitchFamily="34" charset="0"/>
              </a:rPr>
              <a:t>maxdepth</a:t>
            </a:r>
            <a:r>
              <a:rPr lang="en-US" sz="900" dirty="0">
                <a:solidFill>
                  <a:srgbClr val="0A0908"/>
                </a:solidFill>
                <a:latin typeface="Calibri" panose="020F0502020204030204" pitchFamily="34" charset="0"/>
                <a:cs typeface="Calibri" panose="020F0502020204030204" pitchFamily="34" charset="0"/>
              </a:rPr>
              <a:t> 1 -type f | sed \\\"s/^\\\\.\\\\///\\\")\\\"\</a:t>
            </a:r>
          </a:p>
          <a:p>
            <a:pPr marL="342900" lvl="1" indent="0">
              <a:lnSpc>
                <a:spcPct val="100000"/>
              </a:lnSpc>
              <a:spcBef>
                <a:spcPts val="0"/>
              </a:spcBef>
              <a:buNone/>
            </a:pPr>
            <a:r>
              <a:rPr lang="en-US" sz="900" dirty="0">
                <a:solidFill>
                  <a:srgbClr val="0A0908"/>
                </a:solidFill>
                <a:latin typeface="Calibri" panose="020F0502020204030204" pitchFamily="34" charset="0"/>
                <a:cs typeface="Calibri" panose="020F0502020204030204" pitchFamily="34" charset="0"/>
              </a:rPr>
              <a:t>cd ${</a:t>
            </a:r>
            <a:r>
              <a:rPr lang="en-US" sz="900" dirty="0" err="1">
                <a:solidFill>
                  <a:srgbClr val="0A0908"/>
                </a:solidFill>
                <a:latin typeface="Calibri" panose="020F0502020204030204" pitchFamily="34" charset="0"/>
                <a:cs typeface="Calibri" panose="020F0502020204030204" pitchFamily="34" charset="0"/>
              </a:rPr>
              <a:t>pip_repo_dir</a:t>
            </a:r>
            <a:r>
              <a:rPr lang="en-US" sz="900" dirty="0">
                <a:solidFill>
                  <a:srgbClr val="0A0908"/>
                </a:solidFill>
                <a:latin typeface="Calibri" panose="020F0502020204030204" pitchFamily="34" charset="0"/>
                <a:cs typeface="Calibri" panose="020F0502020204030204" pitchFamily="34" charset="0"/>
              </a:rPr>
              <a:t>}\</a:t>
            </a:r>
          </a:p>
          <a:p>
            <a:pPr marL="342900" lvl="1" indent="0">
              <a:lnSpc>
                <a:spcPct val="100000"/>
              </a:lnSpc>
              <a:spcBef>
                <a:spcPts val="0"/>
              </a:spcBef>
              <a:buNone/>
            </a:pPr>
            <a:r>
              <a:rPr lang="en-US" sz="900" dirty="0">
                <a:solidFill>
                  <a:srgbClr val="0A0908"/>
                </a:solidFill>
                <a:latin typeface="Calibri" panose="020F0502020204030204" pitchFamily="34" charset="0"/>
                <a:cs typeface="Calibri" panose="020F0502020204030204" pitchFamily="34" charset="0"/>
              </a:rPr>
              <a:t>pip3 install -U ${</a:t>
            </a:r>
            <a:r>
              <a:rPr lang="en-US" sz="900" dirty="0" err="1">
                <a:solidFill>
                  <a:srgbClr val="0A0908"/>
                </a:solidFill>
                <a:latin typeface="Calibri" panose="020F0502020204030204" pitchFamily="34" charset="0"/>
                <a:cs typeface="Calibri" panose="020F0502020204030204" pitchFamily="34" charset="0"/>
              </a:rPr>
              <a:t>pip_files</a:t>
            </a:r>
            <a:r>
              <a:rPr lang="en-US" sz="900" dirty="0">
                <a:solidFill>
                  <a:srgbClr val="0A0908"/>
                </a:solidFill>
                <a:latin typeface="Calibri" panose="020F0502020204030204" pitchFamily="34" charset="0"/>
                <a:cs typeface="Calibri" panose="020F0502020204030204" pitchFamily="34" charset="0"/>
              </a:rPr>
              <a:t>} -f ./ --no-index\</a:t>
            </a:r>
          </a:p>
          <a:p>
            <a:pPr marL="342900" lvl="1" indent="0">
              <a:lnSpc>
                <a:spcPct val="100000"/>
              </a:lnSpc>
              <a:spcBef>
                <a:spcPts val="0"/>
              </a:spcBef>
              <a:buNone/>
            </a:pPr>
            <a:r>
              <a:rPr lang="en-US" sz="900" dirty="0">
                <a:solidFill>
                  <a:srgbClr val="0A0908"/>
                </a:solidFill>
                <a:latin typeface="Calibri" panose="020F0502020204030204" pitchFamily="34" charset="0"/>
                <a:cs typeface="Calibri" panose="020F0502020204030204" pitchFamily="34" charset="0"/>
              </a:rPr>
              <a:t>\", \"delta\": \"0:00:55.514042\", \"end\": \"2025-01-13 07:42:10.161024\", \"msg\": \"non-zero return code\", \"</a:t>
            </a:r>
            <a:r>
              <a:rPr lang="en-US" sz="900" dirty="0" err="1">
                <a:solidFill>
                  <a:srgbClr val="0A0908"/>
                </a:solidFill>
                <a:latin typeface="Calibri" panose="020F0502020204030204" pitchFamily="34" charset="0"/>
                <a:cs typeface="Calibri" panose="020F0502020204030204" pitchFamily="34" charset="0"/>
              </a:rPr>
              <a:t>rc</a:t>
            </a:r>
            <a:r>
              <a:rPr lang="en-US" sz="900" dirty="0">
                <a:solidFill>
                  <a:srgbClr val="0A0908"/>
                </a:solidFill>
                <a:latin typeface="Calibri" panose="020F0502020204030204" pitchFamily="34" charset="0"/>
                <a:cs typeface="Calibri" panose="020F0502020204030204" pitchFamily="34" charset="0"/>
              </a:rPr>
              <a:t>\": 1, \"start\": \"2025-01-13 07:41:14.646982\", \"stderr\": \"WARNING: pip is being invoked by an old script wrapper. This will fail in a future version of pip.\</a:t>
            </a:r>
          </a:p>
          <a:p>
            <a:pPr marL="342900" lvl="1" indent="0">
              <a:lnSpc>
                <a:spcPct val="100000"/>
              </a:lnSpc>
              <a:spcBef>
                <a:spcPts val="0"/>
              </a:spcBef>
              <a:buNone/>
            </a:pPr>
            <a:r>
              <a:rPr lang="en-US" sz="900" dirty="0">
                <a:solidFill>
                  <a:srgbClr val="0A0908"/>
                </a:solidFill>
                <a:latin typeface="Calibri" panose="020F0502020204030204" pitchFamily="34" charset="0"/>
                <a:cs typeface="Calibri" panose="020F0502020204030204" pitchFamily="34" charset="0"/>
              </a:rPr>
              <a:t>Please see https://github.com/pypa/pip/issues/5599 for advice on fixing the underlying issue.\</a:t>
            </a:r>
          </a:p>
          <a:p>
            <a:pPr marL="342900" lvl="1" indent="0">
              <a:lnSpc>
                <a:spcPct val="100000"/>
              </a:lnSpc>
              <a:spcBef>
                <a:spcPts val="0"/>
              </a:spcBef>
              <a:buNone/>
            </a:pPr>
            <a:r>
              <a:rPr lang="en-US" sz="900" dirty="0">
                <a:solidFill>
                  <a:srgbClr val="0A0908"/>
                </a:solidFill>
                <a:latin typeface="Calibri" panose="020F0502020204030204" pitchFamily="34" charset="0"/>
                <a:cs typeface="Calibri" panose="020F0502020204030204" pitchFamily="34" charset="0"/>
              </a:rPr>
              <a:t>To avoid this problem you can invoke Python with '-m pip' instead of running pip directly.\</a:t>
            </a:r>
          </a:p>
          <a:p>
            <a:pPr marL="342900" lvl="1" indent="0">
              <a:lnSpc>
                <a:spcPct val="100000"/>
              </a:lnSpc>
              <a:spcBef>
                <a:spcPts val="0"/>
              </a:spcBef>
              <a:buNone/>
            </a:pPr>
            <a:r>
              <a:rPr lang="en-US" sz="900" dirty="0">
                <a:solidFill>
                  <a:srgbClr val="0A0908"/>
                </a:solidFill>
                <a:latin typeface="Calibri" panose="020F0502020204030204" pitchFamily="34" charset="0"/>
                <a:cs typeface="Calibri" panose="020F0502020204030204" pitchFamily="34" charset="0"/>
              </a:rPr>
              <a:t>WARNING: Skipping redfish as it is not installed.\</a:t>
            </a:r>
          </a:p>
          <a:p>
            <a:pPr marL="342900" lvl="1" indent="0">
              <a:lnSpc>
                <a:spcPct val="100000"/>
              </a:lnSpc>
              <a:spcBef>
                <a:spcPts val="0"/>
              </a:spcBef>
              <a:buNone/>
            </a:pPr>
            <a:r>
              <a:rPr lang="en-US" sz="900" dirty="0">
                <a:solidFill>
                  <a:srgbClr val="0A0908"/>
                </a:solidFill>
                <a:latin typeface="Calibri" panose="020F0502020204030204" pitchFamily="34" charset="0"/>
                <a:cs typeface="Calibri" panose="020F0502020204030204" pitchFamily="34" charset="0"/>
              </a:rPr>
              <a:t>WARNING: Running pip as the 'root' user can result in broken permissions and conflicting </a:t>
            </a:r>
            <a:r>
              <a:rPr lang="en-US" sz="900" dirty="0" err="1">
                <a:solidFill>
                  <a:srgbClr val="0A0908"/>
                </a:solidFill>
                <a:latin typeface="Calibri" panose="020F0502020204030204" pitchFamily="34" charset="0"/>
                <a:cs typeface="Calibri" panose="020F0502020204030204" pitchFamily="34" charset="0"/>
              </a:rPr>
              <a:t>behaviour</a:t>
            </a:r>
            <a:r>
              <a:rPr lang="en-US" sz="900" dirty="0">
                <a:solidFill>
                  <a:srgbClr val="0A0908"/>
                </a:solidFill>
                <a:latin typeface="Calibri" panose="020F0502020204030204" pitchFamily="34" charset="0"/>
                <a:cs typeface="Calibri" panose="020F0502020204030204" pitchFamily="34" charset="0"/>
              </a:rPr>
              <a:t> with the system package manager. It is recommended to use a virtual environment instead: https://pip.pypa.io/warnings/venv\</a:t>
            </a:r>
          </a:p>
          <a:p>
            <a:pPr marL="342900" lvl="1" indent="0">
              <a:lnSpc>
                <a:spcPct val="100000"/>
              </a:lnSpc>
              <a:spcBef>
                <a:spcPts val="0"/>
              </a:spcBef>
              <a:buNone/>
            </a:pPr>
            <a:r>
              <a:rPr lang="en-US" sz="900" dirty="0">
                <a:solidFill>
                  <a:srgbClr val="0A0908"/>
                </a:solidFill>
                <a:latin typeface="Calibri" panose="020F0502020204030204" pitchFamily="34" charset="0"/>
                <a:cs typeface="Calibri" panose="020F0502020204030204" pitchFamily="34" charset="0"/>
              </a:rPr>
              <a:t>WARNING: pip is being invoked by an old script wrapper. This will fail in a future version of pip.\</a:t>
            </a:r>
          </a:p>
          <a:p>
            <a:pPr marL="342900" lvl="1" indent="0">
              <a:lnSpc>
                <a:spcPct val="100000"/>
              </a:lnSpc>
              <a:spcBef>
                <a:spcPts val="0"/>
              </a:spcBef>
              <a:buNone/>
            </a:pPr>
            <a:r>
              <a:rPr lang="en-US" sz="900" dirty="0">
                <a:solidFill>
                  <a:srgbClr val="0A0908"/>
                </a:solidFill>
                <a:latin typeface="Calibri" panose="020F0502020204030204" pitchFamily="34" charset="0"/>
                <a:cs typeface="Calibri" panose="020F0502020204030204" pitchFamily="34" charset="0"/>
              </a:rPr>
              <a:t>Please see https://github.com/pypa/pip/issues/5599 for advice on fixing the underlying issue.\</a:t>
            </a:r>
          </a:p>
          <a:p>
            <a:pPr marL="342900" lvl="1" indent="0">
              <a:lnSpc>
                <a:spcPct val="100000"/>
              </a:lnSpc>
              <a:spcBef>
                <a:spcPts val="0"/>
              </a:spcBef>
              <a:buNone/>
            </a:pPr>
            <a:r>
              <a:rPr lang="en-US" sz="900" dirty="0">
                <a:solidFill>
                  <a:srgbClr val="0A0908"/>
                </a:solidFill>
                <a:latin typeface="Calibri" panose="020F0502020204030204" pitchFamily="34" charset="0"/>
                <a:cs typeface="Calibri" panose="020F0502020204030204" pitchFamily="34" charset="0"/>
              </a:rPr>
              <a:t>To avoid this problem you can invoke Python with '-m pip' instead of running pip directly.\</a:t>
            </a:r>
          </a:p>
          <a:p>
            <a:pPr marL="342900" lvl="1" indent="0">
              <a:lnSpc>
                <a:spcPct val="100000"/>
              </a:lnSpc>
              <a:spcBef>
                <a:spcPts val="0"/>
              </a:spcBef>
              <a:buNone/>
            </a:pPr>
            <a:r>
              <a:rPr lang="en-US" sz="900" dirty="0">
                <a:solidFill>
                  <a:srgbClr val="FF0000"/>
                </a:solidFill>
                <a:latin typeface="Calibri" panose="020F0502020204030204" pitchFamily="34" charset="0"/>
                <a:cs typeface="Calibri" panose="020F0502020204030204" pitchFamily="34" charset="0"/>
              </a:rPr>
              <a:t>ERROR: Cannot install keystoneauth1==5.1.0, </a:t>
            </a:r>
            <a:r>
              <a:rPr lang="en-US" sz="900" dirty="0" err="1">
                <a:solidFill>
                  <a:srgbClr val="FF0000"/>
                </a:solidFill>
                <a:latin typeface="Calibri" panose="020F0502020204030204" pitchFamily="34" charset="0"/>
                <a:cs typeface="Calibri" panose="020F0502020204030204" pitchFamily="34" charset="0"/>
              </a:rPr>
              <a:t>os</a:t>
            </a:r>
            <a:r>
              <a:rPr lang="en-US" sz="900" dirty="0">
                <a:solidFill>
                  <a:srgbClr val="FF0000"/>
                </a:solidFill>
                <a:latin typeface="Calibri" panose="020F0502020204030204" pitchFamily="34" charset="0"/>
                <a:cs typeface="Calibri" panose="020F0502020204030204" pitchFamily="34" charset="0"/>
              </a:rPr>
              <a:t>-apply-config==13.1.0, </a:t>
            </a:r>
            <a:r>
              <a:rPr lang="en-US" sz="900" dirty="0" err="1">
                <a:solidFill>
                  <a:srgbClr val="FF0000"/>
                </a:solidFill>
                <a:latin typeface="Calibri" panose="020F0502020204030204" pitchFamily="34" charset="0"/>
                <a:cs typeface="Calibri" panose="020F0502020204030204" pitchFamily="34" charset="0"/>
              </a:rPr>
              <a:t>os</a:t>
            </a:r>
            <a:r>
              <a:rPr lang="en-US" sz="900" dirty="0">
                <a:solidFill>
                  <a:srgbClr val="FF0000"/>
                </a:solidFill>
                <a:latin typeface="Calibri" panose="020F0502020204030204" pitchFamily="34" charset="0"/>
                <a:cs typeface="Calibri" panose="020F0502020204030204" pitchFamily="34" charset="0"/>
              </a:rPr>
              <a:t>-collect-config==13.1.0, </a:t>
            </a:r>
            <a:r>
              <a:rPr lang="en-US" sz="900" dirty="0" err="1">
                <a:solidFill>
                  <a:srgbClr val="FF0000"/>
                </a:solidFill>
                <a:latin typeface="Calibri" panose="020F0502020204030204" pitchFamily="34" charset="0"/>
                <a:cs typeface="Calibri" panose="020F0502020204030204" pitchFamily="34" charset="0"/>
              </a:rPr>
              <a:t>os</a:t>
            </a:r>
            <a:r>
              <a:rPr lang="en-US" sz="900" dirty="0">
                <a:solidFill>
                  <a:srgbClr val="FF0000"/>
                </a:solidFill>
                <a:latin typeface="Calibri" panose="020F0502020204030204" pitchFamily="34" charset="0"/>
                <a:cs typeface="Calibri" panose="020F0502020204030204" pitchFamily="34" charset="0"/>
              </a:rPr>
              <a:t>-refresh-config==13.0.1, </a:t>
            </a:r>
            <a:r>
              <a:rPr lang="en-US" sz="900" dirty="0" err="1">
                <a:solidFill>
                  <a:srgbClr val="FF0000"/>
                </a:solidFill>
                <a:latin typeface="Calibri" panose="020F0502020204030204" pitchFamily="34" charset="0"/>
                <a:cs typeface="Calibri" panose="020F0502020204030204" pitchFamily="34" charset="0"/>
              </a:rPr>
              <a:t>pbr</a:t>
            </a:r>
            <a:r>
              <a:rPr lang="en-US" sz="900" dirty="0">
                <a:solidFill>
                  <a:srgbClr val="FF0000"/>
                </a:solidFill>
                <a:latin typeface="Calibri" panose="020F0502020204030204" pitchFamily="34" charset="0"/>
                <a:cs typeface="Calibri" panose="020F0502020204030204" pitchFamily="34" charset="0"/>
              </a:rPr>
              <a:t> 5.4.4 (from /root/pip3_repo/pbr-5.4.4-py2.py3-none-any.whl) and python-</a:t>
            </a:r>
            <a:r>
              <a:rPr lang="en-US" sz="900" dirty="0" err="1">
                <a:solidFill>
                  <a:srgbClr val="FF0000"/>
                </a:solidFill>
                <a:latin typeface="Calibri" panose="020F0502020204030204" pitchFamily="34" charset="0"/>
                <a:cs typeface="Calibri" panose="020F0502020204030204" pitchFamily="34" charset="0"/>
              </a:rPr>
              <a:t>cinderclient</a:t>
            </a:r>
            <a:r>
              <a:rPr lang="en-US" sz="900" dirty="0">
                <a:solidFill>
                  <a:srgbClr val="FF0000"/>
                </a:solidFill>
                <a:latin typeface="Calibri" panose="020F0502020204030204" pitchFamily="34" charset="0"/>
                <a:cs typeface="Calibri" panose="020F0502020204030204" pitchFamily="34" charset="0"/>
              </a:rPr>
              <a:t>==8.1.0 because these package versions have conflicting dependencies.\</a:t>
            </a:r>
          </a:p>
          <a:p>
            <a:pPr marL="342900" lvl="1" indent="0">
              <a:lnSpc>
                <a:spcPct val="100000"/>
              </a:lnSpc>
              <a:spcBef>
                <a:spcPts val="0"/>
              </a:spcBef>
              <a:buNone/>
            </a:pPr>
            <a:r>
              <a:rPr lang="en-US" sz="900" dirty="0">
                <a:solidFill>
                  <a:srgbClr val="FF0000"/>
                </a:solidFill>
                <a:latin typeface="Calibri" panose="020F0502020204030204" pitchFamily="34" charset="0"/>
                <a:cs typeface="Calibri" panose="020F0502020204030204" pitchFamily="34" charset="0"/>
              </a:rPr>
              <a:t>ERROR: </a:t>
            </a:r>
            <a:r>
              <a:rPr lang="en-US" sz="900" dirty="0" err="1">
                <a:solidFill>
                  <a:srgbClr val="FF0000"/>
                </a:solidFill>
                <a:latin typeface="Calibri" panose="020F0502020204030204" pitchFamily="34" charset="0"/>
                <a:cs typeface="Calibri" panose="020F0502020204030204" pitchFamily="34" charset="0"/>
              </a:rPr>
              <a:t>ResolutionImpossible</a:t>
            </a:r>
            <a:r>
              <a:rPr lang="en-US" sz="900" dirty="0">
                <a:solidFill>
                  <a:srgbClr val="FF0000"/>
                </a:solidFill>
                <a:latin typeface="Calibri" panose="020F0502020204030204" pitchFamily="34" charset="0"/>
                <a:cs typeface="Calibri" panose="020F0502020204030204" pitchFamily="34" charset="0"/>
              </a:rPr>
              <a:t>: for help visit https://pip.pypa.io/en/latest/user_guide/#fixing-conflicting-dependencies\", \"</a:t>
            </a:r>
            <a:r>
              <a:rPr lang="en-US" sz="900" dirty="0" err="1">
                <a:solidFill>
                  <a:srgbClr val="FF0000"/>
                </a:solidFill>
                <a:latin typeface="Calibri" panose="020F0502020204030204" pitchFamily="34" charset="0"/>
                <a:cs typeface="Calibri" panose="020F0502020204030204" pitchFamily="34" charset="0"/>
              </a:rPr>
              <a:t>stderr_lines</a:t>
            </a:r>
            <a:r>
              <a:rPr lang="en-US" sz="900" dirty="0">
                <a:solidFill>
                  <a:srgbClr val="FF0000"/>
                </a:solidFill>
                <a:latin typeface="Calibri" panose="020F0502020204030204" pitchFamily="34" charset="0"/>
                <a:cs typeface="Calibri" panose="020F0502020204030204" pitchFamily="34" charset="0"/>
              </a:rPr>
              <a:t>\": [\"WARNING: pip is being invoked by an old script wrapper. This will fail in a future version of pip.\", \"Please see https://github.com/pypa/pip/issues/5599 for advice on fixing the underlying issue.\", \"To avoid this problem you can invoke Python with '-m pip' instead of running pip directly.\", \"WARNING: Skipping redfish as it is not installed.\", \"WARNING: Running pip as the 'root' user can result in broken permissions and conflicting </a:t>
            </a:r>
            <a:r>
              <a:rPr lang="en-US" sz="900" dirty="0" err="1">
                <a:solidFill>
                  <a:srgbClr val="FF0000"/>
                </a:solidFill>
                <a:latin typeface="Calibri" panose="020F0502020204030204" pitchFamily="34" charset="0"/>
                <a:cs typeface="Calibri" panose="020F0502020204030204" pitchFamily="34" charset="0"/>
              </a:rPr>
              <a:t>behaviour</a:t>
            </a:r>
            <a:r>
              <a:rPr lang="en-US" sz="900" dirty="0">
                <a:solidFill>
                  <a:srgbClr val="FF0000"/>
                </a:solidFill>
                <a:latin typeface="Calibri" panose="020F0502020204030204" pitchFamily="34" charset="0"/>
                <a:cs typeface="Calibri" panose="020F0502020204030204" pitchFamily="34" charset="0"/>
              </a:rPr>
              <a:t> with the system package manager. It is recommended to use a virtual environment instead: https://pip.pypa.io/warnings/venv\", \"WARNING: pip is being invoked by an old script wrapper. This will fail in a future version of pip.\", \"Please see https://github.com/pypa/pip/issues/5599 for advice on fixing the underlying issue.\", \"To avoid this problem you can invoke Python with '-m pip' instead of running pip directly.\", \"ERROR: Cannot install keystoneauth1==5.1.0, </a:t>
            </a:r>
            <a:r>
              <a:rPr lang="en-US" sz="900" dirty="0" err="1">
                <a:solidFill>
                  <a:srgbClr val="FF0000"/>
                </a:solidFill>
                <a:latin typeface="Calibri" panose="020F0502020204030204" pitchFamily="34" charset="0"/>
                <a:cs typeface="Calibri" panose="020F0502020204030204" pitchFamily="34" charset="0"/>
              </a:rPr>
              <a:t>os</a:t>
            </a:r>
            <a:r>
              <a:rPr lang="en-US" sz="900" dirty="0">
                <a:solidFill>
                  <a:srgbClr val="FF0000"/>
                </a:solidFill>
                <a:latin typeface="Calibri" panose="020F0502020204030204" pitchFamily="34" charset="0"/>
                <a:cs typeface="Calibri" panose="020F0502020204030204" pitchFamily="34" charset="0"/>
              </a:rPr>
              <a:t>-apply-config==13.1.0, </a:t>
            </a:r>
            <a:r>
              <a:rPr lang="en-US" sz="900" dirty="0" err="1">
                <a:solidFill>
                  <a:srgbClr val="FF0000"/>
                </a:solidFill>
                <a:latin typeface="Calibri" panose="020F0502020204030204" pitchFamily="34" charset="0"/>
                <a:cs typeface="Calibri" panose="020F0502020204030204" pitchFamily="34" charset="0"/>
              </a:rPr>
              <a:t>os</a:t>
            </a:r>
            <a:r>
              <a:rPr lang="en-US" sz="900" dirty="0">
                <a:solidFill>
                  <a:srgbClr val="FF0000"/>
                </a:solidFill>
                <a:latin typeface="Calibri" panose="020F0502020204030204" pitchFamily="34" charset="0"/>
                <a:cs typeface="Calibri" panose="020F0502020204030204" pitchFamily="34" charset="0"/>
              </a:rPr>
              <a:t>-collect-config==13.1.0, </a:t>
            </a:r>
            <a:r>
              <a:rPr lang="en-US" sz="900" dirty="0" err="1">
                <a:solidFill>
                  <a:srgbClr val="FF0000"/>
                </a:solidFill>
                <a:latin typeface="Calibri" panose="020F0502020204030204" pitchFamily="34" charset="0"/>
                <a:cs typeface="Calibri" panose="020F0502020204030204" pitchFamily="34" charset="0"/>
              </a:rPr>
              <a:t>os</a:t>
            </a:r>
            <a:r>
              <a:rPr lang="en-US" sz="900" dirty="0">
                <a:solidFill>
                  <a:srgbClr val="FF0000"/>
                </a:solidFill>
                <a:latin typeface="Calibri" panose="020F0502020204030204" pitchFamily="34" charset="0"/>
                <a:cs typeface="Calibri" panose="020F0502020204030204" pitchFamily="34" charset="0"/>
              </a:rPr>
              <a:t>-refresh-config==13.0.1, </a:t>
            </a:r>
            <a:r>
              <a:rPr lang="en-US" sz="900" dirty="0" err="1">
                <a:solidFill>
                  <a:srgbClr val="FF0000"/>
                </a:solidFill>
                <a:latin typeface="Calibri" panose="020F0502020204030204" pitchFamily="34" charset="0"/>
                <a:cs typeface="Calibri" panose="020F0502020204030204" pitchFamily="34" charset="0"/>
              </a:rPr>
              <a:t>pbr</a:t>
            </a:r>
            <a:r>
              <a:rPr lang="en-US" sz="900" dirty="0">
                <a:solidFill>
                  <a:srgbClr val="FF0000"/>
                </a:solidFill>
                <a:latin typeface="Calibri" panose="020F0502020204030204" pitchFamily="34" charset="0"/>
                <a:cs typeface="Calibri" panose="020F0502020204030204" pitchFamily="34" charset="0"/>
              </a:rPr>
              <a:t> 5.4.4 (from /root/pip3_repo/pbr-5.4.4-py2.py3-none-any.whl) and python-</a:t>
            </a:r>
            <a:r>
              <a:rPr lang="en-US" sz="900" dirty="0" err="1">
                <a:solidFill>
                  <a:srgbClr val="FF0000"/>
                </a:solidFill>
                <a:latin typeface="Calibri" panose="020F0502020204030204" pitchFamily="34" charset="0"/>
                <a:cs typeface="Calibri" panose="020F0502020204030204" pitchFamily="34" charset="0"/>
              </a:rPr>
              <a:t>cinderclient</a:t>
            </a:r>
            <a:r>
              <a:rPr lang="en-US" sz="900" dirty="0">
                <a:solidFill>
                  <a:srgbClr val="FF0000"/>
                </a:solidFill>
                <a:latin typeface="Calibri" panose="020F0502020204030204" pitchFamily="34" charset="0"/>
                <a:cs typeface="Calibri" panose="020F0502020204030204" pitchFamily="34" charset="0"/>
              </a:rPr>
              <a:t>==8.1.0 because these package versions have conflicting dependencies.\", \"ERROR: </a:t>
            </a:r>
            <a:r>
              <a:rPr lang="en-US" sz="900" dirty="0" err="1">
                <a:solidFill>
                  <a:srgbClr val="FF0000"/>
                </a:solidFill>
                <a:latin typeface="Calibri" panose="020F0502020204030204" pitchFamily="34" charset="0"/>
                <a:cs typeface="Calibri" panose="020F0502020204030204" pitchFamily="34" charset="0"/>
              </a:rPr>
              <a:t>ResolutionImpossible</a:t>
            </a:r>
            <a:r>
              <a:rPr lang="en-US" sz="900" dirty="0">
                <a:solidFill>
                  <a:srgbClr val="FF0000"/>
                </a:solidFill>
                <a:latin typeface="Calibri" panose="020F0502020204030204" pitchFamily="34" charset="0"/>
                <a:cs typeface="Calibri" panose="020F0502020204030204" pitchFamily="34" charset="0"/>
              </a:rPr>
              <a:t>: for help visit https://pip.pypa.io/en/latest/user_guide/#fixing-conflicting-dependencies\"], \"</a:t>
            </a:r>
            <a:r>
              <a:rPr lang="en-US" sz="900" dirty="0" err="1">
                <a:solidFill>
                  <a:srgbClr val="FF0000"/>
                </a:solidFill>
                <a:latin typeface="Calibri" panose="020F0502020204030204" pitchFamily="34" charset="0"/>
                <a:cs typeface="Calibri" panose="020F0502020204030204" pitchFamily="34" charset="0"/>
              </a:rPr>
              <a:t>stdout</a:t>
            </a:r>
            <a:r>
              <a:rPr lang="en-US" sz="900" dirty="0">
                <a:solidFill>
                  <a:srgbClr val="FF0000"/>
                </a:solidFill>
                <a:latin typeface="Calibri" panose="020F0502020204030204" pitchFamily="34" charset="0"/>
                <a:cs typeface="Calibri" panose="020F0502020204030204" pitchFamily="34" charset="0"/>
              </a:rPr>
              <a:t>\": \"Looking in links: ./\ </a:t>
            </a:r>
          </a:p>
          <a:p>
            <a:pPr marL="0" indent="0">
              <a:lnSpc>
                <a:spcPct val="107000"/>
              </a:lnSpc>
              <a:spcBef>
                <a:spcPts val="0"/>
              </a:spcBef>
              <a:buNone/>
            </a:pPr>
            <a:endParaRPr lang="en-IN" sz="900" kern="1400" dirty="0">
              <a:solidFill>
                <a:srgbClr val="0A090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3889482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936DA2-F442-3F2A-CC66-72048A49ADAF}"/>
            </a:ext>
          </a:extLst>
        </p:cNvPr>
        <p:cNvGrpSpPr/>
        <p:nvPr/>
      </p:nvGrpSpPr>
      <p:grpSpPr>
        <a:xfrm>
          <a:off x="0" y="0"/>
          <a:ext cx="0" cy="0"/>
          <a:chOff x="0" y="0"/>
          <a:chExt cx="0" cy="0"/>
        </a:xfrm>
      </p:grpSpPr>
      <p:sp>
        <p:nvSpPr>
          <p:cNvPr id="10" name="Text Placeholder 9">
            <a:extLst>
              <a:ext uri="{FF2B5EF4-FFF2-40B4-BE49-F238E27FC236}">
                <a16:creationId xmlns:a16="http://schemas.microsoft.com/office/drawing/2014/main" id="{2ADA194A-C3FC-357F-2BB8-20B4127BEFE7}"/>
              </a:ext>
            </a:extLst>
          </p:cNvPr>
          <p:cNvSpPr>
            <a:spLocks noGrp="1"/>
          </p:cNvSpPr>
          <p:nvPr>
            <p:ph type="body" sz="quarter" idx="12"/>
          </p:nvPr>
        </p:nvSpPr>
        <p:spPr>
          <a:xfrm>
            <a:off x="330518" y="162545"/>
            <a:ext cx="8312742" cy="423864"/>
          </a:xfrm>
        </p:spPr>
        <p:txBody>
          <a:bodyPr/>
          <a:lstStyle/>
          <a:p>
            <a:r>
              <a:rPr lang="en-GB" b="1" dirty="0">
                <a:solidFill>
                  <a:schemeClr val="tx2">
                    <a:lumMod val="75000"/>
                    <a:lumOff val="25000"/>
                  </a:schemeClr>
                </a:solidFill>
                <a:latin typeface="+mj-lt"/>
              </a:rPr>
              <a:t>Issue-8: NCS23.10 Masterbm-0 upgrade failure.. </a:t>
            </a:r>
            <a:r>
              <a:rPr lang="en-GB" b="1" dirty="0" err="1">
                <a:solidFill>
                  <a:schemeClr val="tx2">
                    <a:lumMod val="75000"/>
                    <a:lumOff val="25000"/>
                  </a:schemeClr>
                </a:solidFill>
                <a:latin typeface="+mj-lt"/>
              </a:rPr>
              <a:t>Cont</a:t>
            </a:r>
            <a:r>
              <a:rPr lang="en-GB" b="1" dirty="0">
                <a:solidFill>
                  <a:schemeClr val="tx2">
                    <a:lumMod val="75000"/>
                    <a:lumOff val="25000"/>
                  </a:schemeClr>
                </a:solidFill>
                <a:latin typeface="+mj-lt"/>
              </a:rPr>
              <a:t>…</a:t>
            </a:r>
            <a:endParaRPr lang="en-US" b="1" dirty="0">
              <a:solidFill>
                <a:schemeClr val="tx2">
                  <a:lumMod val="75000"/>
                  <a:lumOff val="25000"/>
                </a:schemeClr>
              </a:solidFill>
              <a:latin typeface="+mj-lt"/>
            </a:endParaRPr>
          </a:p>
        </p:txBody>
      </p:sp>
      <p:sp>
        <p:nvSpPr>
          <p:cNvPr id="4" name="Footer Placeholder 3">
            <a:extLst>
              <a:ext uri="{FF2B5EF4-FFF2-40B4-BE49-F238E27FC236}">
                <a16:creationId xmlns:a16="http://schemas.microsoft.com/office/drawing/2014/main" id="{5238960B-817D-2C49-AC0B-A47CDAA6D524}"/>
              </a:ext>
            </a:extLst>
          </p:cNvPr>
          <p:cNvSpPr>
            <a:spLocks noGrp="1"/>
          </p:cNvSpPr>
          <p:nvPr>
            <p:ph type="ftr" sz="quarter" idx="3"/>
          </p:nvPr>
        </p:nvSpPr>
        <p:spPr/>
        <p:txBody>
          <a:bodyPr/>
          <a:lstStyle/>
          <a:p>
            <a:r>
              <a:rPr lang="en-US" dirty="0"/>
              <a:t>Nokia Internal</a:t>
            </a:r>
          </a:p>
        </p:txBody>
      </p:sp>
      <p:sp>
        <p:nvSpPr>
          <p:cNvPr id="2" name="Text Placeholder 7">
            <a:extLst>
              <a:ext uri="{FF2B5EF4-FFF2-40B4-BE49-F238E27FC236}">
                <a16:creationId xmlns:a16="http://schemas.microsoft.com/office/drawing/2014/main" id="{3351E071-E6B7-6D2B-230C-F51D8040C394}"/>
              </a:ext>
            </a:extLst>
          </p:cNvPr>
          <p:cNvSpPr txBox="1">
            <a:spLocks/>
          </p:cNvSpPr>
          <p:nvPr/>
        </p:nvSpPr>
        <p:spPr>
          <a:xfrm>
            <a:off x="254746" y="586409"/>
            <a:ext cx="8634507" cy="4363575"/>
          </a:xfrm>
          <a:prstGeom prst="rect">
            <a:avLst/>
          </a:prstGeom>
        </p:spPr>
        <p:txBody>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en-US" sz="1200" b="1" dirty="0">
                <a:solidFill>
                  <a:srgbClr val="0A0908"/>
                </a:solidFill>
                <a:latin typeface="Calibri" panose="020F0502020204030204" pitchFamily="34" charset="0"/>
                <a:cs typeface="Calibri" panose="020F0502020204030204" pitchFamily="34" charset="0"/>
              </a:rPr>
              <a:t>Solution:</a:t>
            </a:r>
          </a:p>
          <a:p>
            <a:pPr marL="0" indent="0">
              <a:spcBef>
                <a:spcPts val="0"/>
              </a:spcBef>
              <a:buNone/>
            </a:pPr>
            <a:endParaRPr lang="en-US" sz="900" kern="1400" dirty="0">
              <a:solidFill>
                <a:srgbClr val="0A0908"/>
              </a:solidFill>
              <a:latin typeface="Calibri" panose="020F0502020204030204" pitchFamily="34" charset="0"/>
              <a:cs typeface="Calibri" panose="020F0502020204030204" pitchFamily="34" charset="0"/>
            </a:endParaRPr>
          </a:p>
          <a:p>
            <a:pPr marL="0" indent="0">
              <a:spcBef>
                <a:spcPts val="0"/>
              </a:spcBef>
              <a:buNone/>
            </a:pPr>
            <a:r>
              <a:rPr lang="en-US" sz="900" kern="1400" dirty="0">
                <a:solidFill>
                  <a:srgbClr val="0A0908"/>
                </a:solidFill>
                <a:latin typeface="Calibri" panose="020F0502020204030204" pitchFamily="34" charset="0"/>
                <a:cs typeface="Calibri" panose="020F0502020204030204" pitchFamily="34" charset="0"/>
              </a:rPr>
              <a:t>Masterbm-0 has different PIP version that other master nodes. The PIP upgrade was done manually by someone on masterbm-0.</a:t>
            </a:r>
          </a:p>
          <a:p>
            <a:pPr marL="0" indent="0">
              <a:spcBef>
                <a:spcPts val="0"/>
              </a:spcBef>
              <a:buNone/>
            </a:pPr>
            <a:endParaRPr lang="en-US" sz="900" kern="1400" dirty="0">
              <a:solidFill>
                <a:srgbClr val="0A0908"/>
              </a:solidFill>
              <a:latin typeface="Calibri" panose="020F0502020204030204" pitchFamily="34" charset="0"/>
              <a:cs typeface="Calibri" panose="020F0502020204030204" pitchFamily="34" charset="0"/>
            </a:endParaRPr>
          </a:p>
          <a:p>
            <a:pPr marL="342900" lvl="1" indent="0">
              <a:spcBef>
                <a:spcPts val="0"/>
              </a:spcBef>
              <a:buNone/>
            </a:pPr>
            <a:r>
              <a:rPr lang="en-US" sz="900" kern="1400" dirty="0">
                <a:solidFill>
                  <a:srgbClr val="0A0908"/>
                </a:solidFill>
                <a:latin typeface="Calibri" panose="020F0502020204030204" pitchFamily="34" charset="0"/>
                <a:cs typeface="Calibri" panose="020F0502020204030204" pitchFamily="34" charset="0"/>
              </a:rPr>
              <a:t>[root@ncdcwaaa02-ncs-masterbm-0 ~ (Active)]# </a:t>
            </a:r>
            <a:r>
              <a:rPr lang="en-US" sz="900" b="1" dirty="0">
                <a:solidFill>
                  <a:schemeClr val="accent1"/>
                </a:solidFill>
                <a:latin typeface="Calibri" panose="020F0502020204030204" pitchFamily="34" charset="0"/>
              </a:rPr>
              <a:t>python -m pip -V</a:t>
            </a:r>
          </a:p>
          <a:p>
            <a:pPr marL="342900" lvl="1" indent="0">
              <a:spcBef>
                <a:spcPts val="0"/>
              </a:spcBef>
              <a:buNone/>
            </a:pPr>
            <a:r>
              <a:rPr lang="en-US" sz="900" kern="1400" dirty="0">
                <a:solidFill>
                  <a:srgbClr val="0A0908"/>
                </a:solidFill>
                <a:highlight>
                  <a:srgbClr val="FFFF00"/>
                </a:highlight>
                <a:latin typeface="Calibri" panose="020F0502020204030204" pitchFamily="34" charset="0"/>
                <a:cs typeface="Calibri" panose="020F0502020204030204" pitchFamily="34" charset="0"/>
              </a:rPr>
              <a:t>pip 21.3.1 </a:t>
            </a:r>
            <a:r>
              <a:rPr lang="en-US" sz="900" kern="1400" dirty="0">
                <a:solidFill>
                  <a:srgbClr val="0A0908"/>
                </a:solidFill>
                <a:latin typeface="Calibri" panose="020F0502020204030204" pitchFamily="34" charset="0"/>
                <a:cs typeface="Calibri" panose="020F0502020204030204" pitchFamily="34" charset="0"/>
              </a:rPr>
              <a:t>from /</a:t>
            </a:r>
            <a:r>
              <a:rPr lang="en-US" sz="900" kern="1400" dirty="0" err="1">
                <a:solidFill>
                  <a:srgbClr val="0A0908"/>
                </a:solidFill>
                <a:latin typeface="Calibri" panose="020F0502020204030204" pitchFamily="34" charset="0"/>
                <a:cs typeface="Calibri" panose="020F0502020204030204" pitchFamily="34" charset="0"/>
              </a:rPr>
              <a:t>usr</a:t>
            </a:r>
            <a:r>
              <a:rPr lang="en-US" sz="900" kern="1400" dirty="0">
                <a:solidFill>
                  <a:srgbClr val="0A0908"/>
                </a:solidFill>
                <a:latin typeface="Calibri" panose="020F0502020204030204" pitchFamily="34" charset="0"/>
                <a:cs typeface="Calibri" panose="020F0502020204030204" pitchFamily="34" charset="0"/>
              </a:rPr>
              <a:t>/local/lib/python3.6/site-packages/pip (python 3.6)</a:t>
            </a:r>
          </a:p>
          <a:p>
            <a:pPr marL="342900" lvl="1" indent="0">
              <a:spcBef>
                <a:spcPts val="0"/>
              </a:spcBef>
              <a:buNone/>
            </a:pPr>
            <a:r>
              <a:rPr lang="en-US" sz="900" kern="1400" dirty="0">
                <a:solidFill>
                  <a:srgbClr val="0A0908"/>
                </a:solidFill>
                <a:latin typeface="Calibri" panose="020F0502020204030204" pitchFamily="34" charset="0"/>
                <a:cs typeface="Calibri" panose="020F0502020204030204" pitchFamily="34" charset="0"/>
              </a:rPr>
              <a:t>[root@ncdcwaaa02-ncs-masterbm-0 ~ (Active)]# </a:t>
            </a:r>
          </a:p>
          <a:p>
            <a:pPr marL="342900" lvl="1" indent="0">
              <a:spcBef>
                <a:spcPts val="0"/>
              </a:spcBef>
              <a:buNone/>
            </a:pPr>
            <a:endParaRPr lang="en-US" sz="900" kern="1400" dirty="0">
              <a:solidFill>
                <a:srgbClr val="0A0908"/>
              </a:solidFill>
              <a:latin typeface="Calibri" panose="020F0502020204030204" pitchFamily="34" charset="0"/>
              <a:cs typeface="Calibri" panose="020F0502020204030204" pitchFamily="34" charset="0"/>
            </a:endParaRPr>
          </a:p>
          <a:p>
            <a:pPr marL="342900" lvl="1" indent="0">
              <a:spcBef>
                <a:spcPts val="0"/>
              </a:spcBef>
              <a:buNone/>
            </a:pPr>
            <a:r>
              <a:rPr lang="en-US" sz="900" kern="1400" dirty="0">
                <a:solidFill>
                  <a:srgbClr val="0A0908"/>
                </a:solidFill>
                <a:latin typeface="Calibri" panose="020F0502020204030204" pitchFamily="34" charset="0"/>
                <a:cs typeface="Calibri" panose="020F0502020204030204" pitchFamily="34" charset="0"/>
              </a:rPr>
              <a:t>[root@ncdcwaaa02-ncs-masterbm-1 ~ (Backup)]# </a:t>
            </a:r>
            <a:r>
              <a:rPr lang="en-US" sz="900" b="1" dirty="0">
                <a:solidFill>
                  <a:schemeClr val="accent1"/>
                </a:solidFill>
                <a:latin typeface="Calibri" panose="020F0502020204030204" pitchFamily="34" charset="0"/>
              </a:rPr>
              <a:t>pip -V</a:t>
            </a:r>
          </a:p>
          <a:p>
            <a:pPr marL="342900" lvl="1" indent="0">
              <a:spcBef>
                <a:spcPts val="0"/>
              </a:spcBef>
              <a:buNone/>
            </a:pPr>
            <a:r>
              <a:rPr lang="en-US" sz="900" kern="1400" dirty="0">
                <a:solidFill>
                  <a:srgbClr val="0A0908"/>
                </a:solidFill>
                <a:highlight>
                  <a:srgbClr val="00FF00"/>
                </a:highlight>
                <a:latin typeface="Calibri" panose="020F0502020204030204" pitchFamily="34" charset="0"/>
                <a:cs typeface="Calibri" panose="020F0502020204030204" pitchFamily="34" charset="0"/>
              </a:rPr>
              <a:t>pip 20.2.4 </a:t>
            </a:r>
            <a:r>
              <a:rPr lang="en-US" sz="900" kern="1400" dirty="0">
                <a:solidFill>
                  <a:srgbClr val="0A0908"/>
                </a:solidFill>
                <a:latin typeface="Calibri" panose="020F0502020204030204" pitchFamily="34" charset="0"/>
                <a:cs typeface="Calibri" panose="020F0502020204030204" pitchFamily="34" charset="0"/>
              </a:rPr>
              <a:t>from /</a:t>
            </a:r>
            <a:r>
              <a:rPr lang="en-US" sz="900" kern="1400" dirty="0" err="1">
                <a:solidFill>
                  <a:srgbClr val="0A0908"/>
                </a:solidFill>
                <a:latin typeface="Calibri" panose="020F0502020204030204" pitchFamily="34" charset="0"/>
                <a:cs typeface="Calibri" panose="020F0502020204030204" pitchFamily="34" charset="0"/>
              </a:rPr>
              <a:t>usr</a:t>
            </a:r>
            <a:r>
              <a:rPr lang="en-US" sz="900" kern="1400" dirty="0">
                <a:solidFill>
                  <a:srgbClr val="0A0908"/>
                </a:solidFill>
                <a:latin typeface="Calibri" panose="020F0502020204030204" pitchFamily="34" charset="0"/>
                <a:cs typeface="Calibri" panose="020F0502020204030204" pitchFamily="34" charset="0"/>
              </a:rPr>
              <a:t>/local/lib/python3.6/site-packages/pip (python 3.6)</a:t>
            </a:r>
          </a:p>
          <a:p>
            <a:pPr marL="342900" lvl="1" indent="0">
              <a:spcBef>
                <a:spcPts val="0"/>
              </a:spcBef>
              <a:buNone/>
            </a:pPr>
            <a:r>
              <a:rPr lang="en-US" sz="900" kern="1400" dirty="0">
                <a:solidFill>
                  <a:srgbClr val="0A0908"/>
                </a:solidFill>
                <a:latin typeface="Calibri" panose="020F0502020204030204" pitchFamily="34" charset="0"/>
                <a:cs typeface="Calibri" panose="020F0502020204030204" pitchFamily="34" charset="0"/>
              </a:rPr>
              <a:t>[root@ncdcwaaa02-ncs-masterbm-1 ~ (Backup)]#</a:t>
            </a:r>
          </a:p>
          <a:p>
            <a:pPr marL="0" indent="0">
              <a:spcBef>
                <a:spcPts val="0"/>
              </a:spcBef>
              <a:buNone/>
            </a:pPr>
            <a:endParaRPr lang="en-US" sz="900" kern="1400" dirty="0">
              <a:solidFill>
                <a:srgbClr val="0A0908"/>
              </a:solidFill>
              <a:latin typeface="Calibri" panose="020F0502020204030204" pitchFamily="34" charset="0"/>
              <a:cs typeface="Calibri" panose="020F0502020204030204" pitchFamily="34" charset="0"/>
            </a:endParaRPr>
          </a:p>
          <a:p>
            <a:pPr marL="0" indent="0">
              <a:spcBef>
                <a:spcPts val="0"/>
              </a:spcBef>
              <a:buNone/>
            </a:pPr>
            <a:endParaRPr lang="en-US" sz="900" kern="1400" dirty="0">
              <a:solidFill>
                <a:srgbClr val="0A0908"/>
              </a:solidFill>
              <a:latin typeface="Calibri" panose="020F0502020204030204" pitchFamily="34" charset="0"/>
              <a:cs typeface="Calibri" panose="020F0502020204030204" pitchFamily="34" charset="0"/>
            </a:endParaRPr>
          </a:p>
          <a:p>
            <a:pPr marL="0" indent="0">
              <a:spcBef>
                <a:spcPts val="0"/>
              </a:spcBef>
              <a:buNone/>
            </a:pPr>
            <a:r>
              <a:rPr lang="en-US" sz="900" kern="1400" dirty="0">
                <a:solidFill>
                  <a:srgbClr val="0A0908"/>
                </a:solidFill>
                <a:latin typeface="Calibri" panose="020F0502020204030204" pitchFamily="34" charset="0"/>
                <a:cs typeface="Calibri" panose="020F0502020204030204" pitchFamily="34" charset="0"/>
              </a:rPr>
              <a:t>Manually downgraded the pip version on masterbm-0</a:t>
            </a:r>
          </a:p>
          <a:p>
            <a:pPr marL="0" indent="0">
              <a:spcBef>
                <a:spcPts val="0"/>
              </a:spcBef>
              <a:buNone/>
            </a:pPr>
            <a:endParaRPr lang="en-US" sz="900" kern="1400" dirty="0">
              <a:solidFill>
                <a:srgbClr val="0A0908"/>
              </a:solidFill>
              <a:latin typeface="Calibri" panose="020F0502020204030204" pitchFamily="34" charset="0"/>
              <a:cs typeface="Calibri" panose="020F0502020204030204" pitchFamily="34" charset="0"/>
            </a:endParaRPr>
          </a:p>
          <a:p>
            <a:pPr marL="342900" lvl="1" indent="0">
              <a:spcBef>
                <a:spcPts val="0"/>
              </a:spcBef>
              <a:buNone/>
            </a:pPr>
            <a:r>
              <a:rPr lang="en-US" sz="900" kern="1400" dirty="0">
                <a:solidFill>
                  <a:srgbClr val="0A0908"/>
                </a:solidFill>
                <a:latin typeface="Calibri" panose="020F0502020204030204" pitchFamily="34" charset="0"/>
                <a:cs typeface="Calibri" panose="020F0502020204030204" pitchFamily="34" charset="0"/>
              </a:rPr>
              <a:t>[root@ncdcwaaa02-ncs-masterbm-0 ~ (Active)]# </a:t>
            </a:r>
            <a:r>
              <a:rPr lang="en-US" sz="900" b="1" dirty="0">
                <a:solidFill>
                  <a:schemeClr val="accent1"/>
                </a:solidFill>
                <a:latin typeface="Calibri" panose="020F0502020204030204" pitchFamily="34" charset="0"/>
              </a:rPr>
              <a:t>python -m pip install pip==20.2.4</a:t>
            </a:r>
          </a:p>
          <a:p>
            <a:pPr marL="342900" lvl="1" indent="0">
              <a:spcBef>
                <a:spcPts val="0"/>
              </a:spcBef>
              <a:buNone/>
            </a:pPr>
            <a:r>
              <a:rPr lang="en-US" sz="900" kern="1400" dirty="0">
                <a:solidFill>
                  <a:srgbClr val="0A0908"/>
                </a:solidFill>
                <a:latin typeface="Calibri" panose="020F0502020204030204" pitchFamily="34" charset="0"/>
                <a:cs typeface="Calibri" panose="020F0502020204030204" pitchFamily="34" charset="0"/>
              </a:rPr>
              <a:t>Collecting pip==20.2.4</a:t>
            </a:r>
          </a:p>
          <a:p>
            <a:pPr marL="342900" lvl="1" indent="0">
              <a:spcBef>
                <a:spcPts val="0"/>
              </a:spcBef>
              <a:buNone/>
            </a:pPr>
            <a:r>
              <a:rPr lang="en-US" sz="900" kern="1400" dirty="0">
                <a:solidFill>
                  <a:srgbClr val="0A0908"/>
                </a:solidFill>
                <a:latin typeface="Calibri" panose="020F0502020204030204" pitchFamily="34" charset="0"/>
                <a:cs typeface="Calibri" panose="020F0502020204030204" pitchFamily="34" charset="0"/>
              </a:rPr>
              <a:t>  Downloading pip-20.2.4-py2.py3-none-any.whl (1.5 MB)</a:t>
            </a:r>
          </a:p>
          <a:p>
            <a:pPr marL="342900" lvl="1" indent="0">
              <a:spcBef>
                <a:spcPts val="0"/>
              </a:spcBef>
              <a:buNone/>
            </a:pPr>
            <a:r>
              <a:rPr lang="en-US" sz="900" kern="1400" dirty="0">
                <a:solidFill>
                  <a:srgbClr val="0A0908"/>
                </a:solidFill>
                <a:latin typeface="Calibri" panose="020F0502020204030204" pitchFamily="34" charset="0"/>
                <a:cs typeface="Calibri" panose="020F0502020204030204" pitchFamily="34" charset="0"/>
              </a:rPr>
              <a:t>     |��������������������������������| 1.5 MB 14.2 MB/s</a:t>
            </a:r>
          </a:p>
          <a:p>
            <a:pPr marL="342900" lvl="1" indent="0">
              <a:spcBef>
                <a:spcPts val="0"/>
              </a:spcBef>
              <a:buNone/>
            </a:pPr>
            <a:r>
              <a:rPr lang="en-US" sz="900" kern="1400" dirty="0">
                <a:solidFill>
                  <a:srgbClr val="0A0908"/>
                </a:solidFill>
                <a:latin typeface="Calibri" panose="020F0502020204030204" pitchFamily="34" charset="0"/>
                <a:cs typeface="Calibri" panose="020F0502020204030204" pitchFamily="34" charset="0"/>
              </a:rPr>
              <a:t>Installing collected packages: pip</a:t>
            </a:r>
          </a:p>
          <a:p>
            <a:pPr marL="342900" lvl="1" indent="0">
              <a:spcBef>
                <a:spcPts val="0"/>
              </a:spcBef>
              <a:buNone/>
            </a:pPr>
            <a:r>
              <a:rPr lang="en-US" sz="900" kern="1400" dirty="0">
                <a:solidFill>
                  <a:srgbClr val="0A0908"/>
                </a:solidFill>
                <a:latin typeface="Calibri" panose="020F0502020204030204" pitchFamily="34" charset="0"/>
                <a:cs typeface="Calibri" panose="020F0502020204030204" pitchFamily="34" charset="0"/>
              </a:rPr>
              <a:t>  Attempting uninstall: pip</a:t>
            </a:r>
          </a:p>
          <a:p>
            <a:pPr marL="342900" lvl="1" indent="0">
              <a:spcBef>
                <a:spcPts val="0"/>
              </a:spcBef>
              <a:buNone/>
            </a:pPr>
            <a:r>
              <a:rPr lang="en-US" sz="900" kern="1400" dirty="0">
                <a:solidFill>
                  <a:srgbClr val="0A0908"/>
                </a:solidFill>
                <a:latin typeface="Calibri" panose="020F0502020204030204" pitchFamily="34" charset="0"/>
                <a:cs typeface="Calibri" panose="020F0502020204030204" pitchFamily="34" charset="0"/>
              </a:rPr>
              <a:t>    Found existing installation: pip 21.3.1</a:t>
            </a:r>
          </a:p>
          <a:p>
            <a:pPr marL="342900" lvl="1" indent="0">
              <a:spcBef>
                <a:spcPts val="0"/>
              </a:spcBef>
              <a:buNone/>
            </a:pPr>
            <a:r>
              <a:rPr lang="en-US" sz="900" kern="1400" dirty="0">
                <a:solidFill>
                  <a:srgbClr val="0A0908"/>
                </a:solidFill>
                <a:latin typeface="Calibri" panose="020F0502020204030204" pitchFamily="34" charset="0"/>
                <a:cs typeface="Calibri" panose="020F0502020204030204" pitchFamily="34" charset="0"/>
              </a:rPr>
              <a:t>    Uninstalling pip-21.3.1:</a:t>
            </a:r>
          </a:p>
          <a:p>
            <a:pPr marL="342900" lvl="1" indent="0">
              <a:spcBef>
                <a:spcPts val="0"/>
              </a:spcBef>
              <a:buNone/>
            </a:pPr>
            <a:r>
              <a:rPr lang="en-US" sz="900" kern="1400" dirty="0">
                <a:solidFill>
                  <a:srgbClr val="0A0908"/>
                </a:solidFill>
                <a:latin typeface="Calibri" panose="020F0502020204030204" pitchFamily="34" charset="0"/>
                <a:cs typeface="Calibri" panose="020F0502020204030204" pitchFamily="34" charset="0"/>
              </a:rPr>
              <a:t>      Successfully uninstalled pip-21.3.1 </a:t>
            </a:r>
          </a:p>
          <a:p>
            <a:pPr marL="342900" lvl="1" indent="0">
              <a:spcBef>
                <a:spcPts val="0"/>
              </a:spcBef>
              <a:buNone/>
            </a:pPr>
            <a:r>
              <a:rPr lang="en-US" sz="900" kern="1400" dirty="0">
                <a:solidFill>
                  <a:srgbClr val="0A0908"/>
                </a:solidFill>
                <a:latin typeface="Calibri" panose="020F0502020204030204" pitchFamily="34" charset="0"/>
                <a:cs typeface="Calibri" panose="020F0502020204030204" pitchFamily="34" charset="0"/>
              </a:rPr>
              <a:t>Successfully installed pip-20.2.4</a:t>
            </a:r>
          </a:p>
          <a:p>
            <a:pPr marL="342900" lvl="1" indent="0">
              <a:spcBef>
                <a:spcPts val="0"/>
              </a:spcBef>
              <a:buNone/>
            </a:pPr>
            <a:r>
              <a:rPr lang="en-US" sz="900" kern="1400" dirty="0">
                <a:solidFill>
                  <a:srgbClr val="0A0908"/>
                </a:solidFill>
                <a:latin typeface="Calibri" panose="020F0502020204030204" pitchFamily="34" charset="0"/>
                <a:cs typeface="Calibri" panose="020F0502020204030204" pitchFamily="34" charset="0"/>
              </a:rPr>
              <a:t>[root@ncdcwaaa02-ncs-masterbm-0 ~ (Active)]#</a:t>
            </a:r>
          </a:p>
          <a:p>
            <a:pPr marL="342900" lvl="1" indent="0">
              <a:spcBef>
                <a:spcPts val="0"/>
              </a:spcBef>
              <a:buNone/>
            </a:pPr>
            <a:endParaRPr lang="en-US" sz="900" kern="1400" dirty="0">
              <a:solidFill>
                <a:srgbClr val="0A0908"/>
              </a:solidFill>
              <a:latin typeface="Calibri" panose="020F0502020204030204" pitchFamily="34" charset="0"/>
              <a:cs typeface="Calibri" panose="020F0502020204030204" pitchFamily="34" charset="0"/>
            </a:endParaRPr>
          </a:p>
          <a:p>
            <a:pPr marL="342900" lvl="1" indent="0">
              <a:spcBef>
                <a:spcPts val="0"/>
              </a:spcBef>
              <a:buNone/>
            </a:pPr>
            <a:r>
              <a:rPr lang="en-US" sz="900" kern="1400" dirty="0">
                <a:solidFill>
                  <a:srgbClr val="0A0908"/>
                </a:solidFill>
                <a:latin typeface="Calibri" panose="020F0502020204030204" pitchFamily="34" charset="0"/>
                <a:cs typeface="Calibri" panose="020F0502020204030204" pitchFamily="34" charset="0"/>
              </a:rPr>
              <a:t>[root@ncdcwaaa02-ncs-masterbm-0 ~ (Active)]# </a:t>
            </a:r>
            <a:r>
              <a:rPr lang="en-US" sz="900" b="1" dirty="0">
                <a:solidFill>
                  <a:schemeClr val="accent1"/>
                </a:solidFill>
                <a:latin typeface="Calibri" panose="020F0502020204030204" pitchFamily="34" charset="0"/>
              </a:rPr>
              <a:t>python -m pip -V</a:t>
            </a:r>
          </a:p>
          <a:p>
            <a:pPr marL="342900" lvl="1" indent="0">
              <a:spcBef>
                <a:spcPts val="0"/>
              </a:spcBef>
              <a:buNone/>
            </a:pPr>
            <a:r>
              <a:rPr lang="en-US" sz="900" kern="1400" dirty="0">
                <a:solidFill>
                  <a:srgbClr val="0A0908"/>
                </a:solidFill>
                <a:highlight>
                  <a:srgbClr val="00FF00"/>
                </a:highlight>
                <a:latin typeface="Calibri" panose="020F0502020204030204" pitchFamily="34" charset="0"/>
                <a:cs typeface="Calibri" panose="020F0502020204030204" pitchFamily="34" charset="0"/>
              </a:rPr>
              <a:t>pip 20.2.4 </a:t>
            </a:r>
            <a:r>
              <a:rPr lang="en-US" sz="900" kern="1400" dirty="0">
                <a:solidFill>
                  <a:srgbClr val="0A0908"/>
                </a:solidFill>
                <a:latin typeface="Calibri" panose="020F0502020204030204" pitchFamily="34" charset="0"/>
                <a:cs typeface="Calibri" panose="020F0502020204030204" pitchFamily="34" charset="0"/>
              </a:rPr>
              <a:t>from /</a:t>
            </a:r>
            <a:r>
              <a:rPr lang="en-US" sz="900" kern="1400" dirty="0" err="1">
                <a:solidFill>
                  <a:srgbClr val="0A0908"/>
                </a:solidFill>
                <a:latin typeface="Calibri" panose="020F0502020204030204" pitchFamily="34" charset="0"/>
                <a:cs typeface="Calibri" panose="020F0502020204030204" pitchFamily="34" charset="0"/>
              </a:rPr>
              <a:t>usr</a:t>
            </a:r>
            <a:r>
              <a:rPr lang="en-US" sz="900" kern="1400" dirty="0">
                <a:solidFill>
                  <a:srgbClr val="0A0908"/>
                </a:solidFill>
                <a:latin typeface="Calibri" panose="020F0502020204030204" pitchFamily="34" charset="0"/>
                <a:cs typeface="Calibri" panose="020F0502020204030204" pitchFamily="34" charset="0"/>
              </a:rPr>
              <a:t>/local/lib/python3.6/site-packages/pip (python 3.6)</a:t>
            </a:r>
          </a:p>
          <a:p>
            <a:pPr marL="342900" lvl="1" indent="0">
              <a:spcBef>
                <a:spcPts val="0"/>
              </a:spcBef>
              <a:buNone/>
            </a:pPr>
            <a:r>
              <a:rPr lang="en-US" sz="900" kern="1400" dirty="0">
                <a:solidFill>
                  <a:srgbClr val="0A0908"/>
                </a:solidFill>
                <a:latin typeface="Calibri" panose="020F0502020204030204" pitchFamily="34" charset="0"/>
                <a:cs typeface="Calibri" panose="020F0502020204030204" pitchFamily="34" charset="0"/>
              </a:rPr>
              <a:t>[root@ncdcwaaa02-ncs-masterbm-0 ~ (Active)]#</a:t>
            </a:r>
            <a:endParaRPr lang="en-IN" sz="900" kern="1400" dirty="0">
              <a:solidFill>
                <a:srgbClr val="0A0908"/>
              </a:solidFill>
              <a:latin typeface="Calibri" panose="020F0502020204030204" pitchFamily="34" charset="0"/>
              <a:cs typeface="Calibri" panose="020F0502020204030204" pitchFamily="34" charset="0"/>
            </a:endParaRPr>
          </a:p>
          <a:p>
            <a:pPr marL="0" indent="0">
              <a:buNone/>
            </a:pPr>
            <a:r>
              <a:rPr lang="en-US" sz="900" b="1" dirty="0">
                <a:solidFill>
                  <a:srgbClr val="0A0908"/>
                </a:solidFill>
                <a:highlight>
                  <a:srgbClr val="FFFF00"/>
                </a:highlight>
                <a:latin typeface="Calibri" panose="020F0502020204030204" pitchFamily="34" charset="0"/>
                <a:cs typeface="Calibri" panose="020F0502020204030204" pitchFamily="34" charset="0"/>
              </a:rPr>
              <a:t>Note: Select resume option instead of upgrade for retriggering master node upgrade.</a:t>
            </a:r>
          </a:p>
          <a:p>
            <a:pPr marL="0" indent="0">
              <a:buNone/>
            </a:pPr>
            <a:endParaRPr lang="en-IN" sz="800" dirty="0">
              <a:solidFill>
                <a:srgbClr val="0A0908"/>
              </a:solidFill>
              <a:latin typeface="Calibri" panose="020F0502020204030204" pitchFamily="34" charset="0"/>
              <a:cs typeface="Calibri" panose="020F0502020204030204" pitchFamily="34" charset="0"/>
            </a:endParaRPr>
          </a:p>
          <a:p>
            <a:pPr marL="0" indent="0">
              <a:lnSpc>
                <a:spcPct val="107000"/>
              </a:lnSpc>
              <a:spcBef>
                <a:spcPts val="0"/>
              </a:spcBef>
              <a:buNone/>
            </a:pPr>
            <a:endParaRPr lang="en-IN" sz="800" dirty="0">
              <a:solidFill>
                <a:srgbClr val="0A0908"/>
              </a:solidFill>
              <a:latin typeface="Calibri" panose="020F0502020204030204" pitchFamily="34" charset="0"/>
              <a:cs typeface="Calibri" panose="020F0502020204030204" pitchFamily="34" charset="0"/>
            </a:endParaRPr>
          </a:p>
          <a:p>
            <a:pPr marL="0" indent="0">
              <a:lnSpc>
                <a:spcPct val="107000"/>
              </a:lnSpc>
              <a:spcBef>
                <a:spcPts val="0"/>
              </a:spcBef>
              <a:buNone/>
            </a:pPr>
            <a:endParaRPr lang="en-IN" sz="900" kern="1400" dirty="0">
              <a:solidFill>
                <a:srgbClr val="0A090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0825232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819CF2-0FA2-4723-62A4-930061D2FCF8}"/>
            </a:ext>
          </a:extLst>
        </p:cNvPr>
        <p:cNvGrpSpPr/>
        <p:nvPr/>
      </p:nvGrpSpPr>
      <p:grpSpPr>
        <a:xfrm>
          <a:off x="0" y="0"/>
          <a:ext cx="0" cy="0"/>
          <a:chOff x="0" y="0"/>
          <a:chExt cx="0" cy="0"/>
        </a:xfrm>
      </p:grpSpPr>
      <p:sp>
        <p:nvSpPr>
          <p:cNvPr id="10" name="Text Placeholder 9">
            <a:extLst>
              <a:ext uri="{FF2B5EF4-FFF2-40B4-BE49-F238E27FC236}">
                <a16:creationId xmlns:a16="http://schemas.microsoft.com/office/drawing/2014/main" id="{083486D5-F831-CF18-4CF6-8F80E45E326D}"/>
              </a:ext>
            </a:extLst>
          </p:cNvPr>
          <p:cNvSpPr>
            <a:spLocks noGrp="1"/>
          </p:cNvSpPr>
          <p:nvPr>
            <p:ph type="body" sz="quarter" idx="12"/>
          </p:nvPr>
        </p:nvSpPr>
        <p:spPr>
          <a:xfrm>
            <a:off x="330518" y="162545"/>
            <a:ext cx="8312742" cy="423864"/>
          </a:xfrm>
        </p:spPr>
        <p:txBody>
          <a:bodyPr/>
          <a:lstStyle/>
          <a:p>
            <a:r>
              <a:rPr lang="en-GB" b="1" dirty="0">
                <a:solidFill>
                  <a:schemeClr val="tx2">
                    <a:lumMod val="75000"/>
                    <a:lumOff val="25000"/>
                  </a:schemeClr>
                </a:solidFill>
                <a:latin typeface="+mj-lt"/>
              </a:rPr>
              <a:t>Issue-9: NCS24.7 Alarm Forwarding issue</a:t>
            </a:r>
            <a:endParaRPr lang="en-US" b="1" dirty="0">
              <a:solidFill>
                <a:schemeClr val="tx2">
                  <a:lumMod val="75000"/>
                  <a:lumOff val="25000"/>
                </a:schemeClr>
              </a:solidFill>
              <a:latin typeface="+mj-lt"/>
            </a:endParaRPr>
          </a:p>
        </p:txBody>
      </p:sp>
      <p:sp>
        <p:nvSpPr>
          <p:cNvPr id="4" name="Footer Placeholder 3">
            <a:extLst>
              <a:ext uri="{FF2B5EF4-FFF2-40B4-BE49-F238E27FC236}">
                <a16:creationId xmlns:a16="http://schemas.microsoft.com/office/drawing/2014/main" id="{12646D93-F861-AC9D-42C1-DA0D871C8699}"/>
              </a:ext>
            </a:extLst>
          </p:cNvPr>
          <p:cNvSpPr>
            <a:spLocks noGrp="1"/>
          </p:cNvSpPr>
          <p:nvPr>
            <p:ph type="ftr" sz="quarter" idx="3"/>
          </p:nvPr>
        </p:nvSpPr>
        <p:spPr/>
        <p:txBody>
          <a:bodyPr/>
          <a:lstStyle/>
          <a:p>
            <a:r>
              <a:rPr lang="en-US" dirty="0"/>
              <a:t>Nokia Internal</a:t>
            </a:r>
          </a:p>
        </p:txBody>
      </p:sp>
      <p:sp>
        <p:nvSpPr>
          <p:cNvPr id="2" name="Text Placeholder 7">
            <a:extLst>
              <a:ext uri="{FF2B5EF4-FFF2-40B4-BE49-F238E27FC236}">
                <a16:creationId xmlns:a16="http://schemas.microsoft.com/office/drawing/2014/main" id="{4B97EA4D-F4C7-C239-BD3A-903286006846}"/>
              </a:ext>
            </a:extLst>
          </p:cNvPr>
          <p:cNvSpPr txBox="1">
            <a:spLocks/>
          </p:cNvSpPr>
          <p:nvPr/>
        </p:nvSpPr>
        <p:spPr>
          <a:xfrm>
            <a:off x="254746" y="577783"/>
            <a:ext cx="8634507" cy="4280772"/>
          </a:xfrm>
          <a:prstGeom prst="rect">
            <a:avLst/>
          </a:prstGeom>
        </p:spPr>
        <p:txBody>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en-US" sz="1400" b="1" dirty="0">
                <a:solidFill>
                  <a:srgbClr val="0A0908"/>
                </a:solidFill>
                <a:latin typeface="Calibri" panose="020F0502020204030204" pitchFamily="34" charset="0"/>
                <a:cs typeface="Calibri" panose="020F0502020204030204" pitchFamily="34" charset="0"/>
              </a:rPr>
              <a:t>Issue:-</a:t>
            </a:r>
          </a:p>
          <a:p>
            <a:pPr marL="0" indent="0">
              <a:lnSpc>
                <a:spcPct val="107000"/>
              </a:lnSpc>
              <a:spcBef>
                <a:spcPts val="0"/>
              </a:spcBef>
              <a:buNone/>
            </a:pPr>
            <a:r>
              <a:rPr lang="en-IN" sz="900" kern="1400" dirty="0">
                <a:solidFill>
                  <a:srgbClr val="0A0908"/>
                </a:solidFill>
                <a:latin typeface="Calibri" panose="020F0502020204030204" pitchFamily="34" charset="0"/>
                <a:cs typeface="Calibri" panose="020F0502020204030204" pitchFamily="34" charset="0"/>
              </a:rPr>
              <a:t>Alarms not forwarded to NetAct, even not received at Calm. However the alarms are not shown in  Victoria metrics.</a:t>
            </a:r>
          </a:p>
          <a:p>
            <a:pPr marL="0" indent="0">
              <a:lnSpc>
                <a:spcPct val="107000"/>
              </a:lnSpc>
              <a:spcBef>
                <a:spcPts val="0"/>
              </a:spcBef>
              <a:buNone/>
            </a:pPr>
            <a:endParaRPr lang="en-IN" sz="900" kern="1400" dirty="0">
              <a:solidFill>
                <a:srgbClr val="0A0908"/>
              </a:solidFill>
              <a:latin typeface="Calibri" panose="020F0502020204030204" pitchFamily="34" charset="0"/>
              <a:cs typeface="Calibri" panose="020F0502020204030204" pitchFamily="34" charset="0"/>
            </a:endParaRPr>
          </a:p>
          <a:p>
            <a:pPr marL="0" indent="0">
              <a:lnSpc>
                <a:spcPct val="107000"/>
              </a:lnSpc>
              <a:spcBef>
                <a:spcPts val="0"/>
              </a:spcBef>
              <a:buNone/>
            </a:pPr>
            <a:r>
              <a:rPr lang="en-US" sz="900" kern="1400" dirty="0">
                <a:solidFill>
                  <a:srgbClr val="0A0908"/>
                </a:solidFill>
                <a:latin typeface="Calibri" panose="020F0502020204030204" pitchFamily="34" charset="0"/>
                <a:cs typeface="Calibri" panose="020F0502020204030204" pitchFamily="34" charset="0"/>
              </a:rPr>
              <a:t>[root@dcwusd07-centralsite-centralsitemanager-0 </a:t>
            </a:r>
            <a:r>
              <a:rPr lang="en-US" sz="900" kern="1400" dirty="0" err="1">
                <a:solidFill>
                  <a:srgbClr val="0A0908"/>
                </a:solidFill>
                <a:latin typeface="Calibri" panose="020F0502020204030204" pitchFamily="34" charset="0"/>
                <a:cs typeface="Calibri" panose="020F0502020204030204" pitchFamily="34" charset="0"/>
              </a:rPr>
              <a:t>cbis</a:t>
            </a:r>
            <a:r>
              <a:rPr lang="en-US" sz="900" kern="1400" dirty="0">
                <a:solidFill>
                  <a:srgbClr val="0A0908"/>
                </a:solidFill>
                <a:latin typeface="Calibri" panose="020F0502020204030204" pitchFamily="34" charset="0"/>
                <a:cs typeface="Calibri" panose="020F0502020204030204" pitchFamily="34" charset="0"/>
              </a:rPr>
              <a:t>-admin (Active)]# </a:t>
            </a:r>
            <a:r>
              <a:rPr lang="en-US" sz="900" b="1" dirty="0">
                <a:solidFill>
                  <a:schemeClr val="accent1"/>
                </a:solidFill>
                <a:latin typeface="Calibri" panose="020F0502020204030204" pitchFamily="34" charset="0"/>
              </a:rPr>
              <a:t>curl http://172.31.0.2:8182/api/alma/alarms | </a:t>
            </a:r>
            <a:r>
              <a:rPr lang="en-US" sz="900" b="1" dirty="0" err="1">
                <a:solidFill>
                  <a:schemeClr val="accent1"/>
                </a:solidFill>
                <a:latin typeface="Calibri" panose="020F0502020204030204" pitchFamily="34" charset="0"/>
              </a:rPr>
              <a:t>jq</a:t>
            </a:r>
            <a:endParaRPr lang="en-US" sz="900" b="1" dirty="0">
              <a:solidFill>
                <a:schemeClr val="accent1"/>
              </a:solidFill>
              <a:latin typeface="Calibri" panose="020F0502020204030204" pitchFamily="34" charset="0"/>
            </a:endParaRPr>
          </a:p>
          <a:p>
            <a:pPr marL="0" indent="0">
              <a:lnSpc>
                <a:spcPct val="107000"/>
              </a:lnSpc>
              <a:spcBef>
                <a:spcPts val="0"/>
              </a:spcBef>
              <a:buNone/>
            </a:pPr>
            <a:r>
              <a:rPr lang="en-US" sz="900" kern="1400" dirty="0">
                <a:solidFill>
                  <a:srgbClr val="0A0908"/>
                </a:solidFill>
                <a:latin typeface="Calibri" panose="020F0502020204030204" pitchFamily="34" charset="0"/>
                <a:cs typeface="Calibri" panose="020F0502020204030204" pitchFamily="34" charset="0"/>
              </a:rPr>
              <a:t>  % Total    % Received % </a:t>
            </a:r>
            <a:r>
              <a:rPr lang="en-US" sz="900" kern="1400" dirty="0" err="1">
                <a:solidFill>
                  <a:srgbClr val="0A0908"/>
                </a:solidFill>
                <a:latin typeface="Calibri" panose="020F0502020204030204" pitchFamily="34" charset="0"/>
                <a:cs typeface="Calibri" panose="020F0502020204030204" pitchFamily="34" charset="0"/>
              </a:rPr>
              <a:t>Xferd</a:t>
            </a:r>
            <a:r>
              <a:rPr lang="en-US" sz="900" kern="1400" dirty="0">
                <a:solidFill>
                  <a:srgbClr val="0A0908"/>
                </a:solidFill>
                <a:latin typeface="Calibri" panose="020F0502020204030204" pitchFamily="34" charset="0"/>
                <a:cs typeface="Calibri" panose="020F0502020204030204" pitchFamily="34" charset="0"/>
              </a:rPr>
              <a:t>  Average Speed   Time    </a:t>
            </a:r>
            <a:r>
              <a:rPr lang="en-US" sz="900" kern="1400" dirty="0" err="1">
                <a:solidFill>
                  <a:srgbClr val="0A0908"/>
                </a:solidFill>
                <a:latin typeface="Calibri" panose="020F0502020204030204" pitchFamily="34" charset="0"/>
                <a:cs typeface="Calibri" panose="020F0502020204030204" pitchFamily="34" charset="0"/>
              </a:rPr>
              <a:t>Time</a:t>
            </a:r>
            <a:r>
              <a:rPr lang="en-US" sz="900" kern="1400" dirty="0">
                <a:solidFill>
                  <a:srgbClr val="0A0908"/>
                </a:solidFill>
                <a:latin typeface="Calibri" panose="020F0502020204030204" pitchFamily="34" charset="0"/>
                <a:cs typeface="Calibri" panose="020F0502020204030204" pitchFamily="34" charset="0"/>
              </a:rPr>
              <a:t>     </a:t>
            </a:r>
            <a:r>
              <a:rPr lang="en-US" sz="900" kern="1400" dirty="0" err="1">
                <a:solidFill>
                  <a:srgbClr val="0A0908"/>
                </a:solidFill>
                <a:latin typeface="Calibri" panose="020F0502020204030204" pitchFamily="34" charset="0"/>
                <a:cs typeface="Calibri" panose="020F0502020204030204" pitchFamily="34" charset="0"/>
              </a:rPr>
              <a:t>Time</a:t>
            </a:r>
            <a:r>
              <a:rPr lang="en-US" sz="900" kern="1400" dirty="0">
                <a:solidFill>
                  <a:srgbClr val="0A0908"/>
                </a:solidFill>
                <a:latin typeface="Calibri" panose="020F0502020204030204" pitchFamily="34" charset="0"/>
                <a:cs typeface="Calibri" panose="020F0502020204030204" pitchFamily="34" charset="0"/>
              </a:rPr>
              <a:t>  Current</a:t>
            </a:r>
          </a:p>
          <a:p>
            <a:pPr marL="0" indent="0">
              <a:lnSpc>
                <a:spcPct val="107000"/>
              </a:lnSpc>
              <a:spcBef>
                <a:spcPts val="0"/>
              </a:spcBef>
              <a:buNone/>
            </a:pPr>
            <a:r>
              <a:rPr lang="en-US" sz="900" kern="1400" dirty="0">
                <a:solidFill>
                  <a:srgbClr val="0A0908"/>
                </a:solidFill>
                <a:latin typeface="Calibri" panose="020F0502020204030204" pitchFamily="34" charset="0"/>
                <a:cs typeface="Calibri" panose="020F0502020204030204" pitchFamily="34" charset="0"/>
              </a:rPr>
              <a:t>                                 </a:t>
            </a:r>
            <a:r>
              <a:rPr lang="en-US" sz="900" kern="1400" dirty="0" err="1">
                <a:solidFill>
                  <a:srgbClr val="0A0908"/>
                </a:solidFill>
                <a:latin typeface="Calibri" panose="020F0502020204030204" pitchFamily="34" charset="0"/>
                <a:cs typeface="Calibri" panose="020F0502020204030204" pitchFamily="34" charset="0"/>
              </a:rPr>
              <a:t>Dload</a:t>
            </a:r>
            <a:r>
              <a:rPr lang="en-US" sz="900" kern="1400" dirty="0">
                <a:solidFill>
                  <a:srgbClr val="0A0908"/>
                </a:solidFill>
                <a:latin typeface="Calibri" panose="020F0502020204030204" pitchFamily="34" charset="0"/>
                <a:cs typeface="Calibri" panose="020F0502020204030204" pitchFamily="34" charset="0"/>
              </a:rPr>
              <a:t>  Upload   Total   Spent    Left  Speed</a:t>
            </a:r>
          </a:p>
          <a:p>
            <a:pPr marL="0" indent="0">
              <a:lnSpc>
                <a:spcPct val="107000"/>
              </a:lnSpc>
              <a:spcBef>
                <a:spcPts val="0"/>
              </a:spcBef>
              <a:buNone/>
            </a:pPr>
            <a:r>
              <a:rPr lang="en-US" sz="900" kern="1400" dirty="0">
                <a:solidFill>
                  <a:srgbClr val="0A0908"/>
                </a:solidFill>
                <a:latin typeface="Calibri" panose="020F0502020204030204" pitchFamily="34" charset="0"/>
                <a:cs typeface="Calibri" panose="020F0502020204030204" pitchFamily="34" charset="0"/>
              </a:rPr>
              <a:t>100     3    0     3    0     0   1000      0 -::- -::- -::-  1000</a:t>
            </a:r>
          </a:p>
          <a:p>
            <a:pPr marL="0" indent="0">
              <a:lnSpc>
                <a:spcPct val="107000"/>
              </a:lnSpc>
              <a:spcBef>
                <a:spcPts val="0"/>
              </a:spcBef>
              <a:buNone/>
            </a:pPr>
            <a:r>
              <a:rPr lang="en-US" sz="900" kern="1400" dirty="0">
                <a:solidFill>
                  <a:srgbClr val="0A0908"/>
                </a:solidFill>
                <a:latin typeface="Calibri" panose="020F0502020204030204" pitchFamily="34" charset="0"/>
                <a:cs typeface="Calibri" panose="020F0502020204030204" pitchFamily="34" charset="0"/>
              </a:rPr>
              <a:t>[]</a:t>
            </a:r>
          </a:p>
          <a:p>
            <a:pPr marL="0" indent="0">
              <a:lnSpc>
                <a:spcPct val="107000"/>
              </a:lnSpc>
              <a:spcBef>
                <a:spcPts val="0"/>
              </a:spcBef>
              <a:buNone/>
            </a:pPr>
            <a:r>
              <a:rPr lang="en-US" sz="900" kern="1400" dirty="0">
                <a:solidFill>
                  <a:srgbClr val="0A0908"/>
                </a:solidFill>
                <a:latin typeface="Calibri" panose="020F0502020204030204" pitchFamily="34" charset="0"/>
                <a:cs typeface="Calibri" panose="020F0502020204030204" pitchFamily="34" charset="0"/>
              </a:rPr>
              <a:t>[root@dcwusd07-centralsite-centralsitemanager-0 </a:t>
            </a:r>
            <a:r>
              <a:rPr lang="en-US" sz="900" kern="1400" dirty="0" err="1">
                <a:solidFill>
                  <a:srgbClr val="0A0908"/>
                </a:solidFill>
                <a:latin typeface="Calibri" panose="020F0502020204030204" pitchFamily="34" charset="0"/>
                <a:cs typeface="Calibri" panose="020F0502020204030204" pitchFamily="34" charset="0"/>
              </a:rPr>
              <a:t>cbis</a:t>
            </a:r>
            <a:r>
              <a:rPr lang="en-US" sz="900" kern="1400" dirty="0">
                <a:solidFill>
                  <a:srgbClr val="0A0908"/>
                </a:solidFill>
                <a:latin typeface="Calibri" panose="020F0502020204030204" pitchFamily="34" charset="0"/>
                <a:cs typeface="Calibri" panose="020F0502020204030204" pitchFamily="34" charset="0"/>
              </a:rPr>
              <a:t>-admin (Active)]#</a:t>
            </a:r>
          </a:p>
          <a:p>
            <a:pPr marL="0" indent="0">
              <a:lnSpc>
                <a:spcPct val="107000"/>
              </a:lnSpc>
              <a:spcBef>
                <a:spcPts val="0"/>
              </a:spcBef>
              <a:buNone/>
            </a:pPr>
            <a:endParaRPr lang="en-US" sz="900" b="1" dirty="0">
              <a:solidFill>
                <a:srgbClr val="0A0908"/>
              </a:solidFill>
              <a:latin typeface="Calibri" panose="020F0502020204030204" pitchFamily="34" charset="0"/>
              <a:cs typeface="Calibri" panose="020F0502020204030204" pitchFamily="34" charset="0"/>
            </a:endParaRPr>
          </a:p>
          <a:p>
            <a:pPr marL="0" indent="0">
              <a:lnSpc>
                <a:spcPct val="107000"/>
              </a:lnSpc>
              <a:spcBef>
                <a:spcPts val="0"/>
              </a:spcBef>
              <a:buNone/>
            </a:pPr>
            <a:r>
              <a:rPr lang="en-US" sz="1400" b="1" dirty="0">
                <a:solidFill>
                  <a:srgbClr val="0A0908"/>
                </a:solidFill>
                <a:latin typeface="Calibri" panose="020F0502020204030204" pitchFamily="34" charset="0"/>
                <a:cs typeface="Calibri" panose="020F0502020204030204" pitchFamily="34" charset="0"/>
              </a:rPr>
              <a:t>Alarm flow:-</a:t>
            </a:r>
          </a:p>
          <a:p>
            <a:pPr marL="0" indent="0">
              <a:lnSpc>
                <a:spcPct val="107000"/>
              </a:lnSpc>
              <a:spcBef>
                <a:spcPts val="0"/>
              </a:spcBef>
              <a:buNone/>
            </a:pPr>
            <a:endParaRPr lang="en-US" sz="900" kern="1400" dirty="0">
              <a:solidFill>
                <a:srgbClr val="0A0908"/>
              </a:solidFill>
              <a:latin typeface="Calibri" panose="020F0502020204030204" pitchFamily="34" charset="0"/>
              <a:cs typeface="Calibri" panose="020F0502020204030204" pitchFamily="34" charset="0"/>
            </a:endParaRPr>
          </a:p>
          <a:p>
            <a:pPr marL="0" indent="0">
              <a:lnSpc>
                <a:spcPct val="107000"/>
              </a:lnSpc>
              <a:spcBef>
                <a:spcPts val="0"/>
              </a:spcBef>
              <a:buNone/>
            </a:pPr>
            <a:endParaRPr lang="en-US" sz="900" kern="1400" dirty="0">
              <a:solidFill>
                <a:srgbClr val="0A0908"/>
              </a:solidFill>
              <a:latin typeface="Calibri" panose="020F0502020204030204" pitchFamily="34" charset="0"/>
              <a:cs typeface="Calibri" panose="020F0502020204030204" pitchFamily="34" charset="0"/>
            </a:endParaRPr>
          </a:p>
        </p:txBody>
      </p:sp>
      <p:pic>
        <p:nvPicPr>
          <p:cNvPr id="5" name="Picture 4">
            <a:extLst>
              <a:ext uri="{FF2B5EF4-FFF2-40B4-BE49-F238E27FC236}">
                <a16:creationId xmlns:a16="http://schemas.microsoft.com/office/drawing/2014/main" id="{76AEFB8D-8FDD-5F65-E2D5-5AD057D7BD9B}"/>
              </a:ext>
            </a:extLst>
          </p:cNvPr>
          <p:cNvPicPr>
            <a:picLocks noChangeAspect="1"/>
          </p:cNvPicPr>
          <p:nvPr/>
        </p:nvPicPr>
        <p:blipFill>
          <a:blip r:embed="rId2"/>
          <a:stretch>
            <a:fillRect/>
          </a:stretch>
        </p:blipFill>
        <p:spPr>
          <a:xfrm>
            <a:off x="351338" y="2434449"/>
            <a:ext cx="8441322" cy="2260477"/>
          </a:xfrm>
          <a:prstGeom prst="rect">
            <a:avLst/>
          </a:prstGeom>
        </p:spPr>
      </p:pic>
    </p:spTree>
    <p:extLst>
      <p:ext uri="{BB962C8B-B14F-4D97-AF65-F5344CB8AC3E}">
        <p14:creationId xmlns:p14="http://schemas.microsoft.com/office/powerpoint/2010/main" val="994943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EBC2B1-4444-B24F-A886-56A910C0F3E4}"/>
            </a:ext>
          </a:extLst>
        </p:cNvPr>
        <p:cNvGrpSpPr/>
        <p:nvPr/>
      </p:nvGrpSpPr>
      <p:grpSpPr>
        <a:xfrm>
          <a:off x="0" y="0"/>
          <a:ext cx="0" cy="0"/>
          <a:chOff x="0" y="0"/>
          <a:chExt cx="0" cy="0"/>
        </a:xfrm>
      </p:grpSpPr>
      <p:sp>
        <p:nvSpPr>
          <p:cNvPr id="10" name="Text Placeholder 9">
            <a:extLst>
              <a:ext uri="{FF2B5EF4-FFF2-40B4-BE49-F238E27FC236}">
                <a16:creationId xmlns:a16="http://schemas.microsoft.com/office/drawing/2014/main" id="{33582F47-E77C-046B-F5C7-7AC3E2F66905}"/>
              </a:ext>
            </a:extLst>
          </p:cNvPr>
          <p:cNvSpPr>
            <a:spLocks noGrp="1"/>
          </p:cNvSpPr>
          <p:nvPr>
            <p:ph type="body" sz="quarter" idx="12"/>
          </p:nvPr>
        </p:nvSpPr>
        <p:spPr>
          <a:xfrm>
            <a:off x="330518" y="162545"/>
            <a:ext cx="8312742" cy="423864"/>
          </a:xfrm>
        </p:spPr>
        <p:txBody>
          <a:bodyPr/>
          <a:lstStyle/>
          <a:p>
            <a:r>
              <a:rPr lang="en-GB" b="1" dirty="0">
                <a:solidFill>
                  <a:schemeClr val="tx2">
                    <a:lumMod val="75000"/>
                    <a:lumOff val="25000"/>
                  </a:schemeClr>
                </a:solidFill>
                <a:latin typeface="+mj-lt"/>
              </a:rPr>
              <a:t>Issue-9: NCS24.7 Alarm Forwarding issue- </a:t>
            </a:r>
            <a:r>
              <a:rPr lang="en-GB" b="1" dirty="0" err="1">
                <a:solidFill>
                  <a:schemeClr val="tx2">
                    <a:lumMod val="75000"/>
                    <a:lumOff val="25000"/>
                  </a:schemeClr>
                </a:solidFill>
                <a:latin typeface="+mj-lt"/>
              </a:rPr>
              <a:t>Cont</a:t>
            </a:r>
            <a:r>
              <a:rPr lang="en-GB" b="1" dirty="0">
                <a:solidFill>
                  <a:schemeClr val="tx2">
                    <a:lumMod val="75000"/>
                    <a:lumOff val="25000"/>
                  </a:schemeClr>
                </a:solidFill>
                <a:latin typeface="+mj-lt"/>
              </a:rPr>
              <a:t>…</a:t>
            </a:r>
            <a:endParaRPr lang="en-US" b="1" dirty="0">
              <a:solidFill>
                <a:schemeClr val="tx2">
                  <a:lumMod val="75000"/>
                  <a:lumOff val="25000"/>
                </a:schemeClr>
              </a:solidFill>
              <a:latin typeface="+mj-lt"/>
            </a:endParaRPr>
          </a:p>
        </p:txBody>
      </p:sp>
      <p:sp>
        <p:nvSpPr>
          <p:cNvPr id="4" name="Footer Placeholder 3">
            <a:extLst>
              <a:ext uri="{FF2B5EF4-FFF2-40B4-BE49-F238E27FC236}">
                <a16:creationId xmlns:a16="http://schemas.microsoft.com/office/drawing/2014/main" id="{09FF384D-0891-07A9-7134-8DB90D2F9C22}"/>
              </a:ext>
            </a:extLst>
          </p:cNvPr>
          <p:cNvSpPr>
            <a:spLocks noGrp="1"/>
          </p:cNvSpPr>
          <p:nvPr>
            <p:ph type="ftr" sz="quarter" idx="3"/>
          </p:nvPr>
        </p:nvSpPr>
        <p:spPr/>
        <p:txBody>
          <a:bodyPr/>
          <a:lstStyle/>
          <a:p>
            <a:r>
              <a:rPr lang="en-US" dirty="0"/>
              <a:t>Nokia Internal</a:t>
            </a:r>
          </a:p>
        </p:txBody>
      </p:sp>
      <p:sp>
        <p:nvSpPr>
          <p:cNvPr id="2" name="Text Placeholder 7">
            <a:extLst>
              <a:ext uri="{FF2B5EF4-FFF2-40B4-BE49-F238E27FC236}">
                <a16:creationId xmlns:a16="http://schemas.microsoft.com/office/drawing/2014/main" id="{6721B39B-5C91-94E5-264E-325706AE0129}"/>
              </a:ext>
            </a:extLst>
          </p:cNvPr>
          <p:cNvSpPr txBox="1">
            <a:spLocks/>
          </p:cNvSpPr>
          <p:nvPr/>
        </p:nvSpPr>
        <p:spPr>
          <a:xfrm>
            <a:off x="254746" y="577783"/>
            <a:ext cx="8634507" cy="4280772"/>
          </a:xfrm>
          <a:prstGeom prst="rect">
            <a:avLst/>
          </a:prstGeom>
        </p:spPr>
        <p:txBody>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nSpc>
                <a:spcPct val="107000"/>
              </a:lnSpc>
              <a:spcBef>
                <a:spcPts val="0"/>
              </a:spcBef>
              <a:buNone/>
            </a:pPr>
            <a:r>
              <a:rPr lang="en-IN" sz="900" kern="1400" dirty="0" err="1">
                <a:solidFill>
                  <a:srgbClr val="0A0908"/>
                </a:solidFill>
                <a:latin typeface="Calibri" panose="020F0502020204030204" pitchFamily="34" charset="0"/>
                <a:cs typeface="Calibri" panose="020F0502020204030204" pitchFamily="34" charset="0"/>
              </a:rPr>
              <a:t>Fluendwebhook</a:t>
            </a:r>
            <a:r>
              <a:rPr lang="en-IN" sz="900" kern="1400" dirty="0">
                <a:solidFill>
                  <a:srgbClr val="0A0908"/>
                </a:solidFill>
                <a:latin typeface="Calibri" panose="020F0502020204030204" pitchFamily="34" charset="0"/>
                <a:cs typeface="Calibri" panose="020F0502020204030204" pitchFamily="34" charset="0"/>
              </a:rPr>
              <a:t> is not forwarding the alarm event to </a:t>
            </a:r>
            <a:r>
              <a:rPr lang="en-IN" sz="900" kern="1400" dirty="0" err="1">
                <a:solidFill>
                  <a:srgbClr val="0A0908"/>
                </a:solidFill>
                <a:latin typeface="Calibri" panose="020F0502020204030204" pitchFamily="34" charset="0"/>
                <a:cs typeface="Calibri" panose="020F0502020204030204" pitchFamily="34" charset="0"/>
              </a:rPr>
              <a:t>fluentd</a:t>
            </a:r>
            <a:endParaRPr lang="en-IN" sz="900" kern="1400" dirty="0">
              <a:solidFill>
                <a:srgbClr val="0A0908"/>
              </a:solidFill>
              <a:latin typeface="Calibri" panose="020F0502020204030204" pitchFamily="34" charset="0"/>
              <a:cs typeface="Calibri" panose="020F0502020204030204" pitchFamily="34" charset="0"/>
            </a:endParaRPr>
          </a:p>
          <a:p>
            <a:pPr marL="0" indent="0">
              <a:lnSpc>
                <a:spcPct val="107000"/>
              </a:lnSpc>
              <a:spcBef>
                <a:spcPts val="0"/>
              </a:spcBef>
              <a:buNone/>
            </a:pPr>
            <a:endParaRPr lang="en-IN" sz="900" b="1" u="sng" kern="1400" dirty="0">
              <a:solidFill>
                <a:srgbClr val="0A0908"/>
              </a:solidFill>
              <a:latin typeface="Calibri" panose="020F0502020204030204" pitchFamily="34" charset="0"/>
              <a:cs typeface="Calibri" panose="020F0502020204030204" pitchFamily="34" charset="0"/>
            </a:endParaRPr>
          </a:p>
          <a:p>
            <a:pPr marL="0" indent="0">
              <a:lnSpc>
                <a:spcPct val="107000"/>
              </a:lnSpc>
              <a:spcBef>
                <a:spcPts val="0"/>
              </a:spcBef>
              <a:buNone/>
            </a:pPr>
            <a:r>
              <a:rPr lang="en-IN" sz="900" b="1" u="sng" kern="1400" dirty="0" err="1">
                <a:solidFill>
                  <a:srgbClr val="0A0908"/>
                </a:solidFill>
                <a:latin typeface="Calibri" panose="020F0502020204030204" pitchFamily="34" charset="0"/>
                <a:cs typeface="Calibri" panose="020F0502020204030204" pitchFamily="34" charset="0"/>
              </a:rPr>
              <a:t>fluentdwebhook</a:t>
            </a:r>
            <a:r>
              <a:rPr lang="en-IN" sz="900" b="1" u="sng" kern="1400" dirty="0">
                <a:solidFill>
                  <a:srgbClr val="0A0908"/>
                </a:solidFill>
                <a:latin typeface="Calibri" panose="020F0502020204030204" pitchFamily="34" charset="0"/>
                <a:cs typeface="Calibri" panose="020F0502020204030204" pitchFamily="34" charset="0"/>
              </a:rPr>
              <a:t> log</a:t>
            </a:r>
          </a:p>
          <a:p>
            <a:pPr marL="0" indent="0">
              <a:lnSpc>
                <a:spcPct val="107000"/>
              </a:lnSpc>
              <a:spcBef>
                <a:spcPts val="0"/>
              </a:spcBef>
              <a:buNone/>
            </a:pPr>
            <a:r>
              <a:rPr lang="en-IN" sz="900" kern="1400" dirty="0">
                <a:solidFill>
                  <a:srgbClr val="0A0908"/>
                </a:solidFill>
                <a:latin typeface="Calibri" panose="020F0502020204030204" pitchFamily="34" charset="0"/>
                <a:cs typeface="Calibri" panose="020F0502020204030204" pitchFamily="34" charset="0"/>
              </a:rPr>
              <a:t>2025-01-23T11:33:02.126412504+00:00 stderr F </a:t>
            </a:r>
            <a:r>
              <a:rPr lang="en-IN" sz="900" kern="1400" dirty="0" err="1">
                <a:solidFill>
                  <a:srgbClr val="0A0908"/>
                </a:solidFill>
                <a:latin typeface="Calibri" panose="020F0502020204030204" pitchFamily="34" charset="0"/>
                <a:cs typeface="Calibri" panose="020F0502020204030204" pitchFamily="34" charset="0"/>
              </a:rPr>
              <a:t>ts</a:t>
            </a:r>
            <a:r>
              <a:rPr lang="en-IN" sz="900" kern="1400" dirty="0">
                <a:solidFill>
                  <a:srgbClr val="0A0908"/>
                </a:solidFill>
                <a:latin typeface="Calibri" panose="020F0502020204030204" pitchFamily="34" charset="0"/>
                <a:cs typeface="Calibri" panose="020F0502020204030204" pitchFamily="34" charset="0"/>
              </a:rPr>
              <a:t>=2025-01-23T11:17:52.126Z caller=FluentdInfo.go:73 level=debug Key=name </a:t>
            </a:r>
            <a:r>
              <a:rPr lang="en-IN" sz="900" kern="1400" dirty="0">
                <a:solidFill>
                  <a:srgbClr val="0A0908"/>
                </a:solidFill>
                <a:highlight>
                  <a:srgbClr val="00FF00"/>
                </a:highlight>
                <a:latin typeface="Calibri" panose="020F0502020204030204" pitchFamily="34" charset="0"/>
                <a:cs typeface="Calibri" panose="020F0502020204030204" pitchFamily="34" charset="0"/>
              </a:rPr>
              <a:t>value="Interface ens3f1 down on dcwusd07-ncs-workerbm-3"</a:t>
            </a:r>
          </a:p>
          <a:p>
            <a:pPr marL="0" indent="0">
              <a:lnSpc>
                <a:spcPct val="107000"/>
              </a:lnSpc>
              <a:spcBef>
                <a:spcPts val="0"/>
              </a:spcBef>
              <a:buNone/>
            </a:pPr>
            <a:r>
              <a:rPr lang="en-IN" sz="900" kern="1400" dirty="0">
                <a:solidFill>
                  <a:srgbClr val="0A0908"/>
                </a:solidFill>
                <a:latin typeface="Calibri" panose="020F0502020204030204" pitchFamily="34" charset="0"/>
                <a:cs typeface="Calibri" panose="020F0502020204030204" pitchFamily="34" charset="0"/>
              </a:rPr>
              <a:t>2025-01-23T11:33:02.126419766+00:00 stderr F </a:t>
            </a:r>
            <a:r>
              <a:rPr lang="en-IN" sz="900" kern="1400" dirty="0" err="1">
                <a:solidFill>
                  <a:srgbClr val="0A0908"/>
                </a:solidFill>
                <a:latin typeface="Calibri" panose="020F0502020204030204" pitchFamily="34" charset="0"/>
                <a:cs typeface="Calibri" panose="020F0502020204030204" pitchFamily="34" charset="0"/>
              </a:rPr>
              <a:t>ts</a:t>
            </a:r>
            <a:r>
              <a:rPr lang="en-IN" sz="900" kern="1400" dirty="0">
                <a:solidFill>
                  <a:srgbClr val="0A0908"/>
                </a:solidFill>
                <a:latin typeface="Calibri" panose="020F0502020204030204" pitchFamily="34" charset="0"/>
                <a:cs typeface="Calibri" panose="020F0502020204030204" pitchFamily="34" charset="0"/>
              </a:rPr>
              <a:t>=2025-01-23T11:17:52.126Z caller=FluentdInfo.go:73 level=debug Key=namespace value=</a:t>
            </a:r>
            <a:r>
              <a:rPr lang="en-IN" sz="900" kern="1400" dirty="0" err="1">
                <a:solidFill>
                  <a:srgbClr val="0A0908"/>
                </a:solidFill>
                <a:latin typeface="Calibri" panose="020F0502020204030204" pitchFamily="34" charset="0"/>
                <a:cs typeface="Calibri" panose="020F0502020204030204" pitchFamily="34" charset="0"/>
              </a:rPr>
              <a:t>ncms</a:t>
            </a:r>
            <a:endParaRPr lang="en-IN" sz="900" kern="1400" dirty="0">
              <a:solidFill>
                <a:srgbClr val="0A0908"/>
              </a:solidFill>
              <a:latin typeface="Calibri" panose="020F0502020204030204" pitchFamily="34" charset="0"/>
              <a:cs typeface="Calibri" panose="020F0502020204030204" pitchFamily="34" charset="0"/>
            </a:endParaRPr>
          </a:p>
          <a:p>
            <a:pPr marL="0" indent="0">
              <a:lnSpc>
                <a:spcPct val="107000"/>
              </a:lnSpc>
              <a:spcBef>
                <a:spcPts val="0"/>
              </a:spcBef>
              <a:buNone/>
            </a:pPr>
            <a:r>
              <a:rPr lang="en-IN" sz="900" kern="1400" dirty="0">
                <a:solidFill>
                  <a:srgbClr val="0A0908"/>
                </a:solidFill>
                <a:latin typeface="Calibri" panose="020F0502020204030204" pitchFamily="34" charset="0"/>
                <a:cs typeface="Calibri" panose="020F0502020204030204" pitchFamily="34" charset="0"/>
              </a:rPr>
              <a:t>2025-01-23T11:33:02.126419766+00:00 stderr F </a:t>
            </a:r>
            <a:r>
              <a:rPr lang="en-IN" sz="900" kern="1400" dirty="0" err="1">
                <a:solidFill>
                  <a:srgbClr val="0A0908"/>
                </a:solidFill>
                <a:latin typeface="Calibri" panose="020F0502020204030204" pitchFamily="34" charset="0"/>
                <a:cs typeface="Calibri" panose="020F0502020204030204" pitchFamily="34" charset="0"/>
              </a:rPr>
              <a:t>ts</a:t>
            </a:r>
            <a:r>
              <a:rPr lang="en-IN" sz="900" kern="1400" dirty="0">
                <a:solidFill>
                  <a:srgbClr val="0A0908"/>
                </a:solidFill>
                <a:latin typeface="Calibri" panose="020F0502020204030204" pitchFamily="34" charset="0"/>
                <a:cs typeface="Calibri" panose="020F0502020204030204" pitchFamily="34" charset="0"/>
              </a:rPr>
              <a:t>=2025-01-23T11:17:52.126Z caller=FluentdInfo.go:73 level=debug Key=text value="Interface Is Down"</a:t>
            </a:r>
          </a:p>
          <a:p>
            <a:pPr marL="0" indent="0">
              <a:lnSpc>
                <a:spcPct val="107000"/>
              </a:lnSpc>
              <a:spcBef>
                <a:spcPts val="0"/>
              </a:spcBef>
              <a:buNone/>
            </a:pPr>
            <a:r>
              <a:rPr lang="en-IN" sz="900" kern="1400" dirty="0">
                <a:solidFill>
                  <a:srgbClr val="0A0908"/>
                </a:solidFill>
                <a:latin typeface="Calibri" panose="020F0502020204030204" pitchFamily="34" charset="0"/>
                <a:cs typeface="Calibri" panose="020F0502020204030204" pitchFamily="34" charset="0"/>
              </a:rPr>
              <a:t>2025-01-23T11:33:02.126427558+00:00 stderr F </a:t>
            </a:r>
            <a:r>
              <a:rPr lang="en-IN" sz="900" kern="1400" dirty="0" err="1">
                <a:solidFill>
                  <a:srgbClr val="0A0908"/>
                </a:solidFill>
                <a:latin typeface="Calibri" panose="020F0502020204030204" pitchFamily="34" charset="0"/>
                <a:cs typeface="Calibri" panose="020F0502020204030204" pitchFamily="34" charset="0"/>
              </a:rPr>
              <a:t>ts</a:t>
            </a:r>
            <a:r>
              <a:rPr lang="en-IN" sz="900" kern="1400" dirty="0">
                <a:solidFill>
                  <a:srgbClr val="0A0908"/>
                </a:solidFill>
                <a:latin typeface="Calibri" panose="020F0502020204030204" pitchFamily="34" charset="0"/>
                <a:cs typeface="Calibri" panose="020F0502020204030204" pitchFamily="34" charset="0"/>
              </a:rPr>
              <a:t>=2025-01-23T11:17:52.126Z caller=FluentdInfo.go:73 level=debug Key=</a:t>
            </a:r>
            <a:r>
              <a:rPr lang="en-IN" sz="900" kern="1400" dirty="0" err="1">
                <a:solidFill>
                  <a:srgbClr val="0A0908"/>
                </a:solidFill>
                <a:latin typeface="Calibri" panose="020F0502020204030204" pitchFamily="34" charset="0"/>
                <a:cs typeface="Calibri" panose="020F0502020204030204" pitchFamily="34" charset="0"/>
              </a:rPr>
              <a:t>alertname</a:t>
            </a:r>
            <a:r>
              <a:rPr lang="en-IN" sz="900" kern="1400" dirty="0">
                <a:solidFill>
                  <a:srgbClr val="0A0908"/>
                </a:solidFill>
                <a:latin typeface="Calibri" panose="020F0502020204030204" pitchFamily="34" charset="0"/>
                <a:cs typeface="Calibri" panose="020F0502020204030204" pitchFamily="34" charset="0"/>
              </a:rPr>
              <a:t> value=</a:t>
            </a:r>
            <a:r>
              <a:rPr lang="en-IN" sz="900" kern="1400" dirty="0" err="1">
                <a:solidFill>
                  <a:srgbClr val="0A0908"/>
                </a:solidFill>
                <a:latin typeface="Calibri" panose="020F0502020204030204" pitchFamily="34" charset="0"/>
                <a:cs typeface="Calibri" panose="020F0502020204030204" pitchFamily="34" charset="0"/>
              </a:rPr>
              <a:t>InterfaceIsDown</a:t>
            </a:r>
            <a:endParaRPr lang="en-IN" sz="900" kern="1400" dirty="0">
              <a:solidFill>
                <a:srgbClr val="0A0908"/>
              </a:solidFill>
              <a:latin typeface="Calibri" panose="020F0502020204030204" pitchFamily="34" charset="0"/>
              <a:cs typeface="Calibri" panose="020F0502020204030204" pitchFamily="34" charset="0"/>
            </a:endParaRPr>
          </a:p>
          <a:p>
            <a:pPr marL="0" indent="0">
              <a:lnSpc>
                <a:spcPct val="107000"/>
              </a:lnSpc>
              <a:spcBef>
                <a:spcPts val="0"/>
              </a:spcBef>
              <a:buNone/>
            </a:pPr>
            <a:r>
              <a:rPr lang="en-IN" sz="900" kern="1400" dirty="0">
                <a:solidFill>
                  <a:srgbClr val="0A0908"/>
                </a:solidFill>
                <a:latin typeface="Calibri" panose="020F0502020204030204" pitchFamily="34" charset="0"/>
                <a:cs typeface="Calibri" panose="020F0502020204030204" pitchFamily="34" charset="0"/>
              </a:rPr>
              <a:t>2025-01-23T11:33:02.126435120+00:00 stderr F </a:t>
            </a:r>
            <a:r>
              <a:rPr lang="en-IN" sz="900" kern="1400" dirty="0" err="1">
                <a:solidFill>
                  <a:srgbClr val="0A0908"/>
                </a:solidFill>
                <a:latin typeface="Calibri" panose="020F0502020204030204" pitchFamily="34" charset="0"/>
                <a:cs typeface="Calibri" panose="020F0502020204030204" pitchFamily="34" charset="0"/>
              </a:rPr>
              <a:t>ts</a:t>
            </a:r>
            <a:r>
              <a:rPr lang="en-IN" sz="900" kern="1400" dirty="0">
                <a:solidFill>
                  <a:srgbClr val="0A0908"/>
                </a:solidFill>
                <a:latin typeface="Calibri" panose="020F0502020204030204" pitchFamily="34" charset="0"/>
                <a:cs typeface="Calibri" panose="020F0502020204030204" pitchFamily="34" charset="0"/>
              </a:rPr>
              <a:t>=2025-01-23T11:17:52.126Z caller=FluentdInfo.go:73 level=debug Key=</a:t>
            </a:r>
            <a:r>
              <a:rPr lang="en-IN" sz="900" kern="1400" dirty="0" err="1">
                <a:solidFill>
                  <a:srgbClr val="0A0908"/>
                </a:solidFill>
                <a:latin typeface="Calibri" panose="020F0502020204030204" pitchFamily="34" charset="0"/>
                <a:cs typeface="Calibri" panose="020F0502020204030204" pitchFamily="34" charset="0"/>
              </a:rPr>
              <a:t>eventType</a:t>
            </a:r>
            <a:r>
              <a:rPr lang="en-IN" sz="900" kern="1400" dirty="0">
                <a:solidFill>
                  <a:srgbClr val="0A0908"/>
                </a:solidFill>
                <a:latin typeface="Calibri" panose="020F0502020204030204" pitchFamily="34" charset="0"/>
                <a:cs typeface="Calibri" panose="020F0502020204030204" pitchFamily="34" charset="0"/>
              </a:rPr>
              <a:t> value=4</a:t>
            </a:r>
          </a:p>
          <a:p>
            <a:pPr marL="0" indent="0">
              <a:lnSpc>
                <a:spcPct val="107000"/>
              </a:lnSpc>
              <a:spcBef>
                <a:spcPts val="0"/>
              </a:spcBef>
              <a:buNone/>
            </a:pPr>
            <a:r>
              <a:rPr lang="en-IN" sz="900" kern="1400" dirty="0">
                <a:solidFill>
                  <a:srgbClr val="0A0908"/>
                </a:solidFill>
                <a:latin typeface="Calibri" panose="020F0502020204030204" pitchFamily="34" charset="0"/>
                <a:cs typeface="Calibri" panose="020F0502020204030204" pitchFamily="34" charset="0"/>
              </a:rPr>
              <a:t>2025-01-23T11:33:02.132351909+00:00 stderr F </a:t>
            </a:r>
            <a:r>
              <a:rPr lang="en-IN" sz="900" kern="1400" dirty="0" err="1">
                <a:solidFill>
                  <a:srgbClr val="0A0908"/>
                </a:solidFill>
                <a:latin typeface="Calibri" panose="020F0502020204030204" pitchFamily="34" charset="0"/>
                <a:cs typeface="Calibri" panose="020F0502020204030204" pitchFamily="34" charset="0"/>
              </a:rPr>
              <a:t>ts</a:t>
            </a:r>
            <a:r>
              <a:rPr lang="en-IN" sz="900" kern="1400" dirty="0">
                <a:solidFill>
                  <a:srgbClr val="0A0908"/>
                </a:solidFill>
                <a:latin typeface="Calibri" panose="020F0502020204030204" pitchFamily="34" charset="0"/>
                <a:cs typeface="Calibri" panose="020F0502020204030204" pitchFamily="34" charset="0"/>
              </a:rPr>
              <a:t>=2025-01-23T11:33:02.132Z caller=webhook.go:68 level=debug </a:t>
            </a:r>
            <a:r>
              <a:rPr lang="en-IN" sz="900" kern="1400" dirty="0" err="1">
                <a:solidFill>
                  <a:srgbClr val="0A0908"/>
                </a:solidFill>
                <a:latin typeface="Calibri" panose="020F0502020204030204" pitchFamily="34" charset="0"/>
                <a:cs typeface="Calibri" panose="020F0502020204030204" pitchFamily="34" charset="0"/>
              </a:rPr>
              <a:t>msg</a:t>
            </a:r>
            <a:r>
              <a:rPr lang="en-IN" sz="900" kern="1400" dirty="0">
                <a:solidFill>
                  <a:srgbClr val="0A0908"/>
                </a:solidFill>
                <a:latin typeface="Calibri" panose="020F0502020204030204" pitchFamily="34" charset="0"/>
                <a:cs typeface="Calibri" panose="020F0502020204030204" pitchFamily="34" charset="0"/>
              </a:rPr>
              <a:t>=0 alert="unsupported value type"</a:t>
            </a:r>
          </a:p>
          <a:p>
            <a:pPr marL="0" indent="0">
              <a:lnSpc>
                <a:spcPct val="107000"/>
              </a:lnSpc>
              <a:spcBef>
                <a:spcPts val="0"/>
              </a:spcBef>
              <a:buNone/>
            </a:pPr>
            <a:r>
              <a:rPr lang="en-IN" sz="900" kern="1400" dirty="0">
                <a:solidFill>
                  <a:srgbClr val="FF0000"/>
                </a:solidFill>
                <a:latin typeface="Calibri" panose="020F0502020204030204" pitchFamily="34" charset="0"/>
                <a:cs typeface="Calibri" panose="020F0502020204030204" pitchFamily="34" charset="0"/>
              </a:rPr>
              <a:t>2025-01-23T11:33:02.132368004+00:00 stderr F </a:t>
            </a:r>
            <a:r>
              <a:rPr lang="en-IN" sz="900" kern="1400" dirty="0" err="1">
                <a:solidFill>
                  <a:srgbClr val="FF0000"/>
                </a:solidFill>
                <a:latin typeface="Calibri" panose="020F0502020204030204" pitchFamily="34" charset="0"/>
                <a:cs typeface="Calibri" panose="020F0502020204030204" pitchFamily="34" charset="0"/>
              </a:rPr>
              <a:t>ts</a:t>
            </a:r>
            <a:r>
              <a:rPr lang="en-IN" sz="900" kern="1400" dirty="0">
                <a:solidFill>
                  <a:srgbClr val="FF0000"/>
                </a:solidFill>
                <a:latin typeface="Calibri" panose="020F0502020204030204" pitchFamily="34" charset="0"/>
                <a:cs typeface="Calibri" panose="020F0502020204030204" pitchFamily="34" charset="0"/>
              </a:rPr>
              <a:t>=2025-01-23T11:33:02.132Z caller=webhook.go:117 level=debug </a:t>
            </a:r>
            <a:r>
              <a:rPr lang="en-IN" sz="900" kern="1400" dirty="0" err="1">
                <a:solidFill>
                  <a:srgbClr val="FF0000"/>
                </a:solidFill>
                <a:latin typeface="Calibri" panose="020F0502020204030204" pitchFamily="34" charset="0"/>
                <a:cs typeface="Calibri" panose="020F0502020204030204" pitchFamily="34" charset="0"/>
              </a:rPr>
              <a:t>msg</a:t>
            </a:r>
            <a:r>
              <a:rPr lang="en-IN" sz="900" kern="1400" dirty="0">
                <a:solidFill>
                  <a:srgbClr val="FF0000"/>
                </a:solidFill>
                <a:latin typeface="Calibri" panose="020F0502020204030204" pitchFamily="34" charset="0"/>
                <a:cs typeface="Calibri" panose="020F0502020204030204" pitchFamily="34" charset="0"/>
              </a:rPr>
              <a:t>="Not able to send alerts to </a:t>
            </a:r>
            <a:r>
              <a:rPr lang="en-IN" sz="900" kern="1400" dirty="0" err="1">
                <a:solidFill>
                  <a:srgbClr val="FF0000"/>
                </a:solidFill>
                <a:latin typeface="Calibri" panose="020F0502020204030204" pitchFamily="34" charset="0"/>
                <a:cs typeface="Calibri" panose="020F0502020204030204" pitchFamily="34" charset="0"/>
              </a:rPr>
              <a:t>fluentd</a:t>
            </a:r>
            <a:r>
              <a:rPr lang="en-IN" sz="900" kern="1400" dirty="0">
                <a:solidFill>
                  <a:srgbClr val="FF0000"/>
                </a:solidFill>
                <a:latin typeface="Calibri" panose="020F0502020204030204" pitchFamily="34" charset="0"/>
                <a:cs typeface="Calibri" panose="020F0502020204030204" pitchFamily="34" charset="0"/>
              </a:rPr>
              <a:t> due to : dial </a:t>
            </a:r>
            <a:r>
              <a:rPr lang="en-IN" sz="900" kern="1400" dirty="0" err="1">
                <a:solidFill>
                  <a:srgbClr val="FF0000"/>
                </a:solidFill>
                <a:latin typeface="Calibri" panose="020F0502020204030204" pitchFamily="34" charset="0"/>
                <a:cs typeface="Calibri" panose="020F0502020204030204" pitchFamily="34" charset="0"/>
              </a:rPr>
              <a:t>tcp</a:t>
            </a:r>
            <a:r>
              <a:rPr lang="en-IN" sz="900" kern="1400" dirty="0">
                <a:solidFill>
                  <a:srgbClr val="FF0000"/>
                </a:solidFill>
                <a:latin typeface="Calibri" panose="020F0502020204030204" pitchFamily="34" charset="0"/>
                <a:cs typeface="Calibri" panose="020F0502020204030204" pitchFamily="34" charset="0"/>
              </a:rPr>
              <a:t> 172.31.0.3:24228: connect: connection refused</a:t>
            </a:r>
            <a:r>
              <a:rPr lang="en-IN" sz="900" kern="1400" dirty="0">
                <a:solidFill>
                  <a:srgbClr val="0A0908"/>
                </a:solidFill>
                <a:latin typeface="Calibri" panose="020F0502020204030204" pitchFamily="34" charset="0"/>
                <a:cs typeface="Calibri" panose="020F0502020204030204" pitchFamily="34" charset="0"/>
              </a:rPr>
              <a:t>" </a:t>
            </a:r>
          </a:p>
          <a:p>
            <a:pPr marL="0" indent="0">
              <a:lnSpc>
                <a:spcPct val="107000"/>
              </a:lnSpc>
              <a:spcBef>
                <a:spcPts val="0"/>
              </a:spcBef>
              <a:buNone/>
            </a:pPr>
            <a:endParaRPr lang="en-IN" sz="900" kern="1400" dirty="0">
              <a:solidFill>
                <a:srgbClr val="0A0908"/>
              </a:solidFill>
              <a:latin typeface="Calibri" panose="020F0502020204030204" pitchFamily="34" charset="0"/>
              <a:cs typeface="Calibri" panose="020F0502020204030204" pitchFamily="34" charset="0"/>
            </a:endParaRPr>
          </a:p>
          <a:p>
            <a:pPr marL="0" indent="0">
              <a:lnSpc>
                <a:spcPct val="107000"/>
              </a:lnSpc>
              <a:spcBef>
                <a:spcPts val="0"/>
              </a:spcBef>
              <a:buNone/>
            </a:pPr>
            <a:r>
              <a:rPr lang="en-US" sz="900" kern="1400" dirty="0">
                <a:solidFill>
                  <a:srgbClr val="0A0908"/>
                </a:solidFill>
                <a:latin typeface="Calibri" panose="020F0502020204030204" pitchFamily="34" charset="0"/>
                <a:cs typeface="Calibri" panose="020F0502020204030204" pitchFamily="34" charset="0"/>
              </a:rPr>
              <a:t>When checked the </a:t>
            </a:r>
            <a:r>
              <a:rPr lang="en-IN" sz="900" kern="1400" dirty="0" err="1">
                <a:solidFill>
                  <a:srgbClr val="0A0908"/>
                </a:solidFill>
                <a:latin typeface="Calibri" panose="020F0502020204030204" pitchFamily="34" charset="0"/>
                <a:cs typeface="Calibri" panose="020F0502020204030204" pitchFamily="34" charset="0"/>
              </a:rPr>
              <a:t>ssc-fluentd</a:t>
            </a:r>
            <a:r>
              <a:rPr lang="en-US" sz="900" kern="1400" dirty="0">
                <a:solidFill>
                  <a:srgbClr val="0A0908"/>
                </a:solidFill>
                <a:latin typeface="Calibri" panose="020F0502020204030204" pitchFamily="34" charset="0"/>
                <a:cs typeface="Calibri" panose="020F0502020204030204" pitchFamily="34" charset="0"/>
              </a:rPr>
              <a:t> </a:t>
            </a:r>
            <a:r>
              <a:rPr lang="en-US" sz="900" kern="1400" dirty="0" err="1">
                <a:solidFill>
                  <a:srgbClr val="0A0908"/>
                </a:solidFill>
                <a:latin typeface="Calibri" panose="020F0502020204030204" pitchFamily="34" charset="0"/>
                <a:cs typeface="Calibri" panose="020F0502020204030204" pitchFamily="34" charset="0"/>
              </a:rPr>
              <a:t>podman</a:t>
            </a:r>
            <a:r>
              <a:rPr lang="en-US" sz="900" kern="1400" dirty="0">
                <a:solidFill>
                  <a:srgbClr val="0A0908"/>
                </a:solidFill>
                <a:latin typeface="Calibri" panose="020F0502020204030204" pitchFamily="34" charset="0"/>
                <a:cs typeface="Calibri" panose="020F0502020204030204" pitchFamily="34" charset="0"/>
              </a:rPr>
              <a:t> container, it is using 172.31.0.2:8787/</a:t>
            </a:r>
            <a:r>
              <a:rPr lang="en-US" sz="900" kern="1400" dirty="0" err="1">
                <a:solidFill>
                  <a:srgbClr val="0A0908"/>
                </a:solidFill>
                <a:latin typeface="Calibri" panose="020F0502020204030204" pitchFamily="34" charset="0"/>
                <a:cs typeface="Calibri" panose="020F0502020204030204" pitchFamily="34" charset="0"/>
              </a:rPr>
              <a:t>ofd_f</a:t>
            </a:r>
            <a:r>
              <a:rPr lang="en-US" sz="900" kern="1400" dirty="0">
                <a:solidFill>
                  <a:srgbClr val="0A0908"/>
                </a:solidFill>
                <a:latin typeface="Calibri" panose="020F0502020204030204" pitchFamily="34" charset="0"/>
                <a:cs typeface="Calibri" panose="020F0502020204030204" pitchFamily="34" charset="0"/>
              </a:rPr>
              <a:t> :1.15.3-2209.3.0 image but when checked the main </a:t>
            </a:r>
            <a:r>
              <a:rPr lang="en-US" sz="900" kern="1400" dirty="0" err="1">
                <a:solidFill>
                  <a:srgbClr val="0A0908"/>
                </a:solidFill>
                <a:latin typeface="Calibri" panose="020F0502020204030204" pitchFamily="34" charset="0"/>
                <a:cs typeface="Calibri" panose="020F0502020204030204" pitchFamily="34" charset="0"/>
              </a:rPr>
              <a:t>systemd</a:t>
            </a:r>
            <a:r>
              <a:rPr lang="en-US" sz="900" kern="1400" dirty="0">
                <a:solidFill>
                  <a:srgbClr val="0A0908"/>
                </a:solidFill>
                <a:latin typeface="Calibri" panose="020F0502020204030204" pitchFamily="34" charset="0"/>
                <a:cs typeface="Calibri" panose="020F0502020204030204" pitchFamily="34" charset="0"/>
              </a:rPr>
              <a:t> service (container-</a:t>
            </a:r>
            <a:r>
              <a:rPr lang="en-US" sz="900" kern="1400" dirty="0" err="1">
                <a:solidFill>
                  <a:srgbClr val="0A0908"/>
                </a:solidFill>
                <a:latin typeface="Calibri" panose="020F0502020204030204" pitchFamily="34" charset="0"/>
                <a:cs typeface="Calibri" panose="020F0502020204030204" pitchFamily="34" charset="0"/>
              </a:rPr>
              <a:t>ssc</a:t>
            </a:r>
            <a:r>
              <a:rPr lang="en-US" sz="900" kern="1400" dirty="0">
                <a:solidFill>
                  <a:srgbClr val="0A0908"/>
                </a:solidFill>
                <a:latin typeface="Calibri" panose="020F0502020204030204" pitchFamily="34" charset="0"/>
                <a:cs typeface="Calibri" panose="020F0502020204030204" pitchFamily="34" charset="0"/>
              </a:rPr>
              <a:t>-</a:t>
            </a:r>
            <a:r>
              <a:rPr lang="en-US" sz="900" kern="1400" dirty="0" err="1">
                <a:solidFill>
                  <a:srgbClr val="0A0908"/>
                </a:solidFill>
                <a:latin typeface="Calibri" panose="020F0502020204030204" pitchFamily="34" charset="0"/>
                <a:cs typeface="Calibri" panose="020F0502020204030204" pitchFamily="34" charset="0"/>
              </a:rPr>
              <a:t>fluentd.service</a:t>
            </a:r>
            <a:r>
              <a:rPr lang="en-US" sz="900" kern="1400" dirty="0">
                <a:solidFill>
                  <a:srgbClr val="0A0908"/>
                </a:solidFill>
                <a:latin typeface="Calibri" panose="020F0502020204030204" pitchFamily="34" charset="0"/>
                <a:cs typeface="Calibri" panose="020F0502020204030204" pitchFamily="34" charset="0"/>
              </a:rPr>
              <a:t>) which is responsible for spinning up container is pointing to 172.31.0.2:8787/bssc-fluentd:1.16.3-2311.1.1</a:t>
            </a:r>
          </a:p>
          <a:p>
            <a:pPr marL="342900" lvl="1" indent="0">
              <a:lnSpc>
                <a:spcPct val="107000"/>
              </a:lnSpc>
              <a:spcBef>
                <a:spcPts val="0"/>
              </a:spcBef>
              <a:buNone/>
            </a:pPr>
            <a:endParaRPr lang="en-IN" sz="900" kern="1400" dirty="0">
              <a:solidFill>
                <a:srgbClr val="0A0908"/>
              </a:solidFill>
              <a:latin typeface="Calibri" panose="020F0502020204030204" pitchFamily="34" charset="0"/>
              <a:cs typeface="Calibri" panose="020F0502020204030204" pitchFamily="34" charset="0"/>
            </a:endParaRPr>
          </a:p>
          <a:p>
            <a:pPr marL="342900" lvl="1" indent="0">
              <a:lnSpc>
                <a:spcPct val="107000"/>
              </a:lnSpc>
              <a:spcBef>
                <a:spcPts val="0"/>
              </a:spcBef>
              <a:buNone/>
            </a:pPr>
            <a:r>
              <a:rPr lang="en-IN" sz="900" kern="1400" dirty="0">
                <a:solidFill>
                  <a:srgbClr val="0A0908"/>
                </a:solidFill>
                <a:latin typeface="Calibri" panose="020F0502020204030204" pitchFamily="34" charset="0"/>
                <a:cs typeface="Calibri" panose="020F0502020204030204" pitchFamily="34" charset="0"/>
              </a:rPr>
              <a:t>[root@dcwusd07-centralsite-centralsitemanager-0 alma-configs (Active)]# </a:t>
            </a:r>
            <a:r>
              <a:rPr lang="en-IN" sz="900" b="1" dirty="0" err="1">
                <a:solidFill>
                  <a:schemeClr val="accent1"/>
                </a:solidFill>
                <a:latin typeface="Calibri" panose="020F0502020204030204" pitchFamily="34" charset="0"/>
              </a:rPr>
              <a:t>podman</a:t>
            </a:r>
            <a:r>
              <a:rPr lang="en-IN" sz="900" b="1" dirty="0">
                <a:solidFill>
                  <a:schemeClr val="accent1"/>
                </a:solidFill>
                <a:latin typeface="Calibri" panose="020F0502020204030204" pitchFamily="34" charset="0"/>
              </a:rPr>
              <a:t> </a:t>
            </a:r>
            <a:r>
              <a:rPr lang="en-IN" sz="900" b="1" dirty="0" err="1">
                <a:solidFill>
                  <a:schemeClr val="accent1"/>
                </a:solidFill>
                <a:latin typeface="Calibri" panose="020F0502020204030204" pitchFamily="34" charset="0"/>
              </a:rPr>
              <a:t>ps</a:t>
            </a:r>
            <a:r>
              <a:rPr lang="en-IN" sz="900" b="1" dirty="0">
                <a:solidFill>
                  <a:schemeClr val="accent1"/>
                </a:solidFill>
                <a:latin typeface="Calibri" panose="020F0502020204030204" pitchFamily="34" charset="0"/>
              </a:rPr>
              <a:t> | grep </a:t>
            </a:r>
            <a:r>
              <a:rPr lang="en-IN" sz="900" b="1" dirty="0" err="1">
                <a:solidFill>
                  <a:schemeClr val="accent1"/>
                </a:solidFill>
                <a:latin typeface="Calibri" panose="020F0502020204030204" pitchFamily="34" charset="0"/>
              </a:rPr>
              <a:t>ssc-fluentd</a:t>
            </a:r>
            <a:endParaRPr lang="en-IN" sz="900" b="1" dirty="0">
              <a:solidFill>
                <a:schemeClr val="accent1"/>
              </a:solidFill>
              <a:latin typeface="Calibri" panose="020F0502020204030204" pitchFamily="34" charset="0"/>
            </a:endParaRPr>
          </a:p>
          <a:p>
            <a:pPr marL="342900" lvl="1" indent="0">
              <a:lnSpc>
                <a:spcPct val="107000"/>
              </a:lnSpc>
              <a:spcBef>
                <a:spcPts val="0"/>
              </a:spcBef>
              <a:buNone/>
            </a:pPr>
            <a:r>
              <a:rPr lang="en-IN" sz="900" kern="1400" dirty="0">
                <a:solidFill>
                  <a:srgbClr val="0A0908"/>
                </a:solidFill>
                <a:latin typeface="Calibri" panose="020F0502020204030204" pitchFamily="34" charset="0"/>
                <a:cs typeface="Calibri" panose="020F0502020204030204" pitchFamily="34" charset="0"/>
              </a:rPr>
              <a:t>e268bd505126  172.31.0.2:8787/</a:t>
            </a:r>
            <a:r>
              <a:rPr lang="en-IN" sz="900" kern="1400" dirty="0">
                <a:solidFill>
                  <a:srgbClr val="FF0000"/>
                </a:solidFill>
                <a:latin typeface="Calibri" panose="020F0502020204030204" pitchFamily="34" charset="0"/>
                <a:cs typeface="Calibri" panose="020F0502020204030204" pitchFamily="34" charset="0"/>
              </a:rPr>
              <a:t>ofd_f:1.15.3-2209.3.0                         </a:t>
            </a:r>
            <a:r>
              <a:rPr lang="en-IN" sz="900" kern="1400" dirty="0">
                <a:solidFill>
                  <a:srgbClr val="0A0908"/>
                </a:solidFill>
                <a:latin typeface="Calibri" panose="020F0502020204030204" pitchFamily="34" charset="0"/>
                <a:cs typeface="Calibri" panose="020F0502020204030204" pitchFamily="34" charset="0"/>
              </a:rPr>
              <a:t>-c /etc/td-agent/...  13 days ago  Up 13 days                                                                 </a:t>
            </a:r>
            <a:r>
              <a:rPr lang="en-IN" sz="900" kern="1400" dirty="0" err="1">
                <a:solidFill>
                  <a:srgbClr val="0A0908"/>
                </a:solidFill>
                <a:latin typeface="Calibri" panose="020F0502020204030204" pitchFamily="34" charset="0"/>
                <a:cs typeface="Calibri" panose="020F0502020204030204" pitchFamily="34" charset="0"/>
              </a:rPr>
              <a:t>ssc-fluentd</a:t>
            </a:r>
            <a:endParaRPr lang="en-IN" sz="900" kern="1400" dirty="0">
              <a:solidFill>
                <a:srgbClr val="0A0908"/>
              </a:solidFill>
              <a:latin typeface="Calibri" panose="020F0502020204030204" pitchFamily="34" charset="0"/>
              <a:cs typeface="Calibri" panose="020F0502020204030204" pitchFamily="34" charset="0"/>
            </a:endParaRPr>
          </a:p>
          <a:p>
            <a:pPr marL="342900" lvl="1" indent="0">
              <a:lnSpc>
                <a:spcPct val="107000"/>
              </a:lnSpc>
              <a:spcBef>
                <a:spcPts val="0"/>
              </a:spcBef>
              <a:buNone/>
            </a:pPr>
            <a:r>
              <a:rPr lang="en-IN" sz="900" kern="1400" dirty="0">
                <a:solidFill>
                  <a:srgbClr val="0A0908"/>
                </a:solidFill>
                <a:latin typeface="Calibri" panose="020F0502020204030204" pitchFamily="34" charset="0"/>
                <a:cs typeface="Calibri" panose="020F0502020204030204" pitchFamily="34" charset="0"/>
              </a:rPr>
              <a:t>[root@dcwusd07-centralsite-centralsitemanager-0 alma-configs (Active)]#</a:t>
            </a:r>
          </a:p>
          <a:p>
            <a:pPr marL="0" indent="0">
              <a:lnSpc>
                <a:spcPct val="107000"/>
              </a:lnSpc>
              <a:spcBef>
                <a:spcPts val="0"/>
              </a:spcBef>
              <a:buNone/>
            </a:pPr>
            <a:endParaRPr lang="en-US" sz="900" kern="1400" dirty="0">
              <a:solidFill>
                <a:srgbClr val="0A0908"/>
              </a:solidFill>
              <a:latin typeface="Calibri" panose="020F0502020204030204" pitchFamily="34" charset="0"/>
              <a:cs typeface="Calibri" panose="020F0502020204030204" pitchFamily="34" charset="0"/>
            </a:endParaRPr>
          </a:p>
          <a:p>
            <a:pPr marL="0" indent="0">
              <a:lnSpc>
                <a:spcPct val="107000"/>
              </a:lnSpc>
              <a:spcBef>
                <a:spcPts val="0"/>
              </a:spcBef>
              <a:buNone/>
            </a:pPr>
            <a:r>
              <a:rPr lang="en-IN" sz="900" kern="1400" dirty="0">
                <a:solidFill>
                  <a:srgbClr val="0A0908"/>
                </a:solidFill>
                <a:latin typeface="Calibri" panose="020F0502020204030204" pitchFamily="34" charset="0"/>
                <a:cs typeface="Calibri" panose="020F0502020204030204" pitchFamily="34" charset="0"/>
              </a:rPr>
              <a:t>Also the </a:t>
            </a:r>
            <a:r>
              <a:rPr lang="en-IN" sz="900" kern="1400" dirty="0" err="1">
                <a:solidFill>
                  <a:srgbClr val="0A0908"/>
                </a:solidFill>
                <a:latin typeface="Calibri" panose="020F0502020204030204" pitchFamily="34" charset="0"/>
                <a:cs typeface="Calibri" panose="020F0502020204030204" pitchFamily="34" charset="0"/>
              </a:rPr>
              <a:t>fluentd</a:t>
            </a:r>
            <a:r>
              <a:rPr lang="en-IN" sz="900" kern="1400" dirty="0">
                <a:solidFill>
                  <a:srgbClr val="0A0908"/>
                </a:solidFill>
                <a:latin typeface="Calibri" panose="020F0502020204030204" pitchFamily="34" charset="0"/>
                <a:cs typeface="Calibri" panose="020F0502020204030204" pitchFamily="34" charset="0"/>
              </a:rPr>
              <a:t> port is not listening</a:t>
            </a:r>
          </a:p>
          <a:p>
            <a:pPr marL="342900" lvl="1" indent="0">
              <a:lnSpc>
                <a:spcPct val="107000"/>
              </a:lnSpc>
              <a:spcBef>
                <a:spcPts val="0"/>
              </a:spcBef>
              <a:buNone/>
            </a:pPr>
            <a:endParaRPr lang="en-US" sz="900" kern="1400" dirty="0">
              <a:solidFill>
                <a:srgbClr val="0A0908"/>
              </a:solidFill>
              <a:latin typeface="Calibri" panose="020F0502020204030204" pitchFamily="34" charset="0"/>
              <a:cs typeface="Calibri" panose="020F0502020204030204" pitchFamily="34" charset="0"/>
            </a:endParaRPr>
          </a:p>
          <a:p>
            <a:pPr marL="342900" lvl="1" indent="0">
              <a:lnSpc>
                <a:spcPct val="107000"/>
              </a:lnSpc>
              <a:spcBef>
                <a:spcPts val="0"/>
              </a:spcBef>
              <a:buNone/>
            </a:pPr>
            <a:r>
              <a:rPr lang="en-US" sz="900" kern="1400" dirty="0">
                <a:solidFill>
                  <a:srgbClr val="0A0908"/>
                </a:solidFill>
                <a:latin typeface="Calibri" panose="020F0502020204030204" pitchFamily="34" charset="0"/>
                <a:cs typeface="Calibri" panose="020F0502020204030204" pitchFamily="34" charset="0"/>
              </a:rPr>
              <a:t>[root@dcwusd07-centralsite-centralsitemanager-0 alma-configs (Active)]# </a:t>
            </a:r>
            <a:r>
              <a:rPr lang="en-US" sz="900" b="1" dirty="0">
                <a:solidFill>
                  <a:schemeClr val="accent1"/>
                </a:solidFill>
                <a:latin typeface="Calibri" panose="020F0502020204030204" pitchFamily="34" charset="0"/>
              </a:rPr>
              <a:t>netstat -</a:t>
            </a:r>
            <a:r>
              <a:rPr lang="en-US" sz="900" b="1" dirty="0" err="1">
                <a:solidFill>
                  <a:schemeClr val="accent1"/>
                </a:solidFill>
                <a:latin typeface="Calibri" panose="020F0502020204030204" pitchFamily="34" charset="0"/>
              </a:rPr>
              <a:t>tunpl</a:t>
            </a:r>
            <a:r>
              <a:rPr lang="en-US" sz="900" b="1" dirty="0">
                <a:solidFill>
                  <a:schemeClr val="accent1"/>
                </a:solidFill>
                <a:latin typeface="Calibri" panose="020F0502020204030204" pitchFamily="34" charset="0"/>
              </a:rPr>
              <a:t> | grep 24228</a:t>
            </a:r>
          </a:p>
          <a:p>
            <a:pPr marL="342900" lvl="1" indent="0">
              <a:lnSpc>
                <a:spcPct val="107000"/>
              </a:lnSpc>
              <a:spcBef>
                <a:spcPts val="0"/>
              </a:spcBef>
              <a:buNone/>
            </a:pPr>
            <a:r>
              <a:rPr lang="en-US" sz="900" kern="1400" dirty="0">
                <a:solidFill>
                  <a:srgbClr val="0A0908"/>
                </a:solidFill>
                <a:latin typeface="Calibri" panose="020F0502020204030204" pitchFamily="34" charset="0"/>
                <a:cs typeface="Calibri" panose="020F0502020204030204" pitchFamily="34" charset="0"/>
              </a:rPr>
              <a:t>[root@dcwusd07-centralsite-centralsitemanager-0 alma-configs (Active)]#</a:t>
            </a:r>
            <a:endParaRPr lang="en-IN" sz="900" kern="1400" dirty="0">
              <a:solidFill>
                <a:srgbClr val="0A0908"/>
              </a:solidFill>
              <a:latin typeface="Calibri" panose="020F0502020204030204" pitchFamily="34" charset="0"/>
              <a:cs typeface="Calibri" panose="020F0502020204030204" pitchFamily="34" charset="0"/>
            </a:endParaRPr>
          </a:p>
          <a:p>
            <a:pPr marL="0" indent="0">
              <a:lnSpc>
                <a:spcPct val="107000"/>
              </a:lnSpc>
              <a:spcBef>
                <a:spcPts val="0"/>
              </a:spcBef>
              <a:buNone/>
            </a:pPr>
            <a:endParaRPr lang="en-IN" sz="900" kern="1400" dirty="0">
              <a:solidFill>
                <a:srgbClr val="0A0908"/>
              </a:solidFill>
              <a:latin typeface="Calibri" panose="020F0502020204030204" pitchFamily="34" charset="0"/>
              <a:cs typeface="Calibri" panose="020F0502020204030204" pitchFamily="34" charset="0"/>
            </a:endParaRPr>
          </a:p>
          <a:p>
            <a:pPr marL="0" indent="0">
              <a:buNone/>
            </a:pPr>
            <a:endParaRPr lang="en-US" sz="1400" b="1" dirty="0">
              <a:solidFill>
                <a:srgbClr val="0A0908"/>
              </a:solidFill>
              <a:latin typeface="Calibri" panose="020F0502020204030204" pitchFamily="34" charset="0"/>
              <a:cs typeface="Calibri" panose="020F0502020204030204" pitchFamily="34" charset="0"/>
            </a:endParaRPr>
          </a:p>
          <a:p>
            <a:pPr marL="0" indent="0">
              <a:buNone/>
            </a:pPr>
            <a:endParaRPr lang="en-US" sz="1400" b="1" dirty="0">
              <a:solidFill>
                <a:srgbClr val="0A090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7618549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A5EED9-100C-3E4F-23D9-81C9CD8A3BD3}"/>
            </a:ext>
          </a:extLst>
        </p:cNvPr>
        <p:cNvGrpSpPr/>
        <p:nvPr/>
      </p:nvGrpSpPr>
      <p:grpSpPr>
        <a:xfrm>
          <a:off x="0" y="0"/>
          <a:ext cx="0" cy="0"/>
          <a:chOff x="0" y="0"/>
          <a:chExt cx="0" cy="0"/>
        </a:xfrm>
      </p:grpSpPr>
      <p:sp>
        <p:nvSpPr>
          <p:cNvPr id="10" name="Text Placeholder 9">
            <a:extLst>
              <a:ext uri="{FF2B5EF4-FFF2-40B4-BE49-F238E27FC236}">
                <a16:creationId xmlns:a16="http://schemas.microsoft.com/office/drawing/2014/main" id="{D538752A-A337-9910-F96B-9FF896D1BEB4}"/>
              </a:ext>
            </a:extLst>
          </p:cNvPr>
          <p:cNvSpPr>
            <a:spLocks noGrp="1"/>
          </p:cNvSpPr>
          <p:nvPr>
            <p:ph type="body" sz="quarter" idx="12"/>
          </p:nvPr>
        </p:nvSpPr>
        <p:spPr>
          <a:xfrm>
            <a:off x="330518" y="162545"/>
            <a:ext cx="8312742" cy="423864"/>
          </a:xfrm>
        </p:spPr>
        <p:txBody>
          <a:bodyPr/>
          <a:lstStyle/>
          <a:p>
            <a:r>
              <a:rPr lang="en-GB" b="1" dirty="0">
                <a:solidFill>
                  <a:schemeClr val="tx2">
                    <a:lumMod val="75000"/>
                    <a:lumOff val="25000"/>
                  </a:schemeClr>
                </a:solidFill>
                <a:latin typeface="+mj-lt"/>
              </a:rPr>
              <a:t>Issue-9: NCS24.7 Alarm Forwarding issue- </a:t>
            </a:r>
            <a:r>
              <a:rPr lang="en-GB" b="1" dirty="0" err="1">
                <a:solidFill>
                  <a:schemeClr val="tx2">
                    <a:lumMod val="75000"/>
                    <a:lumOff val="25000"/>
                  </a:schemeClr>
                </a:solidFill>
                <a:latin typeface="+mj-lt"/>
              </a:rPr>
              <a:t>Cont</a:t>
            </a:r>
            <a:r>
              <a:rPr lang="en-GB" b="1" dirty="0">
                <a:solidFill>
                  <a:schemeClr val="tx2">
                    <a:lumMod val="75000"/>
                    <a:lumOff val="25000"/>
                  </a:schemeClr>
                </a:solidFill>
                <a:latin typeface="+mj-lt"/>
              </a:rPr>
              <a:t>….</a:t>
            </a:r>
            <a:endParaRPr lang="en-US" b="1" dirty="0">
              <a:solidFill>
                <a:schemeClr val="tx2">
                  <a:lumMod val="75000"/>
                  <a:lumOff val="25000"/>
                </a:schemeClr>
              </a:solidFill>
              <a:latin typeface="+mj-lt"/>
            </a:endParaRPr>
          </a:p>
        </p:txBody>
      </p:sp>
      <p:sp>
        <p:nvSpPr>
          <p:cNvPr id="4" name="Footer Placeholder 3">
            <a:extLst>
              <a:ext uri="{FF2B5EF4-FFF2-40B4-BE49-F238E27FC236}">
                <a16:creationId xmlns:a16="http://schemas.microsoft.com/office/drawing/2014/main" id="{311ECB52-0CBB-6FCB-97AF-09999CEAF220}"/>
              </a:ext>
            </a:extLst>
          </p:cNvPr>
          <p:cNvSpPr>
            <a:spLocks noGrp="1"/>
          </p:cNvSpPr>
          <p:nvPr>
            <p:ph type="ftr" sz="quarter" idx="3"/>
          </p:nvPr>
        </p:nvSpPr>
        <p:spPr/>
        <p:txBody>
          <a:bodyPr/>
          <a:lstStyle/>
          <a:p>
            <a:r>
              <a:rPr lang="en-US" dirty="0"/>
              <a:t>Nokia Internal</a:t>
            </a:r>
          </a:p>
        </p:txBody>
      </p:sp>
      <p:sp>
        <p:nvSpPr>
          <p:cNvPr id="2" name="Text Placeholder 7">
            <a:extLst>
              <a:ext uri="{FF2B5EF4-FFF2-40B4-BE49-F238E27FC236}">
                <a16:creationId xmlns:a16="http://schemas.microsoft.com/office/drawing/2014/main" id="{85E45DCB-2D4D-5548-A9C8-834CBA5FC6F2}"/>
              </a:ext>
            </a:extLst>
          </p:cNvPr>
          <p:cNvSpPr txBox="1">
            <a:spLocks/>
          </p:cNvSpPr>
          <p:nvPr/>
        </p:nvSpPr>
        <p:spPr>
          <a:xfrm>
            <a:off x="254746" y="582096"/>
            <a:ext cx="8634507" cy="4280772"/>
          </a:xfrm>
          <a:prstGeom prst="rect">
            <a:avLst/>
          </a:prstGeom>
        </p:spPr>
        <p:txBody>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nSpc>
                <a:spcPct val="107000"/>
              </a:lnSpc>
              <a:spcBef>
                <a:spcPts val="0"/>
              </a:spcBef>
              <a:buNone/>
            </a:pPr>
            <a:r>
              <a:rPr lang="en-IN" sz="800" kern="1400" dirty="0">
                <a:solidFill>
                  <a:srgbClr val="0A0908"/>
                </a:solidFill>
                <a:latin typeface="Calibri" panose="020F0502020204030204" pitchFamily="34" charset="0"/>
                <a:cs typeface="Calibri" panose="020F0502020204030204" pitchFamily="34" charset="0"/>
              </a:rPr>
              <a:t>[root@dcwusd07-centralsite-centralsitemanager-0 alma-configs (Active)]# </a:t>
            </a:r>
            <a:r>
              <a:rPr lang="en-IN" sz="800" b="1" dirty="0" err="1">
                <a:solidFill>
                  <a:schemeClr val="accent1"/>
                </a:solidFill>
                <a:latin typeface="Calibri" panose="020F0502020204030204" pitchFamily="34" charset="0"/>
              </a:rPr>
              <a:t>systemctl</a:t>
            </a:r>
            <a:r>
              <a:rPr lang="en-IN" sz="800" b="1" dirty="0">
                <a:solidFill>
                  <a:schemeClr val="accent1"/>
                </a:solidFill>
                <a:latin typeface="Calibri" panose="020F0502020204030204" pitchFamily="34" charset="0"/>
              </a:rPr>
              <a:t> cat container-</a:t>
            </a:r>
            <a:r>
              <a:rPr lang="en-IN" sz="800" b="1" dirty="0" err="1">
                <a:solidFill>
                  <a:schemeClr val="accent1"/>
                </a:solidFill>
                <a:latin typeface="Calibri" panose="020F0502020204030204" pitchFamily="34" charset="0"/>
              </a:rPr>
              <a:t>ssc</a:t>
            </a:r>
            <a:r>
              <a:rPr lang="en-IN" sz="800" b="1" dirty="0">
                <a:solidFill>
                  <a:schemeClr val="accent1"/>
                </a:solidFill>
                <a:latin typeface="Calibri" panose="020F0502020204030204" pitchFamily="34" charset="0"/>
              </a:rPr>
              <a:t>-</a:t>
            </a:r>
            <a:r>
              <a:rPr lang="en-IN" sz="800" b="1" dirty="0" err="1">
                <a:solidFill>
                  <a:schemeClr val="accent1"/>
                </a:solidFill>
                <a:latin typeface="Calibri" panose="020F0502020204030204" pitchFamily="34" charset="0"/>
              </a:rPr>
              <a:t>fluentd.service</a:t>
            </a:r>
            <a:endParaRPr lang="en-IN" sz="900" b="1" dirty="0">
              <a:solidFill>
                <a:schemeClr val="accent1"/>
              </a:solidFill>
              <a:latin typeface="Calibri" panose="020F0502020204030204" pitchFamily="34" charset="0"/>
            </a:endParaRPr>
          </a:p>
          <a:p>
            <a:pPr marL="0" indent="0">
              <a:lnSpc>
                <a:spcPct val="107000"/>
              </a:lnSpc>
              <a:spcBef>
                <a:spcPts val="0"/>
              </a:spcBef>
              <a:buNone/>
            </a:pPr>
            <a:r>
              <a:rPr lang="en-IN" sz="800" kern="1400" dirty="0">
                <a:solidFill>
                  <a:srgbClr val="0A0908"/>
                </a:solidFill>
                <a:latin typeface="Calibri" panose="020F0502020204030204" pitchFamily="34" charset="0"/>
                <a:cs typeface="Calibri" panose="020F0502020204030204" pitchFamily="34" charset="0"/>
              </a:rPr>
              <a:t> </a:t>
            </a:r>
          </a:p>
          <a:p>
            <a:pPr marL="0" indent="0">
              <a:lnSpc>
                <a:spcPct val="107000"/>
              </a:lnSpc>
              <a:spcBef>
                <a:spcPts val="0"/>
              </a:spcBef>
              <a:buNone/>
            </a:pPr>
            <a:r>
              <a:rPr lang="en-IN" sz="800" kern="1400" dirty="0">
                <a:solidFill>
                  <a:srgbClr val="0A0908"/>
                </a:solidFill>
                <a:latin typeface="Calibri" panose="020F0502020204030204" pitchFamily="34" charset="0"/>
                <a:cs typeface="Calibri" panose="020F0502020204030204" pitchFamily="34" charset="0"/>
              </a:rPr>
              <a:t>[Unit]</a:t>
            </a:r>
          </a:p>
          <a:p>
            <a:pPr marL="0" indent="0">
              <a:lnSpc>
                <a:spcPct val="107000"/>
              </a:lnSpc>
              <a:spcBef>
                <a:spcPts val="0"/>
              </a:spcBef>
              <a:buNone/>
            </a:pPr>
            <a:r>
              <a:rPr lang="en-IN" sz="800" kern="1400" dirty="0">
                <a:solidFill>
                  <a:srgbClr val="0A0908"/>
                </a:solidFill>
                <a:latin typeface="Calibri" panose="020F0502020204030204" pitchFamily="34" charset="0"/>
                <a:cs typeface="Calibri" panose="020F0502020204030204" pitchFamily="34" charset="0"/>
              </a:rPr>
              <a:t>Description=</a:t>
            </a:r>
            <a:r>
              <a:rPr lang="en-IN" sz="800" kern="1400" dirty="0" err="1">
                <a:solidFill>
                  <a:srgbClr val="0A0908"/>
                </a:solidFill>
                <a:latin typeface="Calibri" panose="020F0502020204030204" pitchFamily="34" charset="0"/>
                <a:cs typeface="Calibri" panose="020F0502020204030204" pitchFamily="34" charset="0"/>
              </a:rPr>
              <a:t>Podman</a:t>
            </a:r>
            <a:r>
              <a:rPr lang="en-IN" sz="800" kern="1400" dirty="0">
                <a:solidFill>
                  <a:srgbClr val="0A0908"/>
                </a:solidFill>
                <a:latin typeface="Calibri" panose="020F0502020204030204" pitchFamily="34" charset="0"/>
                <a:cs typeface="Calibri" panose="020F0502020204030204" pitchFamily="34" charset="0"/>
              </a:rPr>
              <a:t> container-</a:t>
            </a:r>
            <a:r>
              <a:rPr lang="en-IN" sz="800" kern="1400" dirty="0" err="1">
                <a:solidFill>
                  <a:srgbClr val="0A0908"/>
                </a:solidFill>
                <a:latin typeface="Calibri" panose="020F0502020204030204" pitchFamily="34" charset="0"/>
                <a:cs typeface="Calibri" panose="020F0502020204030204" pitchFamily="34" charset="0"/>
              </a:rPr>
              <a:t>ssc</a:t>
            </a:r>
            <a:r>
              <a:rPr lang="en-IN" sz="800" kern="1400" dirty="0">
                <a:solidFill>
                  <a:srgbClr val="0A0908"/>
                </a:solidFill>
                <a:latin typeface="Calibri" panose="020F0502020204030204" pitchFamily="34" charset="0"/>
                <a:cs typeface="Calibri" panose="020F0502020204030204" pitchFamily="34" charset="0"/>
              </a:rPr>
              <a:t>-</a:t>
            </a:r>
            <a:r>
              <a:rPr lang="en-IN" sz="800" kern="1400" dirty="0" err="1">
                <a:solidFill>
                  <a:srgbClr val="0A0908"/>
                </a:solidFill>
                <a:latin typeface="Calibri" panose="020F0502020204030204" pitchFamily="34" charset="0"/>
                <a:cs typeface="Calibri" panose="020F0502020204030204" pitchFamily="34" charset="0"/>
              </a:rPr>
              <a:t>fluentd.service</a:t>
            </a:r>
            <a:endParaRPr lang="en-IN" sz="800" kern="1400" dirty="0">
              <a:solidFill>
                <a:srgbClr val="0A0908"/>
              </a:solidFill>
              <a:latin typeface="Calibri" panose="020F0502020204030204" pitchFamily="34" charset="0"/>
              <a:cs typeface="Calibri" panose="020F0502020204030204" pitchFamily="34" charset="0"/>
            </a:endParaRPr>
          </a:p>
          <a:p>
            <a:pPr marL="0" indent="0">
              <a:lnSpc>
                <a:spcPct val="107000"/>
              </a:lnSpc>
              <a:spcBef>
                <a:spcPts val="0"/>
              </a:spcBef>
              <a:buNone/>
            </a:pPr>
            <a:r>
              <a:rPr lang="en-IN" sz="800" kern="1400" dirty="0">
                <a:solidFill>
                  <a:srgbClr val="0A0908"/>
                </a:solidFill>
                <a:latin typeface="Calibri" panose="020F0502020204030204" pitchFamily="34" charset="0"/>
                <a:cs typeface="Calibri" panose="020F0502020204030204" pitchFamily="34" charset="0"/>
              </a:rPr>
              <a:t>Documentation=</a:t>
            </a:r>
            <a:r>
              <a:rPr lang="en-IN" sz="800" kern="1400" dirty="0" err="1">
                <a:solidFill>
                  <a:srgbClr val="0A0908"/>
                </a:solidFill>
                <a:latin typeface="Calibri" panose="020F0502020204030204" pitchFamily="34" charset="0"/>
                <a:cs typeface="Calibri" panose="020F0502020204030204" pitchFamily="34" charset="0"/>
              </a:rPr>
              <a:t>man:podman-generate-systemd</a:t>
            </a:r>
            <a:r>
              <a:rPr lang="en-IN" sz="800" kern="1400" dirty="0">
                <a:solidFill>
                  <a:srgbClr val="0A0908"/>
                </a:solidFill>
                <a:latin typeface="Calibri" panose="020F0502020204030204" pitchFamily="34" charset="0"/>
                <a:cs typeface="Calibri" panose="020F0502020204030204" pitchFamily="34" charset="0"/>
              </a:rPr>
              <a:t>(1)</a:t>
            </a:r>
          </a:p>
          <a:p>
            <a:pPr marL="0" indent="0">
              <a:lnSpc>
                <a:spcPct val="107000"/>
              </a:lnSpc>
              <a:spcBef>
                <a:spcPts val="0"/>
              </a:spcBef>
              <a:buNone/>
            </a:pPr>
            <a:r>
              <a:rPr lang="en-IN" sz="800" kern="1400" dirty="0">
                <a:solidFill>
                  <a:srgbClr val="0A0908"/>
                </a:solidFill>
                <a:latin typeface="Calibri" panose="020F0502020204030204" pitchFamily="34" charset="0"/>
                <a:cs typeface="Calibri" panose="020F0502020204030204" pitchFamily="34" charset="0"/>
              </a:rPr>
              <a:t>Wants=</a:t>
            </a:r>
            <a:r>
              <a:rPr lang="en-IN" sz="800" kern="1400" dirty="0" err="1">
                <a:solidFill>
                  <a:srgbClr val="0A0908"/>
                </a:solidFill>
                <a:latin typeface="Calibri" panose="020F0502020204030204" pitchFamily="34" charset="0"/>
                <a:cs typeface="Calibri" panose="020F0502020204030204" pitchFamily="34" charset="0"/>
              </a:rPr>
              <a:t>network.target</a:t>
            </a:r>
            <a:endParaRPr lang="en-IN" sz="800" kern="1400" dirty="0">
              <a:solidFill>
                <a:srgbClr val="0A0908"/>
              </a:solidFill>
              <a:latin typeface="Calibri" panose="020F0502020204030204" pitchFamily="34" charset="0"/>
              <a:cs typeface="Calibri" panose="020F0502020204030204" pitchFamily="34" charset="0"/>
            </a:endParaRPr>
          </a:p>
          <a:p>
            <a:pPr marL="0" indent="0">
              <a:lnSpc>
                <a:spcPct val="107000"/>
              </a:lnSpc>
              <a:spcBef>
                <a:spcPts val="0"/>
              </a:spcBef>
              <a:buNone/>
            </a:pPr>
            <a:r>
              <a:rPr lang="en-IN" sz="800" kern="1400" dirty="0">
                <a:solidFill>
                  <a:srgbClr val="0A0908"/>
                </a:solidFill>
                <a:latin typeface="Calibri" panose="020F0502020204030204" pitchFamily="34" charset="0"/>
                <a:cs typeface="Calibri" panose="020F0502020204030204" pitchFamily="34" charset="0"/>
              </a:rPr>
              <a:t>After=network-</a:t>
            </a:r>
            <a:r>
              <a:rPr lang="en-IN" sz="800" kern="1400" dirty="0" err="1">
                <a:solidFill>
                  <a:srgbClr val="0A0908"/>
                </a:solidFill>
                <a:latin typeface="Calibri" panose="020F0502020204030204" pitchFamily="34" charset="0"/>
                <a:cs typeface="Calibri" panose="020F0502020204030204" pitchFamily="34" charset="0"/>
              </a:rPr>
              <a:t>online.target</a:t>
            </a:r>
            <a:endParaRPr lang="en-IN" sz="800" kern="1400" dirty="0">
              <a:solidFill>
                <a:srgbClr val="0A0908"/>
              </a:solidFill>
              <a:latin typeface="Calibri" panose="020F0502020204030204" pitchFamily="34" charset="0"/>
              <a:cs typeface="Calibri" panose="020F0502020204030204" pitchFamily="34" charset="0"/>
            </a:endParaRPr>
          </a:p>
          <a:p>
            <a:pPr marL="0" indent="0">
              <a:lnSpc>
                <a:spcPct val="107000"/>
              </a:lnSpc>
              <a:spcBef>
                <a:spcPts val="0"/>
              </a:spcBef>
              <a:buNone/>
            </a:pPr>
            <a:r>
              <a:rPr lang="en-IN" sz="800" kern="1400" dirty="0">
                <a:solidFill>
                  <a:srgbClr val="0A0908"/>
                </a:solidFill>
                <a:latin typeface="Calibri" panose="020F0502020204030204" pitchFamily="34" charset="0"/>
                <a:cs typeface="Calibri" panose="020F0502020204030204" pitchFamily="34" charset="0"/>
              </a:rPr>
              <a:t> </a:t>
            </a:r>
          </a:p>
          <a:p>
            <a:pPr marL="0" indent="0">
              <a:lnSpc>
                <a:spcPct val="107000"/>
              </a:lnSpc>
              <a:spcBef>
                <a:spcPts val="0"/>
              </a:spcBef>
              <a:buNone/>
            </a:pPr>
            <a:r>
              <a:rPr lang="en-IN" sz="800" kern="1400" dirty="0">
                <a:solidFill>
                  <a:srgbClr val="0A0908"/>
                </a:solidFill>
                <a:latin typeface="Calibri" panose="020F0502020204030204" pitchFamily="34" charset="0"/>
                <a:cs typeface="Calibri" panose="020F0502020204030204" pitchFamily="34" charset="0"/>
              </a:rPr>
              <a:t>[Service]</a:t>
            </a:r>
          </a:p>
          <a:p>
            <a:pPr marL="0" indent="0">
              <a:lnSpc>
                <a:spcPct val="107000"/>
              </a:lnSpc>
              <a:spcBef>
                <a:spcPts val="0"/>
              </a:spcBef>
              <a:buNone/>
            </a:pPr>
            <a:r>
              <a:rPr lang="en-IN" sz="800" kern="1400" dirty="0">
                <a:solidFill>
                  <a:srgbClr val="0A0908"/>
                </a:solidFill>
                <a:latin typeface="Calibri" panose="020F0502020204030204" pitchFamily="34" charset="0"/>
                <a:cs typeface="Calibri" panose="020F0502020204030204" pitchFamily="34" charset="0"/>
              </a:rPr>
              <a:t>Environment=PODMAN_SYSTEMD_UNIT=%n</a:t>
            </a:r>
          </a:p>
          <a:p>
            <a:pPr marL="0" indent="0">
              <a:lnSpc>
                <a:spcPct val="107000"/>
              </a:lnSpc>
              <a:spcBef>
                <a:spcPts val="0"/>
              </a:spcBef>
              <a:buNone/>
            </a:pPr>
            <a:r>
              <a:rPr lang="en-IN" sz="800" kern="1400" dirty="0">
                <a:solidFill>
                  <a:srgbClr val="0A0908"/>
                </a:solidFill>
                <a:latin typeface="Calibri" panose="020F0502020204030204" pitchFamily="34" charset="0"/>
                <a:cs typeface="Calibri" panose="020F0502020204030204" pitchFamily="34" charset="0"/>
              </a:rPr>
              <a:t>Restart=always</a:t>
            </a:r>
          </a:p>
          <a:p>
            <a:pPr marL="0" indent="0">
              <a:lnSpc>
                <a:spcPct val="107000"/>
              </a:lnSpc>
              <a:spcBef>
                <a:spcPts val="0"/>
              </a:spcBef>
              <a:buNone/>
            </a:pPr>
            <a:r>
              <a:rPr lang="en-IN" sz="800" kern="1400" dirty="0" err="1">
                <a:solidFill>
                  <a:srgbClr val="0A0908"/>
                </a:solidFill>
                <a:latin typeface="Calibri" panose="020F0502020204030204" pitchFamily="34" charset="0"/>
                <a:cs typeface="Calibri" panose="020F0502020204030204" pitchFamily="34" charset="0"/>
              </a:rPr>
              <a:t>TimeoutStopSec</a:t>
            </a:r>
            <a:r>
              <a:rPr lang="en-IN" sz="800" kern="1400" dirty="0">
                <a:solidFill>
                  <a:srgbClr val="0A0908"/>
                </a:solidFill>
                <a:latin typeface="Calibri" panose="020F0502020204030204" pitchFamily="34" charset="0"/>
                <a:cs typeface="Calibri" panose="020F0502020204030204" pitchFamily="34" charset="0"/>
              </a:rPr>
              <a:t>=70</a:t>
            </a:r>
          </a:p>
          <a:p>
            <a:pPr marL="0" indent="0">
              <a:lnSpc>
                <a:spcPct val="107000"/>
              </a:lnSpc>
              <a:spcBef>
                <a:spcPts val="0"/>
              </a:spcBef>
              <a:buNone/>
            </a:pPr>
            <a:r>
              <a:rPr lang="en-IN" sz="800" kern="1400" dirty="0" err="1">
                <a:solidFill>
                  <a:srgbClr val="0A0908"/>
                </a:solidFill>
                <a:latin typeface="Calibri" panose="020F0502020204030204" pitchFamily="34" charset="0"/>
                <a:cs typeface="Calibri" panose="020F0502020204030204" pitchFamily="34" charset="0"/>
              </a:rPr>
              <a:t>ExecStartPre</a:t>
            </a:r>
            <a:r>
              <a:rPr lang="en-IN" sz="800" kern="1400" dirty="0">
                <a:solidFill>
                  <a:srgbClr val="0A0908"/>
                </a:solidFill>
                <a:latin typeface="Calibri" panose="020F0502020204030204" pitchFamily="34" charset="0"/>
                <a:cs typeface="Calibri" panose="020F0502020204030204" pitchFamily="34" charset="0"/>
              </a:rPr>
              <a:t>=/bin/rm -f %t/container-</a:t>
            </a:r>
            <a:r>
              <a:rPr lang="en-IN" sz="800" kern="1400" dirty="0" err="1">
                <a:solidFill>
                  <a:srgbClr val="0A0908"/>
                </a:solidFill>
                <a:latin typeface="Calibri" panose="020F0502020204030204" pitchFamily="34" charset="0"/>
                <a:cs typeface="Calibri" panose="020F0502020204030204" pitchFamily="34" charset="0"/>
              </a:rPr>
              <a:t>ssc</a:t>
            </a:r>
            <a:r>
              <a:rPr lang="en-IN" sz="800" kern="1400" dirty="0">
                <a:solidFill>
                  <a:srgbClr val="0A0908"/>
                </a:solidFill>
                <a:latin typeface="Calibri" panose="020F0502020204030204" pitchFamily="34" charset="0"/>
                <a:cs typeface="Calibri" panose="020F0502020204030204" pitchFamily="34" charset="0"/>
              </a:rPr>
              <a:t>-</a:t>
            </a:r>
            <a:r>
              <a:rPr lang="en-IN" sz="800" kern="1400" dirty="0" err="1">
                <a:solidFill>
                  <a:srgbClr val="0A0908"/>
                </a:solidFill>
                <a:latin typeface="Calibri" panose="020F0502020204030204" pitchFamily="34" charset="0"/>
                <a:cs typeface="Calibri" panose="020F0502020204030204" pitchFamily="34" charset="0"/>
              </a:rPr>
              <a:t>fluentd.pid</a:t>
            </a:r>
            <a:r>
              <a:rPr lang="en-IN" sz="800" kern="1400" dirty="0">
                <a:solidFill>
                  <a:srgbClr val="0A0908"/>
                </a:solidFill>
                <a:latin typeface="Calibri" panose="020F0502020204030204" pitchFamily="34" charset="0"/>
                <a:cs typeface="Calibri" panose="020F0502020204030204" pitchFamily="34" charset="0"/>
              </a:rPr>
              <a:t> %t/container-</a:t>
            </a:r>
            <a:r>
              <a:rPr lang="en-IN" sz="800" kern="1400" dirty="0" err="1">
                <a:solidFill>
                  <a:srgbClr val="0A0908"/>
                </a:solidFill>
                <a:latin typeface="Calibri" panose="020F0502020204030204" pitchFamily="34" charset="0"/>
                <a:cs typeface="Calibri" panose="020F0502020204030204" pitchFamily="34" charset="0"/>
              </a:rPr>
              <a:t>ssc</a:t>
            </a:r>
            <a:r>
              <a:rPr lang="en-IN" sz="800" kern="1400" dirty="0">
                <a:solidFill>
                  <a:srgbClr val="0A0908"/>
                </a:solidFill>
                <a:latin typeface="Calibri" panose="020F0502020204030204" pitchFamily="34" charset="0"/>
                <a:cs typeface="Calibri" panose="020F0502020204030204" pitchFamily="34" charset="0"/>
              </a:rPr>
              <a:t>-</a:t>
            </a:r>
            <a:r>
              <a:rPr lang="en-IN" sz="800" kern="1400" dirty="0" err="1">
                <a:solidFill>
                  <a:srgbClr val="0A0908"/>
                </a:solidFill>
                <a:latin typeface="Calibri" panose="020F0502020204030204" pitchFamily="34" charset="0"/>
                <a:cs typeface="Calibri" panose="020F0502020204030204" pitchFamily="34" charset="0"/>
              </a:rPr>
              <a:t>fluentd.ctr</a:t>
            </a:r>
            <a:r>
              <a:rPr lang="en-IN" sz="800" kern="1400" dirty="0">
                <a:solidFill>
                  <a:srgbClr val="0A0908"/>
                </a:solidFill>
                <a:latin typeface="Calibri" panose="020F0502020204030204" pitchFamily="34" charset="0"/>
                <a:cs typeface="Calibri" panose="020F0502020204030204" pitchFamily="34" charset="0"/>
              </a:rPr>
              <a:t>-id</a:t>
            </a:r>
          </a:p>
          <a:p>
            <a:pPr marL="0" indent="0">
              <a:lnSpc>
                <a:spcPct val="107000"/>
              </a:lnSpc>
              <a:spcBef>
                <a:spcPts val="0"/>
              </a:spcBef>
              <a:buNone/>
            </a:pPr>
            <a:r>
              <a:rPr lang="en-IN" sz="800" kern="1400" dirty="0" err="1">
                <a:solidFill>
                  <a:srgbClr val="0A0908"/>
                </a:solidFill>
                <a:latin typeface="Calibri" panose="020F0502020204030204" pitchFamily="34" charset="0"/>
                <a:cs typeface="Calibri" panose="020F0502020204030204" pitchFamily="34" charset="0"/>
              </a:rPr>
              <a:t>ExecStart</a:t>
            </a:r>
            <a:r>
              <a:rPr lang="en-IN" sz="800" kern="1400" dirty="0">
                <a:solidFill>
                  <a:srgbClr val="0A0908"/>
                </a:solidFill>
                <a:latin typeface="Calibri" panose="020F0502020204030204" pitchFamily="34" charset="0"/>
                <a:cs typeface="Calibri" panose="020F0502020204030204" pitchFamily="34" charset="0"/>
              </a:rPr>
              <a:t>=/</a:t>
            </a:r>
            <a:r>
              <a:rPr lang="en-IN" sz="800" kern="1400" dirty="0" err="1">
                <a:solidFill>
                  <a:srgbClr val="0A0908"/>
                </a:solidFill>
                <a:latin typeface="Calibri" panose="020F0502020204030204" pitchFamily="34" charset="0"/>
                <a:cs typeface="Calibri" panose="020F0502020204030204" pitchFamily="34" charset="0"/>
              </a:rPr>
              <a:t>usr</a:t>
            </a:r>
            <a:r>
              <a:rPr lang="en-IN" sz="800" kern="1400" dirty="0">
                <a:solidFill>
                  <a:srgbClr val="0A0908"/>
                </a:solidFill>
                <a:latin typeface="Calibri" panose="020F0502020204030204" pitchFamily="34" charset="0"/>
                <a:cs typeface="Calibri" panose="020F0502020204030204" pitchFamily="34" charset="0"/>
              </a:rPr>
              <a:t>/bin/</a:t>
            </a:r>
            <a:r>
              <a:rPr lang="en-IN" sz="800" kern="1400" dirty="0" err="1">
                <a:solidFill>
                  <a:srgbClr val="0A0908"/>
                </a:solidFill>
                <a:latin typeface="Calibri" panose="020F0502020204030204" pitchFamily="34" charset="0"/>
                <a:cs typeface="Calibri" panose="020F0502020204030204" pitchFamily="34" charset="0"/>
              </a:rPr>
              <a:t>podman</a:t>
            </a:r>
            <a:r>
              <a:rPr lang="en-IN" sz="800" kern="1400" dirty="0">
                <a:solidFill>
                  <a:srgbClr val="0A0908"/>
                </a:solidFill>
                <a:latin typeface="Calibri" panose="020F0502020204030204" pitchFamily="34" charset="0"/>
                <a:cs typeface="Calibri" panose="020F0502020204030204" pitchFamily="34" charset="0"/>
              </a:rPr>
              <a:t> run \</a:t>
            </a:r>
          </a:p>
          <a:p>
            <a:pPr marL="0" indent="0">
              <a:lnSpc>
                <a:spcPct val="107000"/>
              </a:lnSpc>
              <a:spcBef>
                <a:spcPts val="0"/>
              </a:spcBef>
              <a:buNone/>
            </a:pPr>
            <a:r>
              <a:rPr lang="en-IN" sz="800" kern="1400" dirty="0">
                <a:solidFill>
                  <a:srgbClr val="0A0908"/>
                </a:solidFill>
                <a:latin typeface="Calibri" panose="020F0502020204030204" pitchFamily="34" charset="0"/>
                <a:cs typeface="Calibri" panose="020F0502020204030204" pitchFamily="34" charset="0"/>
              </a:rPr>
              <a:t>       --</a:t>
            </a:r>
            <a:r>
              <a:rPr lang="en-IN" sz="800" kern="1400" dirty="0" err="1">
                <a:solidFill>
                  <a:srgbClr val="0A0908"/>
                </a:solidFill>
                <a:latin typeface="Calibri" panose="020F0502020204030204" pitchFamily="34" charset="0"/>
                <a:cs typeface="Calibri" panose="020F0502020204030204" pitchFamily="34" charset="0"/>
              </a:rPr>
              <a:t>conmon-pidfile</a:t>
            </a:r>
            <a:r>
              <a:rPr lang="en-IN" sz="800" kern="1400" dirty="0">
                <a:solidFill>
                  <a:srgbClr val="0A0908"/>
                </a:solidFill>
                <a:latin typeface="Calibri" panose="020F0502020204030204" pitchFamily="34" charset="0"/>
                <a:cs typeface="Calibri" panose="020F0502020204030204" pitchFamily="34" charset="0"/>
              </a:rPr>
              <a:t> %t/container-</a:t>
            </a:r>
            <a:r>
              <a:rPr lang="en-IN" sz="800" kern="1400" dirty="0" err="1">
                <a:solidFill>
                  <a:srgbClr val="0A0908"/>
                </a:solidFill>
                <a:latin typeface="Calibri" panose="020F0502020204030204" pitchFamily="34" charset="0"/>
                <a:cs typeface="Calibri" panose="020F0502020204030204" pitchFamily="34" charset="0"/>
              </a:rPr>
              <a:t>ssc</a:t>
            </a:r>
            <a:r>
              <a:rPr lang="en-IN" sz="800" kern="1400" dirty="0">
                <a:solidFill>
                  <a:srgbClr val="0A0908"/>
                </a:solidFill>
                <a:latin typeface="Calibri" panose="020F0502020204030204" pitchFamily="34" charset="0"/>
                <a:cs typeface="Calibri" panose="020F0502020204030204" pitchFamily="34" charset="0"/>
              </a:rPr>
              <a:t>-</a:t>
            </a:r>
            <a:r>
              <a:rPr lang="en-IN" sz="800" kern="1400" dirty="0" err="1">
                <a:solidFill>
                  <a:srgbClr val="0A0908"/>
                </a:solidFill>
                <a:latin typeface="Calibri" panose="020F0502020204030204" pitchFamily="34" charset="0"/>
                <a:cs typeface="Calibri" panose="020F0502020204030204" pitchFamily="34" charset="0"/>
              </a:rPr>
              <a:t>fluentd.pid</a:t>
            </a:r>
            <a:r>
              <a:rPr lang="en-IN" sz="800" kern="1400" dirty="0">
                <a:solidFill>
                  <a:srgbClr val="0A0908"/>
                </a:solidFill>
                <a:latin typeface="Calibri" panose="020F0502020204030204" pitchFamily="34" charset="0"/>
                <a:cs typeface="Calibri" panose="020F0502020204030204" pitchFamily="34" charset="0"/>
              </a:rPr>
              <a:t> \</a:t>
            </a:r>
          </a:p>
          <a:p>
            <a:pPr marL="0" indent="0">
              <a:lnSpc>
                <a:spcPct val="107000"/>
              </a:lnSpc>
              <a:spcBef>
                <a:spcPts val="0"/>
              </a:spcBef>
              <a:buNone/>
            </a:pPr>
            <a:r>
              <a:rPr lang="en-IN" sz="800" kern="1400" dirty="0">
                <a:solidFill>
                  <a:srgbClr val="0A0908"/>
                </a:solidFill>
                <a:latin typeface="Calibri" panose="020F0502020204030204" pitchFamily="34" charset="0"/>
                <a:cs typeface="Calibri" panose="020F0502020204030204" pitchFamily="34" charset="0"/>
              </a:rPr>
              <a:t>       --</a:t>
            </a:r>
            <a:r>
              <a:rPr lang="en-IN" sz="800" kern="1400" dirty="0" err="1">
                <a:solidFill>
                  <a:srgbClr val="0A0908"/>
                </a:solidFill>
                <a:latin typeface="Calibri" panose="020F0502020204030204" pitchFamily="34" charset="0"/>
                <a:cs typeface="Calibri" panose="020F0502020204030204" pitchFamily="34" charset="0"/>
              </a:rPr>
              <a:t>cidfile</a:t>
            </a:r>
            <a:r>
              <a:rPr lang="en-IN" sz="800" kern="1400" dirty="0">
                <a:solidFill>
                  <a:srgbClr val="0A0908"/>
                </a:solidFill>
                <a:latin typeface="Calibri" panose="020F0502020204030204" pitchFamily="34" charset="0"/>
                <a:cs typeface="Calibri" panose="020F0502020204030204" pitchFamily="34" charset="0"/>
              </a:rPr>
              <a:t> %t/container-</a:t>
            </a:r>
            <a:r>
              <a:rPr lang="en-IN" sz="800" kern="1400" dirty="0" err="1">
                <a:solidFill>
                  <a:srgbClr val="0A0908"/>
                </a:solidFill>
                <a:latin typeface="Calibri" panose="020F0502020204030204" pitchFamily="34" charset="0"/>
                <a:cs typeface="Calibri" panose="020F0502020204030204" pitchFamily="34" charset="0"/>
              </a:rPr>
              <a:t>ssc</a:t>
            </a:r>
            <a:r>
              <a:rPr lang="en-IN" sz="800" kern="1400" dirty="0">
                <a:solidFill>
                  <a:srgbClr val="0A0908"/>
                </a:solidFill>
                <a:latin typeface="Calibri" panose="020F0502020204030204" pitchFamily="34" charset="0"/>
                <a:cs typeface="Calibri" panose="020F0502020204030204" pitchFamily="34" charset="0"/>
              </a:rPr>
              <a:t>-</a:t>
            </a:r>
            <a:r>
              <a:rPr lang="en-IN" sz="800" kern="1400" dirty="0" err="1">
                <a:solidFill>
                  <a:srgbClr val="0A0908"/>
                </a:solidFill>
                <a:latin typeface="Calibri" panose="020F0502020204030204" pitchFamily="34" charset="0"/>
                <a:cs typeface="Calibri" panose="020F0502020204030204" pitchFamily="34" charset="0"/>
              </a:rPr>
              <a:t>fluentd.ctr</a:t>
            </a:r>
            <a:r>
              <a:rPr lang="en-IN" sz="800" kern="1400" dirty="0">
                <a:solidFill>
                  <a:srgbClr val="0A0908"/>
                </a:solidFill>
                <a:latin typeface="Calibri" panose="020F0502020204030204" pitchFamily="34" charset="0"/>
                <a:cs typeface="Calibri" panose="020F0502020204030204" pitchFamily="34" charset="0"/>
              </a:rPr>
              <a:t>-id \</a:t>
            </a:r>
          </a:p>
          <a:p>
            <a:pPr marL="0" indent="0">
              <a:lnSpc>
                <a:spcPct val="107000"/>
              </a:lnSpc>
              <a:spcBef>
                <a:spcPts val="0"/>
              </a:spcBef>
              <a:buNone/>
            </a:pPr>
            <a:r>
              <a:rPr lang="en-IN" sz="800" kern="1400" dirty="0">
                <a:solidFill>
                  <a:srgbClr val="0A0908"/>
                </a:solidFill>
                <a:latin typeface="Calibri" panose="020F0502020204030204" pitchFamily="34" charset="0"/>
                <a:cs typeface="Calibri" panose="020F0502020204030204" pitchFamily="34" charset="0"/>
              </a:rPr>
              <a:t>       --</a:t>
            </a:r>
            <a:r>
              <a:rPr lang="en-IN" sz="800" kern="1400" dirty="0" err="1">
                <a:solidFill>
                  <a:srgbClr val="0A0908"/>
                </a:solidFill>
                <a:latin typeface="Calibri" panose="020F0502020204030204" pitchFamily="34" charset="0"/>
                <a:cs typeface="Calibri" panose="020F0502020204030204" pitchFamily="34" charset="0"/>
              </a:rPr>
              <a:t>cgroups</a:t>
            </a:r>
            <a:r>
              <a:rPr lang="en-IN" sz="800" kern="1400" dirty="0">
                <a:solidFill>
                  <a:srgbClr val="0A0908"/>
                </a:solidFill>
                <a:latin typeface="Calibri" panose="020F0502020204030204" pitchFamily="34" charset="0"/>
                <a:cs typeface="Calibri" panose="020F0502020204030204" pitchFamily="34" charset="0"/>
              </a:rPr>
              <a:t>=no-</a:t>
            </a:r>
            <a:r>
              <a:rPr lang="en-IN" sz="800" kern="1400" dirty="0" err="1">
                <a:solidFill>
                  <a:srgbClr val="0A0908"/>
                </a:solidFill>
                <a:latin typeface="Calibri" panose="020F0502020204030204" pitchFamily="34" charset="0"/>
                <a:cs typeface="Calibri" panose="020F0502020204030204" pitchFamily="34" charset="0"/>
              </a:rPr>
              <a:t>conmon</a:t>
            </a:r>
            <a:r>
              <a:rPr lang="en-IN" sz="800" kern="1400" dirty="0">
                <a:solidFill>
                  <a:srgbClr val="0A0908"/>
                </a:solidFill>
                <a:latin typeface="Calibri" panose="020F0502020204030204" pitchFamily="34" charset="0"/>
                <a:cs typeface="Calibri" panose="020F0502020204030204" pitchFamily="34" charset="0"/>
              </a:rPr>
              <a:t> \</a:t>
            </a:r>
          </a:p>
          <a:p>
            <a:pPr marL="0" indent="0">
              <a:lnSpc>
                <a:spcPct val="107000"/>
              </a:lnSpc>
              <a:spcBef>
                <a:spcPts val="0"/>
              </a:spcBef>
              <a:buNone/>
            </a:pPr>
            <a:r>
              <a:rPr lang="en-IN" sz="800" kern="1400" dirty="0">
                <a:solidFill>
                  <a:srgbClr val="0A0908"/>
                </a:solidFill>
                <a:latin typeface="Calibri" panose="020F0502020204030204" pitchFamily="34" charset="0"/>
                <a:cs typeface="Calibri" panose="020F0502020204030204" pitchFamily="34" charset="0"/>
              </a:rPr>
              <a:t>       --replace \</a:t>
            </a:r>
          </a:p>
          <a:p>
            <a:pPr marL="0" indent="0">
              <a:lnSpc>
                <a:spcPct val="107000"/>
              </a:lnSpc>
              <a:spcBef>
                <a:spcPts val="0"/>
              </a:spcBef>
              <a:buNone/>
            </a:pPr>
            <a:r>
              <a:rPr lang="en-IN" sz="800" kern="1400" dirty="0">
                <a:solidFill>
                  <a:srgbClr val="0A0908"/>
                </a:solidFill>
                <a:latin typeface="Calibri" panose="020F0502020204030204" pitchFamily="34" charset="0"/>
                <a:cs typeface="Calibri" panose="020F0502020204030204" pitchFamily="34" charset="0"/>
              </a:rPr>
              <a:t>       --name </a:t>
            </a:r>
            <a:r>
              <a:rPr lang="en-IN" sz="800" kern="1400" dirty="0" err="1">
                <a:solidFill>
                  <a:srgbClr val="0A0908"/>
                </a:solidFill>
                <a:latin typeface="Calibri" panose="020F0502020204030204" pitchFamily="34" charset="0"/>
                <a:cs typeface="Calibri" panose="020F0502020204030204" pitchFamily="34" charset="0"/>
              </a:rPr>
              <a:t>ssc-fluentd</a:t>
            </a:r>
            <a:r>
              <a:rPr lang="en-IN" sz="800" kern="1400" dirty="0">
                <a:solidFill>
                  <a:srgbClr val="0A0908"/>
                </a:solidFill>
                <a:latin typeface="Calibri" panose="020F0502020204030204" pitchFamily="34" charset="0"/>
                <a:cs typeface="Calibri" panose="020F0502020204030204" pitchFamily="34" charset="0"/>
              </a:rPr>
              <a:t> \</a:t>
            </a:r>
          </a:p>
          <a:p>
            <a:pPr marL="0" indent="0">
              <a:lnSpc>
                <a:spcPct val="107000"/>
              </a:lnSpc>
              <a:spcBef>
                <a:spcPts val="0"/>
              </a:spcBef>
              <a:buNone/>
            </a:pPr>
            <a:r>
              <a:rPr lang="en-IN" sz="800" kern="1400" dirty="0">
                <a:solidFill>
                  <a:srgbClr val="0A0908"/>
                </a:solidFill>
                <a:latin typeface="Calibri" panose="020F0502020204030204" pitchFamily="34" charset="0"/>
                <a:cs typeface="Calibri" panose="020F0502020204030204" pitchFamily="34" charset="0"/>
              </a:rPr>
              <a:t>       --privileged \</a:t>
            </a:r>
          </a:p>
          <a:p>
            <a:pPr marL="0" indent="0">
              <a:lnSpc>
                <a:spcPct val="107000"/>
              </a:lnSpc>
              <a:spcBef>
                <a:spcPts val="0"/>
              </a:spcBef>
              <a:buNone/>
            </a:pPr>
            <a:r>
              <a:rPr lang="en-IN" sz="800" kern="1400" dirty="0">
                <a:solidFill>
                  <a:srgbClr val="0A0908"/>
                </a:solidFill>
                <a:latin typeface="Calibri" panose="020F0502020204030204" pitchFamily="34" charset="0"/>
                <a:cs typeface="Calibri" panose="020F0502020204030204" pitchFamily="34" charset="0"/>
              </a:rPr>
              <a:t>       --user root\</a:t>
            </a:r>
          </a:p>
          <a:p>
            <a:pPr marL="0" indent="0">
              <a:lnSpc>
                <a:spcPct val="107000"/>
              </a:lnSpc>
              <a:spcBef>
                <a:spcPts val="0"/>
              </a:spcBef>
              <a:buNone/>
            </a:pPr>
            <a:r>
              <a:rPr lang="en-IN" sz="800" kern="1400" dirty="0">
                <a:solidFill>
                  <a:srgbClr val="0A0908"/>
                </a:solidFill>
                <a:latin typeface="Calibri" panose="020F0502020204030204" pitchFamily="34" charset="0"/>
                <a:cs typeface="Calibri" panose="020F0502020204030204" pitchFamily="34" charset="0"/>
              </a:rPr>
              <a:t>       -e 'CLUSTER_NAME=dcwusd07-centralsite' \</a:t>
            </a:r>
          </a:p>
          <a:p>
            <a:pPr marL="0" indent="0">
              <a:lnSpc>
                <a:spcPct val="107000"/>
              </a:lnSpc>
              <a:spcBef>
                <a:spcPts val="0"/>
              </a:spcBef>
              <a:buNone/>
            </a:pPr>
            <a:r>
              <a:rPr lang="en-IN" sz="800" kern="1400" dirty="0">
                <a:solidFill>
                  <a:srgbClr val="0A0908"/>
                </a:solidFill>
                <a:latin typeface="Calibri" panose="020F0502020204030204" pitchFamily="34" charset="0"/>
                <a:cs typeface="Calibri" panose="020F0502020204030204" pitchFamily="34" charset="0"/>
              </a:rPr>
              <a:t>       -e 'CLOUD_NAME=dcwusd07-centralsite' \</a:t>
            </a:r>
          </a:p>
          <a:p>
            <a:pPr marL="0" indent="0">
              <a:lnSpc>
                <a:spcPct val="107000"/>
              </a:lnSpc>
              <a:spcBef>
                <a:spcPts val="0"/>
              </a:spcBef>
              <a:buNone/>
            </a:pPr>
            <a:r>
              <a:rPr lang="en-IN" sz="800" kern="1400" dirty="0">
                <a:solidFill>
                  <a:srgbClr val="0A0908"/>
                </a:solidFill>
                <a:latin typeface="Calibri" panose="020F0502020204030204" pitchFamily="34" charset="0"/>
                <a:cs typeface="Calibri" panose="020F0502020204030204" pitchFamily="34" charset="0"/>
              </a:rPr>
              <a:t>       -e 'TIMEZONE=UTC' \</a:t>
            </a:r>
          </a:p>
          <a:p>
            <a:pPr marL="0" indent="0">
              <a:lnSpc>
                <a:spcPct val="107000"/>
              </a:lnSpc>
              <a:spcBef>
                <a:spcPts val="0"/>
              </a:spcBef>
              <a:buNone/>
            </a:pPr>
            <a:r>
              <a:rPr lang="en-IN" sz="800" kern="1400" dirty="0">
                <a:solidFill>
                  <a:srgbClr val="0A0908"/>
                </a:solidFill>
                <a:latin typeface="Calibri" panose="020F0502020204030204" pitchFamily="34" charset="0"/>
                <a:cs typeface="Calibri" panose="020F0502020204030204" pitchFamily="34" charset="0"/>
              </a:rPr>
              <a:t>       --net host \</a:t>
            </a:r>
          </a:p>
          <a:p>
            <a:pPr marL="0" indent="0">
              <a:lnSpc>
                <a:spcPct val="107000"/>
              </a:lnSpc>
              <a:spcBef>
                <a:spcPts val="0"/>
              </a:spcBef>
              <a:buNone/>
            </a:pPr>
            <a:r>
              <a:rPr lang="en-IN" sz="800" kern="1400" dirty="0">
                <a:solidFill>
                  <a:srgbClr val="0A0908"/>
                </a:solidFill>
                <a:latin typeface="Calibri" panose="020F0502020204030204" pitchFamily="34" charset="0"/>
                <a:cs typeface="Calibri" panose="020F0502020204030204" pitchFamily="34" charset="0"/>
              </a:rPr>
              <a:t>       --memory "4g" \</a:t>
            </a:r>
          </a:p>
          <a:p>
            <a:pPr marL="0" indent="0">
              <a:lnSpc>
                <a:spcPct val="107000"/>
              </a:lnSpc>
              <a:spcBef>
                <a:spcPts val="0"/>
              </a:spcBef>
              <a:buNone/>
            </a:pPr>
            <a:r>
              <a:rPr lang="en-IN" sz="800" kern="1400" dirty="0">
                <a:solidFill>
                  <a:srgbClr val="0A0908"/>
                </a:solidFill>
                <a:latin typeface="Calibri" panose="020F0502020204030204" pitchFamily="34" charset="0"/>
                <a:cs typeface="Calibri" panose="020F0502020204030204" pitchFamily="34" charset="0"/>
              </a:rPr>
              <a:t>       --</a:t>
            </a:r>
            <a:r>
              <a:rPr lang="en-IN" sz="800" kern="1400" dirty="0" err="1">
                <a:solidFill>
                  <a:srgbClr val="0A0908"/>
                </a:solidFill>
                <a:latin typeface="Calibri" panose="020F0502020204030204" pitchFamily="34" charset="0"/>
                <a:cs typeface="Calibri" panose="020F0502020204030204" pitchFamily="34" charset="0"/>
              </a:rPr>
              <a:t>cpus</a:t>
            </a:r>
            <a:r>
              <a:rPr lang="en-IN" sz="800" kern="1400" dirty="0">
                <a:solidFill>
                  <a:srgbClr val="0A0908"/>
                </a:solidFill>
                <a:latin typeface="Calibri" panose="020F0502020204030204" pitchFamily="34" charset="0"/>
                <a:cs typeface="Calibri" panose="020F0502020204030204" pitchFamily="34" charset="0"/>
              </a:rPr>
              <a:t> "3" \</a:t>
            </a:r>
          </a:p>
          <a:p>
            <a:pPr marL="0" indent="0">
              <a:lnSpc>
                <a:spcPct val="107000"/>
              </a:lnSpc>
              <a:spcBef>
                <a:spcPts val="0"/>
              </a:spcBef>
              <a:buNone/>
            </a:pPr>
            <a:r>
              <a:rPr lang="en-IN" sz="800" kern="1400" dirty="0">
                <a:solidFill>
                  <a:srgbClr val="0A0908"/>
                </a:solidFill>
                <a:highlight>
                  <a:srgbClr val="00FF00"/>
                </a:highlight>
                <a:latin typeface="Calibri" panose="020F0502020204030204" pitchFamily="34" charset="0"/>
                <a:cs typeface="Calibri" panose="020F0502020204030204" pitchFamily="34" charset="0"/>
              </a:rPr>
              <a:t>       -d 172.31.0.2:8787/bssc-fluentd:1.16.3-2311.1.1</a:t>
            </a:r>
          </a:p>
          <a:p>
            <a:pPr marL="0" indent="0">
              <a:lnSpc>
                <a:spcPct val="107000"/>
              </a:lnSpc>
              <a:spcBef>
                <a:spcPts val="0"/>
              </a:spcBef>
              <a:buNone/>
            </a:pPr>
            <a:r>
              <a:rPr lang="en-IN" sz="800" kern="1400" dirty="0" err="1">
                <a:solidFill>
                  <a:srgbClr val="0A0908"/>
                </a:solidFill>
                <a:latin typeface="Calibri" panose="020F0502020204030204" pitchFamily="34" charset="0"/>
                <a:cs typeface="Calibri" panose="020F0502020204030204" pitchFamily="34" charset="0"/>
              </a:rPr>
              <a:t>ExecStop</a:t>
            </a:r>
            <a:r>
              <a:rPr lang="en-IN" sz="800" kern="1400" dirty="0">
                <a:solidFill>
                  <a:srgbClr val="0A0908"/>
                </a:solidFill>
                <a:latin typeface="Calibri" panose="020F0502020204030204" pitchFamily="34" charset="0"/>
                <a:cs typeface="Calibri" panose="020F0502020204030204" pitchFamily="34" charset="0"/>
              </a:rPr>
              <a:t>=/</a:t>
            </a:r>
            <a:r>
              <a:rPr lang="en-IN" sz="800" kern="1400" dirty="0" err="1">
                <a:solidFill>
                  <a:srgbClr val="0A0908"/>
                </a:solidFill>
                <a:latin typeface="Calibri" panose="020F0502020204030204" pitchFamily="34" charset="0"/>
                <a:cs typeface="Calibri" panose="020F0502020204030204" pitchFamily="34" charset="0"/>
              </a:rPr>
              <a:t>usr</a:t>
            </a:r>
            <a:r>
              <a:rPr lang="en-IN" sz="800" kern="1400" dirty="0">
                <a:solidFill>
                  <a:srgbClr val="0A0908"/>
                </a:solidFill>
                <a:latin typeface="Calibri" panose="020F0502020204030204" pitchFamily="34" charset="0"/>
                <a:cs typeface="Calibri" panose="020F0502020204030204" pitchFamily="34" charset="0"/>
              </a:rPr>
              <a:t>/bin/</a:t>
            </a:r>
            <a:r>
              <a:rPr lang="en-IN" sz="800" kern="1400" dirty="0" err="1">
                <a:solidFill>
                  <a:srgbClr val="0A0908"/>
                </a:solidFill>
                <a:latin typeface="Calibri" panose="020F0502020204030204" pitchFamily="34" charset="0"/>
                <a:cs typeface="Calibri" panose="020F0502020204030204" pitchFamily="34" charset="0"/>
              </a:rPr>
              <a:t>podman</a:t>
            </a:r>
            <a:r>
              <a:rPr lang="en-IN" sz="800" kern="1400" dirty="0">
                <a:solidFill>
                  <a:srgbClr val="0A0908"/>
                </a:solidFill>
                <a:latin typeface="Calibri" panose="020F0502020204030204" pitchFamily="34" charset="0"/>
                <a:cs typeface="Calibri" panose="020F0502020204030204" pitchFamily="34" charset="0"/>
              </a:rPr>
              <a:t> stop --ignore --</a:t>
            </a:r>
            <a:r>
              <a:rPr lang="en-IN" sz="800" kern="1400" dirty="0" err="1">
                <a:solidFill>
                  <a:srgbClr val="0A0908"/>
                </a:solidFill>
                <a:latin typeface="Calibri" panose="020F0502020204030204" pitchFamily="34" charset="0"/>
                <a:cs typeface="Calibri" panose="020F0502020204030204" pitchFamily="34" charset="0"/>
              </a:rPr>
              <a:t>cidfile</a:t>
            </a:r>
            <a:r>
              <a:rPr lang="en-IN" sz="800" kern="1400" dirty="0">
                <a:solidFill>
                  <a:srgbClr val="0A0908"/>
                </a:solidFill>
                <a:latin typeface="Calibri" panose="020F0502020204030204" pitchFamily="34" charset="0"/>
                <a:cs typeface="Calibri" panose="020F0502020204030204" pitchFamily="34" charset="0"/>
              </a:rPr>
              <a:t> %t/container-</a:t>
            </a:r>
            <a:r>
              <a:rPr lang="en-IN" sz="800" kern="1400" dirty="0" err="1">
                <a:solidFill>
                  <a:srgbClr val="0A0908"/>
                </a:solidFill>
                <a:latin typeface="Calibri" panose="020F0502020204030204" pitchFamily="34" charset="0"/>
                <a:cs typeface="Calibri" panose="020F0502020204030204" pitchFamily="34" charset="0"/>
              </a:rPr>
              <a:t>ssc</a:t>
            </a:r>
            <a:r>
              <a:rPr lang="en-IN" sz="800" kern="1400" dirty="0">
                <a:solidFill>
                  <a:srgbClr val="0A0908"/>
                </a:solidFill>
                <a:latin typeface="Calibri" panose="020F0502020204030204" pitchFamily="34" charset="0"/>
                <a:cs typeface="Calibri" panose="020F0502020204030204" pitchFamily="34" charset="0"/>
              </a:rPr>
              <a:t>-</a:t>
            </a:r>
            <a:r>
              <a:rPr lang="en-IN" sz="800" kern="1400" dirty="0" err="1">
                <a:solidFill>
                  <a:srgbClr val="0A0908"/>
                </a:solidFill>
                <a:latin typeface="Calibri" panose="020F0502020204030204" pitchFamily="34" charset="0"/>
                <a:cs typeface="Calibri" panose="020F0502020204030204" pitchFamily="34" charset="0"/>
              </a:rPr>
              <a:t>fluentd.ctr</a:t>
            </a:r>
            <a:r>
              <a:rPr lang="en-IN" sz="800" kern="1400" dirty="0">
                <a:solidFill>
                  <a:srgbClr val="0A0908"/>
                </a:solidFill>
                <a:latin typeface="Calibri" panose="020F0502020204030204" pitchFamily="34" charset="0"/>
                <a:cs typeface="Calibri" panose="020F0502020204030204" pitchFamily="34" charset="0"/>
              </a:rPr>
              <a:t>-id -t 10</a:t>
            </a:r>
          </a:p>
          <a:p>
            <a:pPr marL="0" indent="0">
              <a:lnSpc>
                <a:spcPct val="107000"/>
              </a:lnSpc>
              <a:spcBef>
                <a:spcPts val="0"/>
              </a:spcBef>
              <a:buNone/>
            </a:pPr>
            <a:r>
              <a:rPr lang="en-IN" sz="800" kern="1400" dirty="0" err="1">
                <a:solidFill>
                  <a:srgbClr val="0A0908"/>
                </a:solidFill>
                <a:latin typeface="Calibri" panose="020F0502020204030204" pitchFamily="34" charset="0"/>
                <a:cs typeface="Calibri" panose="020F0502020204030204" pitchFamily="34" charset="0"/>
              </a:rPr>
              <a:t>ExecStopPost</a:t>
            </a:r>
            <a:r>
              <a:rPr lang="en-IN" sz="800" kern="1400" dirty="0">
                <a:solidFill>
                  <a:srgbClr val="0A0908"/>
                </a:solidFill>
                <a:latin typeface="Calibri" panose="020F0502020204030204" pitchFamily="34" charset="0"/>
                <a:cs typeface="Calibri" panose="020F0502020204030204" pitchFamily="34" charset="0"/>
              </a:rPr>
              <a:t>=/</a:t>
            </a:r>
            <a:r>
              <a:rPr lang="en-IN" sz="800" kern="1400" dirty="0" err="1">
                <a:solidFill>
                  <a:srgbClr val="0A0908"/>
                </a:solidFill>
                <a:latin typeface="Calibri" panose="020F0502020204030204" pitchFamily="34" charset="0"/>
                <a:cs typeface="Calibri" panose="020F0502020204030204" pitchFamily="34" charset="0"/>
              </a:rPr>
              <a:t>usr</a:t>
            </a:r>
            <a:r>
              <a:rPr lang="en-IN" sz="800" kern="1400" dirty="0">
                <a:solidFill>
                  <a:srgbClr val="0A0908"/>
                </a:solidFill>
                <a:latin typeface="Calibri" panose="020F0502020204030204" pitchFamily="34" charset="0"/>
                <a:cs typeface="Calibri" panose="020F0502020204030204" pitchFamily="34" charset="0"/>
              </a:rPr>
              <a:t>/bin/</a:t>
            </a:r>
            <a:r>
              <a:rPr lang="en-IN" sz="800" kern="1400" dirty="0" err="1">
                <a:solidFill>
                  <a:srgbClr val="0A0908"/>
                </a:solidFill>
                <a:latin typeface="Calibri" panose="020F0502020204030204" pitchFamily="34" charset="0"/>
                <a:cs typeface="Calibri" panose="020F0502020204030204" pitchFamily="34" charset="0"/>
              </a:rPr>
              <a:t>podman</a:t>
            </a:r>
            <a:r>
              <a:rPr lang="en-IN" sz="800" kern="1400" dirty="0">
                <a:solidFill>
                  <a:srgbClr val="0A0908"/>
                </a:solidFill>
                <a:latin typeface="Calibri" panose="020F0502020204030204" pitchFamily="34" charset="0"/>
                <a:cs typeface="Calibri" panose="020F0502020204030204" pitchFamily="34" charset="0"/>
              </a:rPr>
              <a:t> rm --ignore -f --</a:t>
            </a:r>
            <a:r>
              <a:rPr lang="en-IN" sz="800" kern="1400" dirty="0" err="1">
                <a:solidFill>
                  <a:srgbClr val="0A0908"/>
                </a:solidFill>
                <a:latin typeface="Calibri" panose="020F0502020204030204" pitchFamily="34" charset="0"/>
                <a:cs typeface="Calibri" panose="020F0502020204030204" pitchFamily="34" charset="0"/>
              </a:rPr>
              <a:t>cidfile</a:t>
            </a:r>
            <a:r>
              <a:rPr lang="en-IN" sz="800" kern="1400" dirty="0">
                <a:solidFill>
                  <a:srgbClr val="0A0908"/>
                </a:solidFill>
                <a:latin typeface="Calibri" panose="020F0502020204030204" pitchFamily="34" charset="0"/>
                <a:cs typeface="Calibri" panose="020F0502020204030204" pitchFamily="34" charset="0"/>
              </a:rPr>
              <a:t> %t/container-</a:t>
            </a:r>
            <a:r>
              <a:rPr lang="en-IN" sz="800" kern="1400" dirty="0" err="1">
                <a:solidFill>
                  <a:srgbClr val="0A0908"/>
                </a:solidFill>
                <a:latin typeface="Calibri" panose="020F0502020204030204" pitchFamily="34" charset="0"/>
                <a:cs typeface="Calibri" panose="020F0502020204030204" pitchFamily="34" charset="0"/>
              </a:rPr>
              <a:t>ssc</a:t>
            </a:r>
            <a:r>
              <a:rPr lang="en-IN" sz="800" kern="1400" dirty="0">
                <a:solidFill>
                  <a:srgbClr val="0A0908"/>
                </a:solidFill>
                <a:latin typeface="Calibri" panose="020F0502020204030204" pitchFamily="34" charset="0"/>
                <a:cs typeface="Calibri" panose="020F0502020204030204" pitchFamily="34" charset="0"/>
              </a:rPr>
              <a:t>-</a:t>
            </a:r>
            <a:r>
              <a:rPr lang="en-IN" sz="800" kern="1400" dirty="0" err="1">
                <a:solidFill>
                  <a:srgbClr val="0A0908"/>
                </a:solidFill>
                <a:latin typeface="Calibri" panose="020F0502020204030204" pitchFamily="34" charset="0"/>
                <a:cs typeface="Calibri" panose="020F0502020204030204" pitchFamily="34" charset="0"/>
              </a:rPr>
              <a:t>fluentd.ctr</a:t>
            </a:r>
            <a:r>
              <a:rPr lang="en-IN" sz="800" kern="1400" dirty="0">
                <a:solidFill>
                  <a:srgbClr val="0A0908"/>
                </a:solidFill>
                <a:latin typeface="Calibri" panose="020F0502020204030204" pitchFamily="34" charset="0"/>
                <a:cs typeface="Calibri" panose="020F0502020204030204" pitchFamily="34" charset="0"/>
              </a:rPr>
              <a:t>-id</a:t>
            </a:r>
          </a:p>
          <a:p>
            <a:pPr marL="0" indent="0">
              <a:lnSpc>
                <a:spcPct val="107000"/>
              </a:lnSpc>
              <a:spcBef>
                <a:spcPts val="0"/>
              </a:spcBef>
              <a:buNone/>
            </a:pPr>
            <a:r>
              <a:rPr lang="en-IN" sz="800" kern="1400" dirty="0" err="1">
                <a:solidFill>
                  <a:srgbClr val="0A0908"/>
                </a:solidFill>
                <a:latin typeface="Calibri" panose="020F0502020204030204" pitchFamily="34" charset="0"/>
                <a:cs typeface="Calibri" panose="020F0502020204030204" pitchFamily="34" charset="0"/>
              </a:rPr>
              <a:t>PIDFile</a:t>
            </a:r>
            <a:r>
              <a:rPr lang="en-IN" sz="800" kern="1400" dirty="0">
                <a:solidFill>
                  <a:srgbClr val="0A0908"/>
                </a:solidFill>
                <a:latin typeface="Calibri" panose="020F0502020204030204" pitchFamily="34" charset="0"/>
                <a:cs typeface="Calibri" panose="020F0502020204030204" pitchFamily="34" charset="0"/>
              </a:rPr>
              <a:t>=%t/container-</a:t>
            </a:r>
            <a:r>
              <a:rPr lang="en-IN" sz="800" kern="1400" dirty="0" err="1">
                <a:solidFill>
                  <a:srgbClr val="0A0908"/>
                </a:solidFill>
                <a:latin typeface="Calibri" panose="020F0502020204030204" pitchFamily="34" charset="0"/>
                <a:cs typeface="Calibri" panose="020F0502020204030204" pitchFamily="34" charset="0"/>
              </a:rPr>
              <a:t>ssc</a:t>
            </a:r>
            <a:r>
              <a:rPr lang="en-IN" sz="800" kern="1400" dirty="0">
                <a:solidFill>
                  <a:srgbClr val="0A0908"/>
                </a:solidFill>
                <a:latin typeface="Calibri" panose="020F0502020204030204" pitchFamily="34" charset="0"/>
                <a:cs typeface="Calibri" panose="020F0502020204030204" pitchFamily="34" charset="0"/>
              </a:rPr>
              <a:t>-</a:t>
            </a:r>
            <a:r>
              <a:rPr lang="en-IN" sz="800" kern="1400" dirty="0" err="1">
                <a:solidFill>
                  <a:srgbClr val="0A0908"/>
                </a:solidFill>
                <a:latin typeface="Calibri" panose="020F0502020204030204" pitchFamily="34" charset="0"/>
                <a:cs typeface="Calibri" panose="020F0502020204030204" pitchFamily="34" charset="0"/>
              </a:rPr>
              <a:t>fluentd.pid</a:t>
            </a:r>
            <a:endParaRPr lang="en-IN" sz="800" kern="1400" dirty="0">
              <a:solidFill>
                <a:srgbClr val="0A0908"/>
              </a:solidFill>
              <a:latin typeface="Calibri" panose="020F0502020204030204" pitchFamily="34" charset="0"/>
              <a:cs typeface="Calibri" panose="020F0502020204030204" pitchFamily="34" charset="0"/>
            </a:endParaRPr>
          </a:p>
          <a:p>
            <a:pPr marL="0" indent="0">
              <a:lnSpc>
                <a:spcPct val="107000"/>
              </a:lnSpc>
              <a:spcBef>
                <a:spcPts val="0"/>
              </a:spcBef>
              <a:buNone/>
            </a:pPr>
            <a:r>
              <a:rPr lang="en-IN" sz="800" kern="1400" dirty="0">
                <a:solidFill>
                  <a:srgbClr val="0A0908"/>
                </a:solidFill>
                <a:latin typeface="Calibri" panose="020F0502020204030204" pitchFamily="34" charset="0"/>
                <a:cs typeface="Calibri" panose="020F0502020204030204" pitchFamily="34" charset="0"/>
              </a:rPr>
              <a:t>Type=forking</a:t>
            </a:r>
          </a:p>
        </p:txBody>
      </p:sp>
    </p:spTree>
    <p:extLst>
      <p:ext uri="{BB962C8B-B14F-4D97-AF65-F5344CB8AC3E}">
        <p14:creationId xmlns:p14="http://schemas.microsoft.com/office/powerpoint/2010/main" val="27116760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9E3E27-2679-4B88-ACB6-7B3E3D217B7F}"/>
            </a:ext>
          </a:extLst>
        </p:cNvPr>
        <p:cNvGrpSpPr/>
        <p:nvPr/>
      </p:nvGrpSpPr>
      <p:grpSpPr>
        <a:xfrm>
          <a:off x="0" y="0"/>
          <a:ext cx="0" cy="0"/>
          <a:chOff x="0" y="0"/>
          <a:chExt cx="0" cy="0"/>
        </a:xfrm>
      </p:grpSpPr>
      <p:sp>
        <p:nvSpPr>
          <p:cNvPr id="10" name="Text Placeholder 9">
            <a:extLst>
              <a:ext uri="{FF2B5EF4-FFF2-40B4-BE49-F238E27FC236}">
                <a16:creationId xmlns:a16="http://schemas.microsoft.com/office/drawing/2014/main" id="{5BE028E7-1DAC-7B4A-D771-5E8C265BF6D7}"/>
              </a:ext>
            </a:extLst>
          </p:cNvPr>
          <p:cNvSpPr>
            <a:spLocks noGrp="1"/>
          </p:cNvSpPr>
          <p:nvPr>
            <p:ph type="body" sz="quarter" idx="12"/>
          </p:nvPr>
        </p:nvSpPr>
        <p:spPr>
          <a:xfrm>
            <a:off x="330518" y="162545"/>
            <a:ext cx="8312742" cy="423864"/>
          </a:xfrm>
        </p:spPr>
        <p:txBody>
          <a:bodyPr/>
          <a:lstStyle/>
          <a:p>
            <a:r>
              <a:rPr lang="en-GB" b="1" dirty="0">
                <a:solidFill>
                  <a:schemeClr val="tx2">
                    <a:lumMod val="75000"/>
                    <a:lumOff val="25000"/>
                  </a:schemeClr>
                </a:solidFill>
                <a:latin typeface="+mj-lt"/>
              </a:rPr>
              <a:t>Issue-9: NCS24.7 Alarm Forwarding issue- </a:t>
            </a:r>
            <a:r>
              <a:rPr lang="en-GB" b="1" dirty="0" err="1">
                <a:solidFill>
                  <a:schemeClr val="tx2">
                    <a:lumMod val="75000"/>
                    <a:lumOff val="25000"/>
                  </a:schemeClr>
                </a:solidFill>
                <a:latin typeface="+mj-lt"/>
              </a:rPr>
              <a:t>Cont</a:t>
            </a:r>
            <a:r>
              <a:rPr lang="en-GB" b="1" dirty="0">
                <a:solidFill>
                  <a:schemeClr val="tx2">
                    <a:lumMod val="75000"/>
                    <a:lumOff val="25000"/>
                  </a:schemeClr>
                </a:solidFill>
                <a:latin typeface="+mj-lt"/>
              </a:rPr>
              <a:t>….</a:t>
            </a:r>
            <a:endParaRPr lang="en-US" b="1" dirty="0">
              <a:solidFill>
                <a:schemeClr val="tx2">
                  <a:lumMod val="75000"/>
                  <a:lumOff val="25000"/>
                </a:schemeClr>
              </a:solidFill>
              <a:latin typeface="+mj-lt"/>
            </a:endParaRPr>
          </a:p>
        </p:txBody>
      </p:sp>
      <p:sp>
        <p:nvSpPr>
          <p:cNvPr id="4" name="Footer Placeholder 3">
            <a:extLst>
              <a:ext uri="{FF2B5EF4-FFF2-40B4-BE49-F238E27FC236}">
                <a16:creationId xmlns:a16="http://schemas.microsoft.com/office/drawing/2014/main" id="{6D67B7B2-CF71-BE21-BEF7-61A9E4EF80D8}"/>
              </a:ext>
            </a:extLst>
          </p:cNvPr>
          <p:cNvSpPr>
            <a:spLocks noGrp="1"/>
          </p:cNvSpPr>
          <p:nvPr>
            <p:ph type="ftr" sz="quarter" idx="3"/>
          </p:nvPr>
        </p:nvSpPr>
        <p:spPr/>
        <p:txBody>
          <a:bodyPr/>
          <a:lstStyle/>
          <a:p>
            <a:r>
              <a:rPr lang="en-US" dirty="0"/>
              <a:t>Nokia Internal</a:t>
            </a:r>
          </a:p>
        </p:txBody>
      </p:sp>
      <p:sp>
        <p:nvSpPr>
          <p:cNvPr id="2" name="Text Placeholder 7">
            <a:extLst>
              <a:ext uri="{FF2B5EF4-FFF2-40B4-BE49-F238E27FC236}">
                <a16:creationId xmlns:a16="http://schemas.microsoft.com/office/drawing/2014/main" id="{9AD212E4-CE62-0531-A6D7-3F16B5678862}"/>
              </a:ext>
            </a:extLst>
          </p:cNvPr>
          <p:cNvSpPr txBox="1">
            <a:spLocks/>
          </p:cNvSpPr>
          <p:nvPr/>
        </p:nvSpPr>
        <p:spPr>
          <a:xfrm>
            <a:off x="254746" y="582096"/>
            <a:ext cx="8634507" cy="4280772"/>
          </a:xfrm>
          <a:prstGeom prst="rect">
            <a:avLst/>
          </a:prstGeom>
        </p:spPr>
        <p:txBody>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nSpc>
                <a:spcPct val="107000"/>
              </a:lnSpc>
              <a:spcBef>
                <a:spcPts val="0"/>
              </a:spcBef>
              <a:buNone/>
            </a:pPr>
            <a:r>
              <a:rPr lang="en-US" sz="900" kern="1400" dirty="0">
                <a:solidFill>
                  <a:srgbClr val="0A0908"/>
                </a:solidFill>
                <a:latin typeface="Calibri" panose="020F0502020204030204" pitchFamily="34" charset="0"/>
                <a:cs typeface="Calibri" panose="020F0502020204030204" pitchFamily="34" charset="0"/>
              </a:rPr>
              <a:t>Restarted the container-</a:t>
            </a:r>
            <a:r>
              <a:rPr lang="en-US" sz="900" kern="1400" dirty="0" err="1">
                <a:solidFill>
                  <a:srgbClr val="0A0908"/>
                </a:solidFill>
                <a:latin typeface="Calibri" panose="020F0502020204030204" pitchFamily="34" charset="0"/>
                <a:cs typeface="Calibri" panose="020F0502020204030204" pitchFamily="34" charset="0"/>
              </a:rPr>
              <a:t>ssc</a:t>
            </a:r>
            <a:r>
              <a:rPr lang="en-US" sz="900" kern="1400" dirty="0">
                <a:solidFill>
                  <a:srgbClr val="0A0908"/>
                </a:solidFill>
                <a:latin typeface="Calibri" panose="020F0502020204030204" pitchFamily="34" charset="0"/>
                <a:cs typeface="Calibri" panose="020F0502020204030204" pitchFamily="34" charset="0"/>
              </a:rPr>
              <a:t>-</a:t>
            </a:r>
            <a:r>
              <a:rPr lang="en-US" sz="900" kern="1400" dirty="0" err="1">
                <a:solidFill>
                  <a:srgbClr val="0A0908"/>
                </a:solidFill>
                <a:latin typeface="Calibri" panose="020F0502020204030204" pitchFamily="34" charset="0"/>
                <a:cs typeface="Calibri" panose="020F0502020204030204" pitchFamily="34" charset="0"/>
              </a:rPr>
              <a:t>fluentd.service</a:t>
            </a:r>
            <a:r>
              <a:rPr lang="en-US" sz="900" kern="1400" dirty="0">
                <a:solidFill>
                  <a:srgbClr val="0A0908"/>
                </a:solidFill>
                <a:latin typeface="Calibri" panose="020F0502020204030204" pitchFamily="34" charset="0"/>
                <a:cs typeface="Calibri" panose="020F0502020204030204" pitchFamily="34" charset="0"/>
              </a:rPr>
              <a:t> and new </a:t>
            </a:r>
            <a:r>
              <a:rPr lang="en-US" sz="900" kern="1400" dirty="0" err="1">
                <a:solidFill>
                  <a:srgbClr val="0A0908"/>
                </a:solidFill>
                <a:latin typeface="Calibri" panose="020F0502020204030204" pitchFamily="34" charset="0"/>
                <a:cs typeface="Calibri" panose="020F0502020204030204" pitchFamily="34" charset="0"/>
              </a:rPr>
              <a:t>podman</a:t>
            </a:r>
            <a:r>
              <a:rPr lang="en-US" sz="900" kern="1400" dirty="0">
                <a:solidFill>
                  <a:srgbClr val="0A0908"/>
                </a:solidFill>
                <a:latin typeface="Calibri" panose="020F0502020204030204" pitchFamily="34" charset="0"/>
                <a:cs typeface="Calibri" panose="020F0502020204030204" pitchFamily="34" charset="0"/>
              </a:rPr>
              <a:t> </a:t>
            </a:r>
            <a:r>
              <a:rPr lang="en-US" sz="900" kern="1400" dirty="0" err="1">
                <a:solidFill>
                  <a:srgbClr val="0A0908"/>
                </a:solidFill>
                <a:latin typeface="Calibri" panose="020F0502020204030204" pitchFamily="34" charset="0"/>
                <a:cs typeface="Calibri" panose="020F0502020204030204" pitchFamily="34" charset="0"/>
              </a:rPr>
              <a:t>fluentd</a:t>
            </a:r>
            <a:r>
              <a:rPr lang="en-US" sz="900" kern="1400" dirty="0">
                <a:solidFill>
                  <a:srgbClr val="0A0908"/>
                </a:solidFill>
                <a:latin typeface="Calibri" panose="020F0502020204030204" pitchFamily="34" charset="0"/>
                <a:cs typeface="Calibri" panose="020F0502020204030204" pitchFamily="34" charset="0"/>
              </a:rPr>
              <a:t> container started with correct image and port is listening now</a:t>
            </a:r>
          </a:p>
          <a:p>
            <a:pPr marL="0" indent="0">
              <a:lnSpc>
                <a:spcPct val="107000"/>
              </a:lnSpc>
              <a:spcBef>
                <a:spcPts val="0"/>
              </a:spcBef>
              <a:buNone/>
            </a:pPr>
            <a:endParaRPr lang="en-IN" sz="900" kern="1400" dirty="0">
              <a:solidFill>
                <a:srgbClr val="0A0908"/>
              </a:solidFill>
              <a:latin typeface="Calibri" panose="020F0502020204030204" pitchFamily="34" charset="0"/>
              <a:cs typeface="Calibri" panose="020F0502020204030204" pitchFamily="34" charset="0"/>
            </a:endParaRPr>
          </a:p>
          <a:p>
            <a:pPr marL="342900" lvl="1" indent="0">
              <a:lnSpc>
                <a:spcPct val="107000"/>
              </a:lnSpc>
              <a:spcBef>
                <a:spcPts val="0"/>
              </a:spcBef>
              <a:buNone/>
            </a:pPr>
            <a:r>
              <a:rPr lang="en-IN" sz="800" kern="1400" dirty="0">
                <a:solidFill>
                  <a:srgbClr val="0A0908"/>
                </a:solidFill>
                <a:latin typeface="Calibri" panose="020F0502020204030204" pitchFamily="34" charset="0"/>
                <a:cs typeface="Calibri" panose="020F0502020204030204" pitchFamily="34" charset="0"/>
              </a:rPr>
              <a:t>[root@dcwusd07-centralsite-centralsitemanager-0 alma-configs (Active)]# </a:t>
            </a:r>
            <a:r>
              <a:rPr lang="en-IN" sz="800" b="1" dirty="0" err="1">
                <a:solidFill>
                  <a:schemeClr val="accent1"/>
                </a:solidFill>
                <a:latin typeface="Calibri" panose="020F0502020204030204" pitchFamily="34" charset="0"/>
              </a:rPr>
              <a:t>podman</a:t>
            </a:r>
            <a:r>
              <a:rPr lang="en-IN" sz="800" b="1" dirty="0">
                <a:solidFill>
                  <a:schemeClr val="accent1"/>
                </a:solidFill>
                <a:latin typeface="Calibri" panose="020F0502020204030204" pitchFamily="34" charset="0"/>
              </a:rPr>
              <a:t> </a:t>
            </a:r>
            <a:r>
              <a:rPr lang="en-IN" sz="800" b="1" dirty="0" err="1">
                <a:solidFill>
                  <a:schemeClr val="accent1"/>
                </a:solidFill>
                <a:latin typeface="Calibri" panose="020F0502020204030204" pitchFamily="34" charset="0"/>
              </a:rPr>
              <a:t>ps</a:t>
            </a:r>
            <a:r>
              <a:rPr lang="en-IN" sz="800" b="1" dirty="0">
                <a:solidFill>
                  <a:schemeClr val="accent1"/>
                </a:solidFill>
                <a:latin typeface="Calibri" panose="020F0502020204030204" pitchFamily="34" charset="0"/>
              </a:rPr>
              <a:t> | grep fluent</a:t>
            </a:r>
          </a:p>
          <a:p>
            <a:pPr marL="342900" lvl="1" indent="0">
              <a:lnSpc>
                <a:spcPct val="107000"/>
              </a:lnSpc>
              <a:spcBef>
                <a:spcPts val="0"/>
              </a:spcBef>
              <a:buNone/>
            </a:pPr>
            <a:r>
              <a:rPr lang="en-IN" sz="800" kern="1400" dirty="0">
                <a:solidFill>
                  <a:srgbClr val="0A0908"/>
                </a:solidFill>
                <a:latin typeface="Calibri" panose="020F0502020204030204" pitchFamily="34" charset="0"/>
                <a:cs typeface="Calibri" panose="020F0502020204030204" pitchFamily="34" charset="0"/>
              </a:rPr>
              <a:t>dd9a298db13c  172.31.0.2:8787/</a:t>
            </a:r>
            <a:r>
              <a:rPr lang="en-IN" sz="800" kern="1400" dirty="0">
                <a:solidFill>
                  <a:srgbClr val="0A0908"/>
                </a:solidFill>
                <a:highlight>
                  <a:srgbClr val="00FF00"/>
                </a:highlight>
                <a:latin typeface="Calibri" panose="020F0502020204030204" pitchFamily="34" charset="0"/>
                <a:cs typeface="Calibri" panose="020F0502020204030204" pitchFamily="34" charset="0"/>
              </a:rPr>
              <a:t>bssc-fluentd:1.16.3-2311.1.1</a:t>
            </a:r>
            <a:r>
              <a:rPr lang="en-IN" sz="800" kern="1400" dirty="0">
                <a:solidFill>
                  <a:srgbClr val="0A0908"/>
                </a:solidFill>
                <a:latin typeface="Calibri" panose="020F0502020204030204" pitchFamily="34" charset="0"/>
                <a:cs typeface="Calibri" panose="020F0502020204030204" pitchFamily="34" charset="0"/>
              </a:rPr>
              <a:t>                                            2 minutes ago  Up 2 minutes                                                                 </a:t>
            </a:r>
            <a:r>
              <a:rPr lang="en-IN" sz="800" kern="1400" dirty="0" err="1">
                <a:solidFill>
                  <a:srgbClr val="0A0908"/>
                </a:solidFill>
                <a:latin typeface="Calibri" panose="020F0502020204030204" pitchFamily="34" charset="0"/>
                <a:cs typeface="Calibri" panose="020F0502020204030204" pitchFamily="34" charset="0"/>
              </a:rPr>
              <a:t>ssc-fluentd</a:t>
            </a:r>
            <a:endParaRPr lang="en-IN" sz="800" kern="1400" dirty="0">
              <a:solidFill>
                <a:srgbClr val="0A0908"/>
              </a:solidFill>
              <a:latin typeface="Calibri" panose="020F0502020204030204" pitchFamily="34" charset="0"/>
              <a:cs typeface="Calibri" panose="020F0502020204030204" pitchFamily="34" charset="0"/>
            </a:endParaRPr>
          </a:p>
          <a:p>
            <a:pPr marL="342900" lvl="1" indent="0">
              <a:lnSpc>
                <a:spcPct val="107000"/>
              </a:lnSpc>
              <a:spcBef>
                <a:spcPts val="0"/>
              </a:spcBef>
              <a:buNone/>
            </a:pPr>
            <a:r>
              <a:rPr lang="en-IN" sz="800" kern="1400" dirty="0">
                <a:solidFill>
                  <a:srgbClr val="0A0908"/>
                </a:solidFill>
                <a:latin typeface="Calibri" panose="020F0502020204030204" pitchFamily="34" charset="0"/>
                <a:cs typeface="Calibri" panose="020F0502020204030204" pitchFamily="34" charset="0"/>
              </a:rPr>
              <a:t>[root@dcwusd07-centralsite-centralsitemanager-0 alma-configs (Active)]# </a:t>
            </a:r>
            <a:r>
              <a:rPr lang="en-IN" sz="800" b="1" dirty="0">
                <a:solidFill>
                  <a:schemeClr val="accent1"/>
                </a:solidFill>
                <a:latin typeface="Calibri" panose="020F0502020204030204" pitchFamily="34" charset="0"/>
              </a:rPr>
              <a:t>netstat -</a:t>
            </a:r>
            <a:r>
              <a:rPr lang="en-IN" sz="800" b="1" dirty="0" err="1">
                <a:solidFill>
                  <a:schemeClr val="accent1"/>
                </a:solidFill>
                <a:latin typeface="Calibri" panose="020F0502020204030204" pitchFamily="34" charset="0"/>
              </a:rPr>
              <a:t>tunpl</a:t>
            </a:r>
            <a:r>
              <a:rPr lang="en-IN" sz="800" b="1" dirty="0">
                <a:solidFill>
                  <a:schemeClr val="accent1"/>
                </a:solidFill>
                <a:latin typeface="Calibri" panose="020F0502020204030204" pitchFamily="34" charset="0"/>
              </a:rPr>
              <a:t> | grep 24228</a:t>
            </a:r>
          </a:p>
          <a:p>
            <a:pPr marL="342900" lvl="1" indent="0">
              <a:lnSpc>
                <a:spcPct val="107000"/>
              </a:lnSpc>
              <a:spcBef>
                <a:spcPts val="0"/>
              </a:spcBef>
              <a:buNone/>
            </a:pPr>
            <a:r>
              <a:rPr lang="en-IN" sz="800" b="1" kern="1400" dirty="0" err="1">
                <a:solidFill>
                  <a:srgbClr val="0A0908"/>
                </a:solidFill>
                <a:latin typeface="Calibri" panose="020F0502020204030204" pitchFamily="34" charset="0"/>
                <a:cs typeface="Calibri" panose="020F0502020204030204" pitchFamily="34" charset="0"/>
              </a:rPr>
              <a:t>tcp</a:t>
            </a:r>
            <a:r>
              <a:rPr lang="en-IN" sz="800" b="1" kern="1400" dirty="0">
                <a:solidFill>
                  <a:srgbClr val="0A0908"/>
                </a:solidFill>
                <a:latin typeface="Calibri" panose="020F0502020204030204" pitchFamily="34" charset="0"/>
                <a:cs typeface="Calibri" panose="020F0502020204030204" pitchFamily="34" charset="0"/>
              </a:rPr>
              <a:t>        0      0 0.0.0.0:24228           0.0.0.0:*               LISTEN      12302/ruby</a:t>
            </a:r>
          </a:p>
          <a:p>
            <a:pPr marL="342900" lvl="1" indent="0">
              <a:lnSpc>
                <a:spcPct val="107000"/>
              </a:lnSpc>
              <a:spcBef>
                <a:spcPts val="0"/>
              </a:spcBef>
              <a:buNone/>
            </a:pPr>
            <a:r>
              <a:rPr lang="en-IN" sz="800" b="1" kern="1400" dirty="0" err="1">
                <a:solidFill>
                  <a:srgbClr val="0A0908"/>
                </a:solidFill>
                <a:latin typeface="Calibri" panose="020F0502020204030204" pitchFamily="34" charset="0"/>
                <a:cs typeface="Calibri" panose="020F0502020204030204" pitchFamily="34" charset="0"/>
              </a:rPr>
              <a:t>udp</a:t>
            </a:r>
            <a:r>
              <a:rPr lang="en-IN" sz="800" b="1" kern="1400" dirty="0">
                <a:solidFill>
                  <a:srgbClr val="0A0908"/>
                </a:solidFill>
                <a:latin typeface="Calibri" panose="020F0502020204030204" pitchFamily="34" charset="0"/>
                <a:cs typeface="Calibri" panose="020F0502020204030204" pitchFamily="34" charset="0"/>
              </a:rPr>
              <a:t>        0      0 0.0.0.0:24228           0.0.0.0:*                           12302/ruby</a:t>
            </a:r>
          </a:p>
          <a:p>
            <a:pPr marL="342900" lvl="1" indent="0">
              <a:lnSpc>
                <a:spcPct val="107000"/>
              </a:lnSpc>
              <a:spcBef>
                <a:spcPts val="0"/>
              </a:spcBef>
              <a:buNone/>
            </a:pPr>
            <a:r>
              <a:rPr lang="en-IN" sz="800" kern="1400" dirty="0">
                <a:solidFill>
                  <a:srgbClr val="0A0908"/>
                </a:solidFill>
                <a:latin typeface="Calibri" panose="020F0502020204030204" pitchFamily="34" charset="0"/>
                <a:cs typeface="Calibri" panose="020F0502020204030204" pitchFamily="34" charset="0"/>
              </a:rPr>
              <a:t>[root@dcwusd07-centralsite-centralsitemanager-0 alma-configs (Active)]#</a:t>
            </a:r>
          </a:p>
          <a:p>
            <a:pPr marL="0" indent="0">
              <a:lnSpc>
                <a:spcPct val="107000"/>
              </a:lnSpc>
              <a:spcBef>
                <a:spcPts val="0"/>
              </a:spcBef>
              <a:buNone/>
            </a:pPr>
            <a:endParaRPr lang="en-IN" sz="900" kern="1400" dirty="0">
              <a:solidFill>
                <a:srgbClr val="0A0908"/>
              </a:solidFill>
              <a:latin typeface="Calibri" panose="020F0502020204030204" pitchFamily="34" charset="0"/>
              <a:cs typeface="Calibri" panose="020F0502020204030204" pitchFamily="34" charset="0"/>
            </a:endParaRPr>
          </a:p>
          <a:p>
            <a:pPr marL="0" indent="0">
              <a:lnSpc>
                <a:spcPct val="107000"/>
              </a:lnSpc>
              <a:spcBef>
                <a:spcPts val="0"/>
              </a:spcBef>
              <a:buNone/>
            </a:pPr>
            <a:r>
              <a:rPr lang="en-US" sz="900" b="0" i="0" dirty="0">
                <a:solidFill>
                  <a:srgbClr val="172B4D"/>
                </a:solidFill>
                <a:effectLst/>
                <a:latin typeface="Calibri" panose="020F0502020204030204" pitchFamily="34" charset="0"/>
                <a:cs typeface="Calibri" panose="020F0502020204030204" pitchFamily="34" charset="0"/>
              </a:rPr>
              <a:t>Next in the </a:t>
            </a:r>
            <a:r>
              <a:rPr lang="en-US" sz="900" b="0" i="0" dirty="0" err="1">
                <a:solidFill>
                  <a:srgbClr val="172B4D"/>
                </a:solidFill>
                <a:effectLst/>
                <a:latin typeface="Calibri" panose="020F0502020204030204" pitchFamily="34" charset="0"/>
                <a:cs typeface="Calibri" panose="020F0502020204030204" pitchFamily="34" charset="0"/>
              </a:rPr>
              <a:t>fluentdwebhook</a:t>
            </a:r>
            <a:r>
              <a:rPr lang="en-US" sz="900" b="0" i="0" dirty="0">
                <a:solidFill>
                  <a:srgbClr val="172B4D"/>
                </a:solidFill>
                <a:effectLst/>
                <a:latin typeface="Calibri" panose="020F0502020204030204" pitchFamily="34" charset="0"/>
                <a:cs typeface="Calibri" panose="020F0502020204030204" pitchFamily="34" charset="0"/>
              </a:rPr>
              <a:t> logs, we can see that alert has been sent to </a:t>
            </a:r>
            <a:r>
              <a:rPr lang="en-US" sz="900" b="0" i="0" dirty="0" err="1">
                <a:solidFill>
                  <a:srgbClr val="172B4D"/>
                </a:solidFill>
                <a:effectLst/>
                <a:latin typeface="Calibri" panose="020F0502020204030204" pitchFamily="34" charset="0"/>
                <a:cs typeface="Calibri" panose="020F0502020204030204" pitchFamily="34" charset="0"/>
              </a:rPr>
              <a:t>fluentd</a:t>
            </a:r>
            <a:endParaRPr lang="en-IN" sz="900" kern="1400" dirty="0">
              <a:solidFill>
                <a:srgbClr val="0A0908"/>
              </a:solidFill>
              <a:latin typeface="Calibri" panose="020F0502020204030204" pitchFamily="34" charset="0"/>
              <a:cs typeface="Calibri" panose="020F0502020204030204" pitchFamily="34" charset="0"/>
            </a:endParaRPr>
          </a:p>
          <a:p>
            <a:pPr marL="0" indent="0">
              <a:lnSpc>
                <a:spcPct val="107000"/>
              </a:lnSpc>
              <a:spcBef>
                <a:spcPts val="0"/>
              </a:spcBef>
              <a:buNone/>
            </a:pPr>
            <a:endParaRPr lang="en-IN" sz="900" kern="1400" dirty="0">
              <a:solidFill>
                <a:srgbClr val="0A0908"/>
              </a:solidFill>
              <a:latin typeface="Calibri" panose="020F0502020204030204" pitchFamily="34" charset="0"/>
              <a:cs typeface="Calibri" panose="020F0502020204030204" pitchFamily="34" charset="0"/>
            </a:endParaRPr>
          </a:p>
          <a:p>
            <a:pPr marL="342900" lvl="1" indent="0">
              <a:lnSpc>
                <a:spcPct val="107000"/>
              </a:lnSpc>
              <a:spcBef>
                <a:spcPts val="0"/>
              </a:spcBef>
              <a:buNone/>
            </a:pPr>
            <a:r>
              <a:rPr lang="en-IN" sz="800" kern="1400" dirty="0" err="1">
                <a:solidFill>
                  <a:srgbClr val="0A0908"/>
                </a:solidFill>
                <a:latin typeface="Calibri" panose="020F0502020204030204" pitchFamily="34" charset="0"/>
                <a:cs typeface="Calibri" panose="020F0502020204030204" pitchFamily="34" charset="0"/>
              </a:rPr>
              <a:t>ts</a:t>
            </a:r>
            <a:r>
              <a:rPr lang="en-IN" sz="800" kern="1400" dirty="0">
                <a:solidFill>
                  <a:srgbClr val="0A0908"/>
                </a:solidFill>
                <a:latin typeface="Calibri" panose="020F0502020204030204" pitchFamily="34" charset="0"/>
                <a:cs typeface="Calibri" panose="020F0502020204030204" pitchFamily="34" charset="0"/>
              </a:rPr>
              <a:t>=2025-01-23T18:07:16.759Z caller=webhook.go:87 level=debug </a:t>
            </a:r>
            <a:r>
              <a:rPr lang="en-IN" sz="800" kern="1400" dirty="0" err="1">
                <a:solidFill>
                  <a:srgbClr val="0A0908"/>
                </a:solidFill>
                <a:latin typeface="Calibri" panose="020F0502020204030204" pitchFamily="34" charset="0"/>
                <a:cs typeface="Calibri" panose="020F0502020204030204" pitchFamily="34" charset="0"/>
              </a:rPr>
              <a:t>msg</a:t>
            </a:r>
            <a:r>
              <a:rPr lang="en-IN" sz="800" kern="1400" dirty="0">
                <a:solidFill>
                  <a:srgbClr val="0A0908"/>
                </a:solidFill>
                <a:latin typeface="Calibri" panose="020F0502020204030204" pitchFamily="34" charset="0"/>
                <a:cs typeface="Calibri" panose="020F0502020204030204" pitchFamily="34" charset="0"/>
              </a:rPr>
              <a:t>="preparing output data"</a:t>
            </a:r>
          </a:p>
          <a:p>
            <a:pPr marL="342900" lvl="1" indent="0">
              <a:lnSpc>
                <a:spcPct val="107000"/>
              </a:lnSpc>
              <a:spcBef>
                <a:spcPts val="0"/>
              </a:spcBef>
              <a:buNone/>
            </a:pPr>
            <a:r>
              <a:rPr lang="en-IN" sz="800" kern="1400" dirty="0" err="1">
                <a:solidFill>
                  <a:srgbClr val="0A0908"/>
                </a:solidFill>
                <a:latin typeface="Calibri" panose="020F0502020204030204" pitchFamily="34" charset="0"/>
                <a:cs typeface="Calibri" panose="020F0502020204030204" pitchFamily="34" charset="0"/>
              </a:rPr>
              <a:t>ts</a:t>
            </a:r>
            <a:r>
              <a:rPr lang="en-IN" sz="800" kern="1400" dirty="0">
                <a:solidFill>
                  <a:srgbClr val="0A0908"/>
                </a:solidFill>
                <a:latin typeface="Calibri" panose="020F0502020204030204" pitchFamily="34" charset="0"/>
                <a:cs typeface="Calibri" panose="020F0502020204030204" pitchFamily="34" charset="0"/>
              </a:rPr>
              <a:t>=2025-01-23T18:07:16.759Z caller=webhook.go:90 level=debug </a:t>
            </a:r>
            <a:r>
              <a:rPr lang="en-IN" sz="800" kern="1400" dirty="0" err="1">
                <a:solidFill>
                  <a:srgbClr val="0A0908"/>
                </a:solidFill>
                <a:latin typeface="Calibri" panose="020F0502020204030204" pitchFamily="34" charset="0"/>
                <a:cs typeface="Calibri" panose="020F0502020204030204" pitchFamily="34" charset="0"/>
              </a:rPr>
              <a:t>msg</a:t>
            </a:r>
            <a:r>
              <a:rPr lang="en-IN" sz="800" kern="1400" dirty="0">
                <a:solidFill>
                  <a:srgbClr val="0A0908"/>
                </a:solidFill>
                <a:latin typeface="Calibri" panose="020F0502020204030204" pitchFamily="34" charset="0"/>
                <a:cs typeface="Calibri" panose="020F0502020204030204" pitchFamily="34" charset="0"/>
              </a:rPr>
              <a:t>="output data prepared. Length = 738"</a:t>
            </a:r>
          </a:p>
          <a:p>
            <a:pPr marL="342900" lvl="1" indent="0">
              <a:lnSpc>
                <a:spcPct val="107000"/>
              </a:lnSpc>
              <a:spcBef>
                <a:spcPts val="0"/>
              </a:spcBef>
              <a:buNone/>
            </a:pPr>
            <a:r>
              <a:rPr lang="en-IN" sz="800" kern="1400" dirty="0" err="1">
                <a:solidFill>
                  <a:srgbClr val="0A0908"/>
                </a:solidFill>
                <a:latin typeface="Calibri" panose="020F0502020204030204" pitchFamily="34" charset="0"/>
                <a:cs typeface="Calibri" panose="020F0502020204030204" pitchFamily="34" charset="0"/>
              </a:rPr>
              <a:t>ts</a:t>
            </a:r>
            <a:r>
              <a:rPr lang="en-IN" sz="800" kern="1400" dirty="0">
                <a:solidFill>
                  <a:srgbClr val="0A0908"/>
                </a:solidFill>
                <a:latin typeface="Calibri" panose="020F0502020204030204" pitchFamily="34" charset="0"/>
                <a:cs typeface="Calibri" panose="020F0502020204030204" pitchFamily="34" charset="0"/>
              </a:rPr>
              <a:t>=2025-01-23T18:07:16.759Z caller=webhook.go:95 level=debug </a:t>
            </a:r>
            <a:r>
              <a:rPr lang="en-IN" sz="800" kern="1400" dirty="0" err="1">
                <a:solidFill>
                  <a:srgbClr val="0A0908"/>
                </a:solidFill>
                <a:latin typeface="Calibri" panose="020F0502020204030204" pitchFamily="34" charset="0"/>
                <a:cs typeface="Calibri" panose="020F0502020204030204" pitchFamily="34" charset="0"/>
              </a:rPr>
              <a:t>msg</a:t>
            </a:r>
            <a:r>
              <a:rPr lang="en-IN" sz="800" kern="1400" dirty="0">
                <a:solidFill>
                  <a:srgbClr val="0A0908"/>
                </a:solidFill>
                <a:latin typeface="Calibri" panose="020F0502020204030204" pitchFamily="34" charset="0"/>
                <a:cs typeface="Calibri" panose="020F0502020204030204" pitchFamily="34" charset="0"/>
              </a:rPr>
              <a:t>="initialize </a:t>
            </a:r>
            <a:r>
              <a:rPr lang="en-IN" sz="800" kern="1400" dirty="0" err="1">
                <a:solidFill>
                  <a:srgbClr val="0A0908"/>
                </a:solidFill>
                <a:latin typeface="Calibri" panose="020F0502020204030204" pitchFamily="34" charset="0"/>
                <a:cs typeface="Calibri" panose="020F0502020204030204" pitchFamily="34" charset="0"/>
              </a:rPr>
              <a:t>fluentdLogger</a:t>
            </a:r>
            <a:r>
              <a:rPr lang="en-IN" sz="800" kern="1400" dirty="0">
                <a:solidFill>
                  <a:srgbClr val="0A0908"/>
                </a:solidFill>
                <a:latin typeface="Calibri" panose="020F0502020204030204" pitchFamily="34" charset="0"/>
                <a:cs typeface="Calibri" panose="020F0502020204030204" pitchFamily="34" charset="0"/>
              </a:rPr>
              <a:t>"</a:t>
            </a:r>
          </a:p>
          <a:p>
            <a:pPr marL="342900" lvl="1" indent="0">
              <a:lnSpc>
                <a:spcPct val="107000"/>
              </a:lnSpc>
              <a:spcBef>
                <a:spcPts val="0"/>
              </a:spcBef>
              <a:buNone/>
            </a:pPr>
            <a:r>
              <a:rPr lang="en-IN" sz="800" kern="1400" dirty="0" err="1">
                <a:solidFill>
                  <a:srgbClr val="0A0908"/>
                </a:solidFill>
                <a:latin typeface="Calibri" panose="020F0502020204030204" pitchFamily="34" charset="0"/>
                <a:cs typeface="Calibri" panose="020F0502020204030204" pitchFamily="34" charset="0"/>
              </a:rPr>
              <a:t>ts</a:t>
            </a:r>
            <a:r>
              <a:rPr lang="en-IN" sz="800" kern="1400" dirty="0">
                <a:solidFill>
                  <a:srgbClr val="0A0908"/>
                </a:solidFill>
                <a:latin typeface="Calibri" panose="020F0502020204030204" pitchFamily="34" charset="0"/>
                <a:cs typeface="Calibri" panose="020F0502020204030204" pitchFamily="34" charset="0"/>
              </a:rPr>
              <a:t>=2025-01-23T18:07:16.759Z caller=webhook.go:78 level=debug </a:t>
            </a:r>
            <a:r>
              <a:rPr lang="en-IN" sz="800" kern="1400" dirty="0" err="1">
                <a:solidFill>
                  <a:srgbClr val="0A0908"/>
                </a:solidFill>
                <a:latin typeface="Calibri" panose="020F0502020204030204" pitchFamily="34" charset="0"/>
                <a:cs typeface="Calibri" panose="020F0502020204030204" pitchFamily="34" charset="0"/>
              </a:rPr>
              <a:t>msg</a:t>
            </a:r>
            <a:r>
              <a:rPr lang="en-IN" sz="800" kern="1400" dirty="0">
                <a:solidFill>
                  <a:srgbClr val="0A0908"/>
                </a:solidFill>
                <a:highlight>
                  <a:srgbClr val="00FF00"/>
                </a:highlight>
                <a:latin typeface="Calibri" panose="020F0502020204030204" pitchFamily="34" charset="0"/>
                <a:cs typeface="Calibri" panose="020F0502020204030204" pitchFamily="34" charset="0"/>
              </a:rPr>
              <a:t>="alert has been sent successfully to </a:t>
            </a:r>
            <a:r>
              <a:rPr lang="en-IN" sz="800" kern="1400" dirty="0" err="1">
                <a:solidFill>
                  <a:srgbClr val="0A0908"/>
                </a:solidFill>
                <a:highlight>
                  <a:srgbClr val="00FF00"/>
                </a:highlight>
                <a:latin typeface="Calibri" panose="020F0502020204030204" pitchFamily="34" charset="0"/>
                <a:cs typeface="Calibri" panose="020F0502020204030204" pitchFamily="34" charset="0"/>
              </a:rPr>
              <a:t>fluentd</a:t>
            </a:r>
            <a:r>
              <a:rPr lang="en-IN" sz="800" kern="1400" dirty="0">
                <a:solidFill>
                  <a:srgbClr val="0A0908"/>
                </a:solidFill>
                <a:highlight>
                  <a:srgbClr val="00FF00"/>
                </a:highlight>
                <a:latin typeface="Calibri" panose="020F0502020204030204" pitchFamily="34" charset="0"/>
                <a:cs typeface="Calibri" panose="020F0502020204030204" pitchFamily="34" charset="0"/>
              </a:rPr>
              <a:t>: “</a:t>
            </a:r>
          </a:p>
          <a:p>
            <a:pPr marL="0" indent="0">
              <a:lnSpc>
                <a:spcPct val="107000"/>
              </a:lnSpc>
              <a:spcBef>
                <a:spcPts val="0"/>
              </a:spcBef>
              <a:buNone/>
            </a:pPr>
            <a:endParaRPr lang="en-IN" sz="900" kern="1400" dirty="0">
              <a:solidFill>
                <a:srgbClr val="0A0908"/>
              </a:solidFill>
              <a:highlight>
                <a:srgbClr val="00FF00"/>
              </a:highlight>
              <a:latin typeface="Calibri" panose="020F0502020204030204" pitchFamily="34" charset="0"/>
              <a:cs typeface="Calibri" panose="020F0502020204030204" pitchFamily="34" charset="0"/>
            </a:endParaRPr>
          </a:p>
          <a:p>
            <a:pPr marL="0" indent="0">
              <a:lnSpc>
                <a:spcPct val="107000"/>
              </a:lnSpc>
              <a:spcBef>
                <a:spcPts val="0"/>
              </a:spcBef>
              <a:buNone/>
            </a:pPr>
            <a:r>
              <a:rPr lang="en-US" sz="900" b="0" i="0" dirty="0">
                <a:solidFill>
                  <a:srgbClr val="172B4D"/>
                </a:solidFill>
                <a:effectLst/>
                <a:latin typeface="Calibri" panose="020F0502020204030204" pitchFamily="34" charset="0"/>
                <a:cs typeface="Calibri" panose="020F0502020204030204" pitchFamily="34" charset="0"/>
              </a:rPr>
              <a:t>Finally, alarm reached to calm service</a:t>
            </a:r>
            <a:endParaRPr lang="en-IN" sz="900" b="0" i="0" kern="1400" dirty="0">
              <a:solidFill>
                <a:srgbClr val="0A0908"/>
              </a:solidFill>
              <a:effectLst/>
              <a:highlight>
                <a:srgbClr val="00FF00"/>
              </a:highlight>
              <a:latin typeface="Calibri" panose="020F0502020204030204" pitchFamily="34" charset="0"/>
              <a:cs typeface="Calibri" panose="020F0502020204030204" pitchFamily="34" charset="0"/>
            </a:endParaRPr>
          </a:p>
          <a:p>
            <a:pPr marL="0" indent="0">
              <a:lnSpc>
                <a:spcPct val="107000"/>
              </a:lnSpc>
              <a:spcBef>
                <a:spcPts val="0"/>
              </a:spcBef>
              <a:buNone/>
            </a:pPr>
            <a:endParaRPr lang="en-IN" sz="900" kern="1400" dirty="0">
              <a:solidFill>
                <a:srgbClr val="0A0908"/>
              </a:solidFill>
              <a:highlight>
                <a:srgbClr val="00FF00"/>
              </a:highlight>
              <a:latin typeface="Calibri" panose="020F0502020204030204" pitchFamily="34" charset="0"/>
              <a:cs typeface="Calibri" panose="020F0502020204030204" pitchFamily="34" charset="0"/>
            </a:endParaRPr>
          </a:p>
          <a:p>
            <a:pPr marL="342900" lvl="1" indent="0">
              <a:lnSpc>
                <a:spcPct val="107000"/>
              </a:lnSpc>
              <a:spcBef>
                <a:spcPts val="0"/>
              </a:spcBef>
              <a:buNone/>
            </a:pPr>
            <a:r>
              <a:rPr lang="en-IN" sz="800" kern="1400" dirty="0">
                <a:solidFill>
                  <a:srgbClr val="0A0908"/>
                </a:solidFill>
                <a:latin typeface="Calibri" panose="020F0502020204030204" pitchFamily="34" charset="0"/>
                <a:cs typeface="Calibri" panose="020F0502020204030204" pitchFamily="34" charset="0"/>
              </a:rPr>
              <a:t>[root@dcwusd07-centralsite-centralsitemanager-0 alma-configs (Active)]# </a:t>
            </a:r>
            <a:r>
              <a:rPr lang="en-IN" sz="800" b="1" dirty="0">
                <a:solidFill>
                  <a:schemeClr val="accent1"/>
                </a:solidFill>
                <a:latin typeface="Calibri" panose="020F0502020204030204" pitchFamily="34" charset="0"/>
              </a:rPr>
              <a:t>curl http://172.31.0.2:8182/api/alma/alarms | </a:t>
            </a:r>
            <a:r>
              <a:rPr lang="en-IN" sz="800" b="1" dirty="0" err="1">
                <a:solidFill>
                  <a:schemeClr val="accent1"/>
                </a:solidFill>
                <a:latin typeface="Calibri" panose="020F0502020204030204" pitchFamily="34" charset="0"/>
              </a:rPr>
              <a:t>jq</a:t>
            </a:r>
            <a:r>
              <a:rPr lang="en-IN" sz="800" b="1" dirty="0">
                <a:solidFill>
                  <a:schemeClr val="accent1"/>
                </a:solidFill>
                <a:latin typeface="Calibri" panose="020F0502020204030204" pitchFamily="34" charset="0"/>
              </a:rPr>
              <a:t> | grep text</a:t>
            </a:r>
          </a:p>
          <a:p>
            <a:pPr marL="342900" lvl="1" indent="0">
              <a:lnSpc>
                <a:spcPct val="107000"/>
              </a:lnSpc>
              <a:spcBef>
                <a:spcPts val="0"/>
              </a:spcBef>
              <a:buNone/>
            </a:pPr>
            <a:r>
              <a:rPr lang="en-IN" sz="800" kern="1400" dirty="0">
                <a:solidFill>
                  <a:srgbClr val="0A0908"/>
                </a:solidFill>
                <a:latin typeface="Calibri" panose="020F0502020204030204" pitchFamily="34" charset="0"/>
                <a:cs typeface="Calibri" panose="020F0502020204030204" pitchFamily="34" charset="0"/>
              </a:rPr>
              <a:t>  % Total    % Received % </a:t>
            </a:r>
            <a:r>
              <a:rPr lang="en-IN" sz="800" kern="1400" dirty="0" err="1">
                <a:solidFill>
                  <a:srgbClr val="0A0908"/>
                </a:solidFill>
                <a:latin typeface="Calibri" panose="020F0502020204030204" pitchFamily="34" charset="0"/>
                <a:cs typeface="Calibri" panose="020F0502020204030204" pitchFamily="34" charset="0"/>
              </a:rPr>
              <a:t>Xferd</a:t>
            </a:r>
            <a:r>
              <a:rPr lang="en-IN" sz="800" kern="1400" dirty="0">
                <a:solidFill>
                  <a:srgbClr val="0A0908"/>
                </a:solidFill>
                <a:latin typeface="Calibri" panose="020F0502020204030204" pitchFamily="34" charset="0"/>
                <a:cs typeface="Calibri" panose="020F0502020204030204" pitchFamily="34" charset="0"/>
              </a:rPr>
              <a:t>  Average Speed   Time    </a:t>
            </a:r>
            <a:r>
              <a:rPr lang="en-IN" sz="800" kern="1400" dirty="0" err="1">
                <a:solidFill>
                  <a:srgbClr val="0A0908"/>
                </a:solidFill>
                <a:latin typeface="Calibri" panose="020F0502020204030204" pitchFamily="34" charset="0"/>
                <a:cs typeface="Calibri" panose="020F0502020204030204" pitchFamily="34" charset="0"/>
              </a:rPr>
              <a:t>Time</a:t>
            </a:r>
            <a:r>
              <a:rPr lang="en-IN" sz="800" kern="1400" dirty="0">
                <a:solidFill>
                  <a:srgbClr val="0A0908"/>
                </a:solidFill>
                <a:latin typeface="Calibri" panose="020F0502020204030204" pitchFamily="34" charset="0"/>
                <a:cs typeface="Calibri" panose="020F0502020204030204" pitchFamily="34" charset="0"/>
              </a:rPr>
              <a:t>     </a:t>
            </a:r>
            <a:r>
              <a:rPr lang="en-IN" sz="800" kern="1400" dirty="0" err="1">
                <a:solidFill>
                  <a:srgbClr val="0A0908"/>
                </a:solidFill>
                <a:latin typeface="Calibri" panose="020F0502020204030204" pitchFamily="34" charset="0"/>
                <a:cs typeface="Calibri" panose="020F0502020204030204" pitchFamily="34" charset="0"/>
              </a:rPr>
              <a:t>Time</a:t>
            </a:r>
            <a:r>
              <a:rPr lang="en-IN" sz="800" kern="1400" dirty="0">
                <a:solidFill>
                  <a:srgbClr val="0A0908"/>
                </a:solidFill>
                <a:latin typeface="Calibri" panose="020F0502020204030204" pitchFamily="34" charset="0"/>
                <a:cs typeface="Calibri" panose="020F0502020204030204" pitchFamily="34" charset="0"/>
              </a:rPr>
              <a:t>  Current</a:t>
            </a:r>
          </a:p>
          <a:p>
            <a:pPr marL="342900" lvl="1" indent="0">
              <a:lnSpc>
                <a:spcPct val="107000"/>
              </a:lnSpc>
              <a:spcBef>
                <a:spcPts val="0"/>
              </a:spcBef>
              <a:buNone/>
            </a:pPr>
            <a:r>
              <a:rPr lang="en-IN" sz="800" kern="1400" dirty="0">
                <a:solidFill>
                  <a:srgbClr val="0A0908"/>
                </a:solidFill>
                <a:latin typeface="Calibri" panose="020F0502020204030204" pitchFamily="34" charset="0"/>
                <a:cs typeface="Calibri" panose="020F0502020204030204" pitchFamily="34" charset="0"/>
              </a:rPr>
              <a:t>                                 </a:t>
            </a:r>
            <a:r>
              <a:rPr lang="en-IN" sz="800" kern="1400" dirty="0" err="1">
                <a:solidFill>
                  <a:srgbClr val="0A0908"/>
                </a:solidFill>
                <a:latin typeface="Calibri" panose="020F0502020204030204" pitchFamily="34" charset="0"/>
                <a:cs typeface="Calibri" panose="020F0502020204030204" pitchFamily="34" charset="0"/>
              </a:rPr>
              <a:t>Dload</a:t>
            </a:r>
            <a:r>
              <a:rPr lang="en-IN" sz="800" kern="1400" dirty="0">
                <a:solidFill>
                  <a:srgbClr val="0A0908"/>
                </a:solidFill>
                <a:latin typeface="Calibri" panose="020F0502020204030204" pitchFamily="34" charset="0"/>
                <a:cs typeface="Calibri" panose="020F0502020204030204" pitchFamily="34" charset="0"/>
              </a:rPr>
              <a:t>  Upload   Total   Spent    Left  Speed</a:t>
            </a:r>
          </a:p>
          <a:p>
            <a:pPr marL="342900" lvl="1" indent="0">
              <a:lnSpc>
                <a:spcPct val="107000"/>
              </a:lnSpc>
              <a:spcBef>
                <a:spcPts val="0"/>
              </a:spcBef>
              <a:buNone/>
            </a:pPr>
            <a:r>
              <a:rPr lang="en-IN" sz="800" kern="1400" dirty="0">
                <a:solidFill>
                  <a:srgbClr val="0A0908"/>
                </a:solidFill>
                <a:latin typeface="Calibri" panose="020F0502020204030204" pitchFamily="34" charset="0"/>
                <a:cs typeface="Calibri" panose="020F0502020204030204" pitchFamily="34" charset="0"/>
              </a:rPr>
              <a:t>100  4981    0  4981    0     0   810k      0 --:--:-- --:--:-- --:--:--  810k</a:t>
            </a:r>
          </a:p>
          <a:p>
            <a:pPr marL="342900" lvl="1" indent="0">
              <a:lnSpc>
                <a:spcPct val="107000"/>
              </a:lnSpc>
              <a:spcBef>
                <a:spcPts val="0"/>
              </a:spcBef>
              <a:buNone/>
            </a:pPr>
            <a:r>
              <a:rPr lang="en-IN" sz="800" kern="1400" dirty="0">
                <a:solidFill>
                  <a:srgbClr val="0A0908"/>
                </a:solidFill>
                <a:latin typeface="Calibri" panose="020F0502020204030204" pitchFamily="34" charset="0"/>
                <a:cs typeface="Calibri" panose="020F0502020204030204" pitchFamily="34" charset="0"/>
              </a:rPr>
              <a:t>    "text": "Memory usage exceeded 70% for Pod process-exporter-</a:t>
            </a:r>
            <a:r>
              <a:rPr lang="en-IN" sz="800" kern="1400" dirty="0" err="1">
                <a:solidFill>
                  <a:srgbClr val="0A0908"/>
                </a:solidFill>
                <a:latin typeface="Calibri" panose="020F0502020204030204" pitchFamily="34" charset="0"/>
                <a:cs typeface="Calibri" panose="020F0502020204030204" pitchFamily="34" charset="0"/>
              </a:rPr>
              <a:t>prometheus</a:t>
            </a:r>
            <a:r>
              <a:rPr lang="en-IN" sz="800" kern="1400" dirty="0">
                <a:solidFill>
                  <a:srgbClr val="0A0908"/>
                </a:solidFill>
                <a:latin typeface="Calibri" panose="020F0502020204030204" pitchFamily="34" charset="0"/>
                <a:cs typeface="Calibri" panose="020F0502020204030204" pitchFamily="34" charset="0"/>
              </a:rPr>
              <a:t>-process-exporter-</a:t>
            </a:r>
            <a:r>
              <a:rPr lang="en-IN" sz="800" kern="1400" dirty="0" err="1">
                <a:solidFill>
                  <a:srgbClr val="0A0908"/>
                </a:solidFill>
                <a:latin typeface="Calibri" panose="020F0502020204030204" pitchFamily="34" charset="0"/>
                <a:cs typeface="Calibri" panose="020F0502020204030204" pitchFamily="34" charset="0"/>
              </a:rPr>
              <a:t>gxlxv</a:t>
            </a:r>
            <a:r>
              <a:rPr lang="en-IN" sz="800" kern="1400" dirty="0">
                <a:solidFill>
                  <a:srgbClr val="0A0908"/>
                </a:solidFill>
                <a:latin typeface="Calibri" panose="020F0502020204030204" pitchFamily="34" charset="0"/>
                <a:cs typeface="Calibri" panose="020F0502020204030204" pitchFamily="34" charset="0"/>
              </a:rPr>
              <a:t> Namespace </a:t>
            </a:r>
            <a:r>
              <a:rPr lang="en-IN" sz="800" kern="1400" dirty="0" err="1">
                <a:solidFill>
                  <a:srgbClr val="0A0908"/>
                </a:solidFill>
                <a:latin typeface="Calibri" panose="020F0502020204030204" pitchFamily="34" charset="0"/>
                <a:cs typeface="Calibri" panose="020F0502020204030204" pitchFamily="34" charset="0"/>
              </a:rPr>
              <a:t>ncms</a:t>
            </a:r>
            <a:r>
              <a:rPr lang="en-IN" sz="800" kern="1400" dirty="0">
                <a:solidFill>
                  <a:srgbClr val="0A0908"/>
                </a:solidFill>
                <a:latin typeface="Calibri" panose="020F0502020204030204" pitchFamily="34" charset="0"/>
                <a:cs typeface="Calibri" panose="020F0502020204030204" pitchFamily="34" charset="0"/>
              </a:rPr>
              <a:t>",</a:t>
            </a:r>
          </a:p>
          <a:p>
            <a:pPr marL="342900" lvl="1" indent="0">
              <a:lnSpc>
                <a:spcPct val="107000"/>
              </a:lnSpc>
              <a:spcBef>
                <a:spcPts val="0"/>
              </a:spcBef>
              <a:buNone/>
            </a:pPr>
            <a:r>
              <a:rPr lang="en-IN" sz="800" kern="1400" dirty="0">
                <a:solidFill>
                  <a:srgbClr val="0A0908"/>
                </a:solidFill>
                <a:latin typeface="Calibri" panose="020F0502020204030204" pitchFamily="34" charset="0"/>
                <a:cs typeface="Calibri" panose="020F0502020204030204" pitchFamily="34" charset="0"/>
              </a:rPr>
              <a:t>        "key": "</a:t>
            </a:r>
            <a:r>
              <a:rPr lang="en-IN" sz="800" kern="1400" dirty="0" err="1">
                <a:solidFill>
                  <a:srgbClr val="0A0908"/>
                </a:solidFill>
                <a:latin typeface="Calibri" panose="020F0502020204030204" pitchFamily="34" charset="0"/>
                <a:cs typeface="Calibri" panose="020F0502020204030204" pitchFamily="34" charset="0"/>
              </a:rPr>
              <a:t>urn:alarm:translated:text</a:t>
            </a:r>
            <a:r>
              <a:rPr lang="en-IN" sz="800" kern="1400" dirty="0">
                <a:solidFill>
                  <a:srgbClr val="0A0908"/>
                </a:solidFill>
                <a:latin typeface="Calibri" panose="020F0502020204030204" pitchFamily="34" charset="0"/>
                <a:cs typeface="Calibri" panose="020F0502020204030204" pitchFamily="34" charset="0"/>
              </a:rPr>
              <a:t>",</a:t>
            </a:r>
          </a:p>
          <a:p>
            <a:pPr marL="342900" lvl="1" indent="0">
              <a:lnSpc>
                <a:spcPct val="107000"/>
              </a:lnSpc>
              <a:spcBef>
                <a:spcPts val="0"/>
              </a:spcBef>
              <a:buNone/>
            </a:pPr>
            <a:r>
              <a:rPr lang="en-IN" sz="800" kern="1400" dirty="0">
                <a:solidFill>
                  <a:srgbClr val="0A0908"/>
                </a:solidFill>
                <a:latin typeface="Calibri" panose="020F0502020204030204" pitchFamily="34" charset="0"/>
                <a:cs typeface="Calibri" panose="020F0502020204030204" pitchFamily="34" charset="0"/>
              </a:rPr>
              <a:t>    "text": "</a:t>
            </a:r>
            <a:r>
              <a:rPr lang="en-IN" sz="800" kern="1400" dirty="0">
                <a:solidFill>
                  <a:srgbClr val="0A0908"/>
                </a:solidFill>
                <a:highlight>
                  <a:srgbClr val="00FF00"/>
                </a:highlight>
                <a:latin typeface="Calibri" panose="020F0502020204030204" pitchFamily="34" charset="0"/>
                <a:cs typeface="Calibri" panose="020F0502020204030204" pitchFamily="34" charset="0"/>
              </a:rPr>
              <a:t>Interface ens3f1 down on dcwusd07-ncs-workerbm-3",</a:t>
            </a:r>
          </a:p>
          <a:p>
            <a:pPr marL="342900" lvl="1" indent="0">
              <a:lnSpc>
                <a:spcPct val="107000"/>
              </a:lnSpc>
              <a:spcBef>
                <a:spcPts val="0"/>
              </a:spcBef>
              <a:buNone/>
            </a:pPr>
            <a:r>
              <a:rPr lang="en-IN" sz="800" kern="1400" dirty="0">
                <a:solidFill>
                  <a:srgbClr val="0A0908"/>
                </a:solidFill>
                <a:latin typeface="Calibri" panose="020F0502020204030204" pitchFamily="34" charset="0"/>
                <a:cs typeface="Calibri" panose="020F0502020204030204" pitchFamily="34" charset="0"/>
              </a:rPr>
              <a:t>        "key": "</a:t>
            </a:r>
            <a:r>
              <a:rPr lang="en-IN" sz="800" kern="1400" dirty="0" err="1">
                <a:solidFill>
                  <a:srgbClr val="0A0908"/>
                </a:solidFill>
                <a:latin typeface="Calibri" panose="020F0502020204030204" pitchFamily="34" charset="0"/>
                <a:cs typeface="Calibri" panose="020F0502020204030204" pitchFamily="34" charset="0"/>
              </a:rPr>
              <a:t>urn:alarm:translated:text</a:t>
            </a:r>
            <a:r>
              <a:rPr lang="en-IN" sz="800" kern="1400" dirty="0">
                <a:solidFill>
                  <a:srgbClr val="0A0908"/>
                </a:solidFill>
                <a:latin typeface="Calibri" panose="020F0502020204030204" pitchFamily="34" charset="0"/>
                <a:cs typeface="Calibri" panose="020F0502020204030204" pitchFamily="34" charset="0"/>
              </a:rPr>
              <a:t>",</a:t>
            </a:r>
          </a:p>
          <a:p>
            <a:pPr marL="342900" lvl="1" indent="0">
              <a:lnSpc>
                <a:spcPct val="107000"/>
              </a:lnSpc>
              <a:spcBef>
                <a:spcPts val="0"/>
              </a:spcBef>
              <a:buNone/>
            </a:pPr>
            <a:r>
              <a:rPr lang="en-IN" sz="800" kern="1400" dirty="0">
                <a:solidFill>
                  <a:srgbClr val="0A0908"/>
                </a:solidFill>
                <a:latin typeface="Calibri" panose="020F0502020204030204" pitchFamily="34" charset="0"/>
                <a:cs typeface="Calibri" panose="020F0502020204030204" pitchFamily="34" charset="0"/>
              </a:rPr>
              <a:t>    "text": "CPU usage exceeded 70% for Pod ausfudm-udmsim-64df7b5447-ghx24 Namespace ",</a:t>
            </a:r>
          </a:p>
          <a:p>
            <a:pPr marL="342900" lvl="1" indent="0">
              <a:lnSpc>
                <a:spcPct val="107000"/>
              </a:lnSpc>
              <a:spcBef>
                <a:spcPts val="0"/>
              </a:spcBef>
              <a:buNone/>
            </a:pPr>
            <a:r>
              <a:rPr lang="en-IN" sz="800" kern="1400" dirty="0">
                <a:solidFill>
                  <a:srgbClr val="0A0908"/>
                </a:solidFill>
                <a:latin typeface="Calibri" panose="020F0502020204030204" pitchFamily="34" charset="0"/>
                <a:cs typeface="Calibri" panose="020F0502020204030204" pitchFamily="34" charset="0"/>
              </a:rPr>
              <a:t>        "key": "</a:t>
            </a:r>
            <a:r>
              <a:rPr lang="en-IN" sz="800" kern="1400" dirty="0" err="1">
                <a:solidFill>
                  <a:srgbClr val="0A0908"/>
                </a:solidFill>
                <a:latin typeface="Calibri" panose="020F0502020204030204" pitchFamily="34" charset="0"/>
                <a:cs typeface="Calibri" panose="020F0502020204030204" pitchFamily="34" charset="0"/>
              </a:rPr>
              <a:t>urn:alarm:translated:text</a:t>
            </a:r>
            <a:r>
              <a:rPr lang="en-IN" sz="800" kern="1400" dirty="0">
                <a:solidFill>
                  <a:srgbClr val="0A0908"/>
                </a:solidFill>
                <a:latin typeface="Calibri" panose="020F0502020204030204" pitchFamily="34" charset="0"/>
                <a:cs typeface="Calibri" panose="020F0502020204030204" pitchFamily="34" charset="0"/>
              </a:rPr>
              <a:t>",</a:t>
            </a:r>
          </a:p>
          <a:p>
            <a:pPr marL="342900" lvl="1" indent="0">
              <a:lnSpc>
                <a:spcPct val="107000"/>
              </a:lnSpc>
              <a:spcBef>
                <a:spcPts val="0"/>
              </a:spcBef>
              <a:buNone/>
            </a:pPr>
            <a:r>
              <a:rPr lang="en-IN" sz="800" kern="1400" dirty="0">
                <a:solidFill>
                  <a:srgbClr val="0A0908"/>
                </a:solidFill>
                <a:latin typeface="Calibri" panose="020F0502020204030204" pitchFamily="34" charset="0"/>
                <a:cs typeface="Calibri" panose="020F0502020204030204" pitchFamily="34" charset="0"/>
              </a:rPr>
              <a:t>    "text": "Memory usage exceeded 90% for ceph-osd-1",</a:t>
            </a:r>
          </a:p>
          <a:p>
            <a:pPr marL="342900" lvl="1" indent="0">
              <a:lnSpc>
                <a:spcPct val="107000"/>
              </a:lnSpc>
              <a:spcBef>
                <a:spcPts val="0"/>
              </a:spcBef>
              <a:buNone/>
            </a:pPr>
            <a:r>
              <a:rPr lang="en-IN" sz="800" kern="1400" dirty="0">
                <a:solidFill>
                  <a:srgbClr val="0A0908"/>
                </a:solidFill>
                <a:latin typeface="Calibri" panose="020F0502020204030204" pitchFamily="34" charset="0"/>
                <a:cs typeface="Calibri" panose="020F0502020204030204" pitchFamily="34" charset="0"/>
              </a:rPr>
              <a:t>        "key": "</a:t>
            </a:r>
            <a:r>
              <a:rPr lang="en-IN" sz="800" kern="1400" dirty="0" err="1">
                <a:solidFill>
                  <a:srgbClr val="0A0908"/>
                </a:solidFill>
                <a:latin typeface="Calibri" panose="020F0502020204030204" pitchFamily="34" charset="0"/>
                <a:cs typeface="Calibri" panose="020F0502020204030204" pitchFamily="34" charset="0"/>
              </a:rPr>
              <a:t>urn:alarm:translated:text</a:t>
            </a:r>
            <a:r>
              <a:rPr lang="en-IN" sz="800" kern="1400" dirty="0">
                <a:solidFill>
                  <a:srgbClr val="0A0908"/>
                </a:solidFill>
                <a:latin typeface="Calibri" panose="020F0502020204030204" pitchFamily="34" charset="0"/>
                <a:cs typeface="Calibri" panose="020F0502020204030204" pitchFamily="34" charset="0"/>
              </a:rPr>
              <a:t>",</a:t>
            </a:r>
          </a:p>
          <a:p>
            <a:pPr marL="342900" lvl="1" indent="0">
              <a:lnSpc>
                <a:spcPct val="107000"/>
              </a:lnSpc>
              <a:spcBef>
                <a:spcPts val="0"/>
              </a:spcBef>
              <a:buNone/>
            </a:pPr>
            <a:r>
              <a:rPr lang="en-IN" sz="800" kern="1400" dirty="0">
                <a:solidFill>
                  <a:srgbClr val="0A0908"/>
                </a:solidFill>
                <a:latin typeface="Calibri" panose="020F0502020204030204" pitchFamily="34" charset="0"/>
                <a:cs typeface="Calibri" panose="020F0502020204030204" pitchFamily="34" charset="0"/>
              </a:rPr>
              <a:t>[root@dcwusd07-centralsite-centralsitemanager-0 alma-configs (Active)]#</a:t>
            </a:r>
          </a:p>
        </p:txBody>
      </p:sp>
    </p:spTree>
    <p:extLst>
      <p:ext uri="{BB962C8B-B14F-4D97-AF65-F5344CB8AC3E}">
        <p14:creationId xmlns:p14="http://schemas.microsoft.com/office/powerpoint/2010/main" val="2651534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36A3F1-0B4F-B85A-CFFC-134411D545BB}"/>
            </a:ext>
          </a:extLst>
        </p:cNvPr>
        <p:cNvGrpSpPr/>
        <p:nvPr/>
      </p:nvGrpSpPr>
      <p:grpSpPr>
        <a:xfrm>
          <a:off x="0" y="0"/>
          <a:ext cx="0" cy="0"/>
          <a:chOff x="0" y="0"/>
          <a:chExt cx="0" cy="0"/>
        </a:xfrm>
      </p:grpSpPr>
      <p:sp>
        <p:nvSpPr>
          <p:cNvPr id="10" name="Text Placeholder 9">
            <a:extLst>
              <a:ext uri="{FF2B5EF4-FFF2-40B4-BE49-F238E27FC236}">
                <a16:creationId xmlns:a16="http://schemas.microsoft.com/office/drawing/2014/main" id="{803A02BE-8240-227D-9DA7-721A32E9C542}"/>
              </a:ext>
            </a:extLst>
          </p:cNvPr>
          <p:cNvSpPr>
            <a:spLocks noGrp="1"/>
          </p:cNvSpPr>
          <p:nvPr>
            <p:ph type="body" sz="quarter" idx="12"/>
          </p:nvPr>
        </p:nvSpPr>
        <p:spPr>
          <a:xfrm>
            <a:off x="330518" y="162545"/>
            <a:ext cx="8312742" cy="423864"/>
          </a:xfrm>
        </p:spPr>
        <p:txBody>
          <a:bodyPr/>
          <a:lstStyle/>
          <a:p>
            <a:r>
              <a:rPr lang="en-GB" b="1" dirty="0">
                <a:solidFill>
                  <a:schemeClr val="tx2">
                    <a:lumMod val="75000"/>
                    <a:lumOff val="25000"/>
                  </a:schemeClr>
                </a:solidFill>
                <a:latin typeface="+mj-lt"/>
              </a:rPr>
              <a:t>Issue-9: NCS24.7 Alarm Forwarding issue- </a:t>
            </a:r>
            <a:r>
              <a:rPr lang="en-GB" b="1" dirty="0" err="1">
                <a:solidFill>
                  <a:schemeClr val="tx2">
                    <a:lumMod val="75000"/>
                    <a:lumOff val="25000"/>
                  </a:schemeClr>
                </a:solidFill>
                <a:latin typeface="+mj-lt"/>
              </a:rPr>
              <a:t>Cont</a:t>
            </a:r>
            <a:r>
              <a:rPr lang="en-GB" b="1" dirty="0">
                <a:solidFill>
                  <a:schemeClr val="tx2">
                    <a:lumMod val="75000"/>
                    <a:lumOff val="25000"/>
                  </a:schemeClr>
                </a:solidFill>
                <a:latin typeface="+mj-lt"/>
              </a:rPr>
              <a:t>….</a:t>
            </a:r>
            <a:endParaRPr lang="en-US" b="1" dirty="0">
              <a:solidFill>
                <a:schemeClr val="tx2">
                  <a:lumMod val="75000"/>
                  <a:lumOff val="25000"/>
                </a:schemeClr>
              </a:solidFill>
              <a:latin typeface="+mj-lt"/>
            </a:endParaRPr>
          </a:p>
        </p:txBody>
      </p:sp>
      <p:sp>
        <p:nvSpPr>
          <p:cNvPr id="4" name="Footer Placeholder 3">
            <a:extLst>
              <a:ext uri="{FF2B5EF4-FFF2-40B4-BE49-F238E27FC236}">
                <a16:creationId xmlns:a16="http://schemas.microsoft.com/office/drawing/2014/main" id="{3409061C-4A1A-FEBF-636F-202E986A17A5}"/>
              </a:ext>
            </a:extLst>
          </p:cNvPr>
          <p:cNvSpPr>
            <a:spLocks noGrp="1"/>
          </p:cNvSpPr>
          <p:nvPr>
            <p:ph type="ftr" sz="quarter" idx="3"/>
          </p:nvPr>
        </p:nvSpPr>
        <p:spPr/>
        <p:txBody>
          <a:bodyPr/>
          <a:lstStyle/>
          <a:p>
            <a:r>
              <a:rPr lang="en-US" dirty="0"/>
              <a:t>Nokia Internal</a:t>
            </a:r>
          </a:p>
        </p:txBody>
      </p:sp>
      <p:sp>
        <p:nvSpPr>
          <p:cNvPr id="2" name="Text Placeholder 7">
            <a:extLst>
              <a:ext uri="{FF2B5EF4-FFF2-40B4-BE49-F238E27FC236}">
                <a16:creationId xmlns:a16="http://schemas.microsoft.com/office/drawing/2014/main" id="{7D49FDB0-6BC4-49D5-E9AE-4C2FB4AD8D03}"/>
              </a:ext>
            </a:extLst>
          </p:cNvPr>
          <p:cNvSpPr txBox="1">
            <a:spLocks/>
          </p:cNvSpPr>
          <p:nvPr/>
        </p:nvSpPr>
        <p:spPr>
          <a:xfrm>
            <a:off x="254746" y="582096"/>
            <a:ext cx="8634507" cy="4280772"/>
          </a:xfrm>
          <a:prstGeom prst="rect">
            <a:avLst/>
          </a:prstGeom>
        </p:spPr>
        <p:txBody>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nSpc>
                <a:spcPct val="107000"/>
              </a:lnSpc>
              <a:spcBef>
                <a:spcPts val="0"/>
              </a:spcBef>
              <a:buNone/>
            </a:pPr>
            <a:r>
              <a:rPr lang="en-US" sz="900" kern="1400" dirty="0">
                <a:solidFill>
                  <a:srgbClr val="0A0908"/>
                </a:solidFill>
                <a:latin typeface="Calibri" panose="020F0502020204030204" pitchFamily="34" charset="0"/>
                <a:cs typeface="Calibri" panose="020F0502020204030204" pitchFamily="34" charset="0"/>
              </a:rPr>
              <a:t>In case of config-4,  the </a:t>
            </a:r>
            <a:r>
              <a:rPr lang="en-IN" sz="900" kern="1400" dirty="0" err="1">
                <a:solidFill>
                  <a:srgbClr val="0A0908"/>
                </a:solidFill>
                <a:latin typeface="Calibri" panose="020F0502020204030204" pitchFamily="34" charset="0"/>
                <a:cs typeface="Calibri" panose="020F0502020204030204" pitchFamily="34" charset="0"/>
              </a:rPr>
              <a:t>ssc-fluentd</a:t>
            </a:r>
            <a:r>
              <a:rPr lang="en-IN" sz="900" kern="1400" dirty="0">
                <a:solidFill>
                  <a:srgbClr val="0A0908"/>
                </a:solidFill>
                <a:latin typeface="Calibri" panose="020F0502020204030204" pitchFamily="34" charset="0"/>
                <a:cs typeface="Calibri" panose="020F0502020204030204" pitchFamily="34" charset="0"/>
              </a:rPr>
              <a:t> issue exist on the storage nodes. Hence restart the container service to fix it.</a:t>
            </a:r>
            <a:endParaRPr lang="en-US" sz="900" kern="1400" dirty="0">
              <a:solidFill>
                <a:srgbClr val="0A0908"/>
              </a:solidFill>
              <a:latin typeface="Calibri" panose="020F0502020204030204" pitchFamily="34" charset="0"/>
              <a:cs typeface="Calibri" panose="020F0502020204030204" pitchFamily="34" charset="0"/>
            </a:endParaRPr>
          </a:p>
          <a:p>
            <a:pPr marL="0" indent="0">
              <a:lnSpc>
                <a:spcPct val="107000"/>
              </a:lnSpc>
              <a:spcBef>
                <a:spcPts val="0"/>
              </a:spcBef>
              <a:buNone/>
            </a:pPr>
            <a:endParaRPr lang="en-US" sz="900" kern="1400" dirty="0">
              <a:solidFill>
                <a:srgbClr val="0A0908"/>
              </a:solidFill>
              <a:latin typeface="Calibri" panose="020F0502020204030204" pitchFamily="34" charset="0"/>
              <a:cs typeface="Calibri" panose="020F0502020204030204" pitchFamily="34" charset="0"/>
            </a:endParaRPr>
          </a:p>
          <a:p>
            <a:pPr marL="342900" lvl="1" indent="0">
              <a:lnSpc>
                <a:spcPct val="107000"/>
              </a:lnSpc>
              <a:spcBef>
                <a:spcPts val="0"/>
              </a:spcBef>
              <a:buNone/>
            </a:pPr>
            <a:r>
              <a:rPr lang="en-IN" sz="900" kern="1400" dirty="0">
                <a:solidFill>
                  <a:srgbClr val="0A0908"/>
                </a:solidFill>
                <a:latin typeface="Calibri" panose="020F0502020204030204" pitchFamily="34" charset="0"/>
                <a:cs typeface="Calibri" panose="020F0502020204030204" pitchFamily="34" charset="0"/>
              </a:rPr>
              <a:t>[cbis-admin@ncseppdl01-ncs-masterbm-0 ~ (Active)]$ </a:t>
            </a:r>
            <a:r>
              <a:rPr lang="en-IN" sz="900" b="1" dirty="0">
                <a:solidFill>
                  <a:schemeClr val="accent1"/>
                </a:solidFill>
                <a:latin typeface="Calibri" panose="020F0502020204030204" pitchFamily="34" charset="0"/>
              </a:rPr>
              <a:t>salt "*storage*" </a:t>
            </a:r>
            <a:r>
              <a:rPr lang="en-IN" sz="900" b="1" dirty="0" err="1">
                <a:solidFill>
                  <a:schemeClr val="accent1"/>
                </a:solidFill>
                <a:latin typeface="Calibri" panose="020F0502020204030204" pitchFamily="34" charset="0"/>
              </a:rPr>
              <a:t>cmd.run</a:t>
            </a:r>
            <a:r>
              <a:rPr lang="en-IN" sz="900" b="1" dirty="0">
                <a:solidFill>
                  <a:schemeClr val="accent1"/>
                </a:solidFill>
                <a:latin typeface="Calibri" panose="020F0502020204030204" pitchFamily="34" charset="0"/>
              </a:rPr>
              <a:t> "</a:t>
            </a:r>
            <a:r>
              <a:rPr lang="en-IN" sz="900" b="1" dirty="0" err="1">
                <a:solidFill>
                  <a:schemeClr val="accent1"/>
                </a:solidFill>
                <a:latin typeface="Calibri" panose="020F0502020204030204" pitchFamily="34" charset="0"/>
              </a:rPr>
              <a:t>sudo</a:t>
            </a:r>
            <a:r>
              <a:rPr lang="en-IN" sz="900" b="1" dirty="0">
                <a:solidFill>
                  <a:schemeClr val="accent1"/>
                </a:solidFill>
                <a:latin typeface="Calibri" panose="020F0502020204030204" pitchFamily="34" charset="0"/>
              </a:rPr>
              <a:t> </a:t>
            </a:r>
            <a:r>
              <a:rPr lang="en-IN" sz="900" b="1" dirty="0" err="1">
                <a:solidFill>
                  <a:schemeClr val="accent1"/>
                </a:solidFill>
                <a:latin typeface="Calibri" panose="020F0502020204030204" pitchFamily="34" charset="0"/>
              </a:rPr>
              <a:t>podman</a:t>
            </a:r>
            <a:r>
              <a:rPr lang="en-IN" sz="900" b="1" dirty="0">
                <a:solidFill>
                  <a:schemeClr val="accent1"/>
                </a:solidFill>
                <a:latin typeface="Calibri" panose="020F0502020204030204" pitchFamily="34" charset="0"/>
              </a:rPr>
              <a:t> </a:t>
            </a:r>
            <a:r>
              <a:rPr lang="en-IN" sz="900" b="1" dirty="0" err="1">
                <a:solidFill>
                  <a:schemeClr val="accent1"/>
                </a:solidFill>
                <a:latin typeface="Calibri" panose="020F0502020204030204" pitchFamily="34" charset="0"/>
              </a:rPr>
              <a:t>ps</a:t>
            </a:r>
            <a:r>
              <a:rPr lang="en-IN" sz="900" b="1" dirty="0">
                <a:solidFill>
                  <a:schemeClr val="accent1"/>
                </a:solidFill>
                <a:latin typeface="Calibri" panose="020F0502020204030204" pitchFamily="34" charset="0"/>
              </a:rPr>
              <a:t> | grep </a:t>
            </a:r>
            <a:r>
              <a:rPr lang="en-IN" sz="900" b="1" dirty="0" err="1">
                <a:solidFill>
                  <a:schemeClr val="accent1"/>
                </a:solidFill>
                <a:latin typeface="Calibri" panose="020F0502020204030204" pitchFamily="34" charset="0"/>
              </a:rPr>
              <a:t>ssc</a:t>
            </a:r>
            <a:r>
              <a:rPr lang="en-IN" sz="900" b="1" dirty="0">
                <a:solidFill>
                  <a:schemeClr val="accent1"/>
                </a:solidFill>
                <a:latin typeface="Calibri" panose="020F0502020204030204" pitchFamily="34" charset="0"/>
              </a:rPr>
              <a:t>"</a:t>
            </a:r>
          </a:p>
          <a:p>
            <a:pPr marL="342900" lvl="1" indent="0">
              <a:lnSpc>
                <a:spcPct val="107000"/>
              </a:lnSpc>
              <a:spcBef>
                <a:spcPts val="0"/>
              </a:spcBef>
              <a:buNone/>
            </a:pPr>
            <a:r>
              <a:rPr lang="en-IN" sz="900" kern="1400" dirty="0">
                <a:solidFill>
                  <a:srgbClr val="0A0908"/>
                </a:solidFill>
                <a:latin typeface="Calibri" panose="020F0502020204030204" pitchFamily="34" charset="0"/>
                <a:cs typeface="Calibri" panose="020F0502020204030204" pitchFamily="34" charset="0"/>
              </a:rPr>
              <a:t>/</a:t>
            </a:r>
            <a:r>
              <a:rPr lang="en-IN" sz="900" kern="1400" dirty="0" err="1">
                <a:solidFill>
                  <a:srgbClr val="0A0908"/>
                </a:solidFill>
                <a:latin typeface="Calibri" panose="020F0502020204030204" pitchFamily="34" charset="0"/>
                <a:cs typeface="Calibri" panose="020F0502020204030204" pitchFamily="34" charset="0"/>
              </a:rPr>
              <a:t>usr</a:t>
            </a:r>
            <a:r>
              <a:rPr lang="en-IN" sz="900" kern="1400" dirty="0">
                <a:solidFill>
                  <a:srgbClr val="0A0908"/>
                </a:solidFill>
                <a:latin typeface="Calibri" panose="020F0502020204030204" pitchFamily="34" charset="0"/>
                <a:cs typeface="Calibri" panose="020F0502020204030204" pitchFamily="34" charset="0"/>
              </a:rPr>
              <a:t>/local/lib/python3.6/site-packages/salt/utils/jinja.py:715: </a:t>
            </a:r>
            <a:r>
              <a:rPr lang="en-IN" sz="900" kern="1400" dirty="0" err="1">
                <a:solidFill>
                  <a:srgbClr val="0A0908"/>
                </a:solidFill>
                <a:latin typeface="Calibri" panose="020F0502020204030204" pitchFamily="34" charset="0"/>
                <a:cs typeface="Calibri" panose="020F0502020204030204" pitchFamily="34" charset="0"/>
              </a:rPr>
              <a:t>DeprecationWarning</a:t>
            </a:r>
            <a:r>
              <a:rPr lang="en-IN" sz="900" kern="1400" dirty="0">
                <a:solidFill>
                  <a:srgbClr val="0A0908"/>
                </a:solidFill>
                <a:latin typeface="Calibri" panose="020F0502020204030204" pitchFamily="34" charset="0"/>
                <a:cs typeface="Calibri" panose="020F0502020204030204" pitchFamily="34" charset="0"/>
              </a:rPr>
              <a:t>: '</a:t>
            </a:r>
            <a:r>
              <a:rPr lang="en-IN" sz="900" kern="1400" dirty="0" err="1">
                <a:solidFill>
                  <a:srgbClr val="0A0908"/>
                </a:solidFill>
                <a:latin typeface="Calibri" panose="020F0502020204030204" pitchFamily="34" charset="0"/>
                <a:cs typeface="Calibri" panose="020F0502020204030204" pitchFamily="34" charset="0"/>
              </a:rPr>
              <a:t>contextfunction</a:t>
            </a:r>
            <a:r>
              <a:rPr lang="en-IN" sz="900" kern="1400" dirty="0">
                <a:solidFill>
                  <a:srgbClr val="0A0908"/>
                </a:solidFill>
                <a:latin typeface="Calibri" panose="020F0502020204030204" pitchFamily="34" charset="0"/>
                <a:cs typeface="Calibri" panose="020F0502020204030204" pitchFamily="34" charset="0"/>
              </a:rPr>
              <a:t>' is renamed to '</a:t>
            </a:r>
            <a:r>
              <a:rPr lang="en-IN" sz="900" kern="1400" dirty="0" err="1">
                <a:solidFill>
                  <a:srgbClr val="0A0908"/>
                </a:solidFill>
                <a:latin typeface="Calibri" panose="020F0502020204030204" pitchFamily="34" charset="0"/>
                <a:cs typeface="Calibri" panose="020F0502020204030204" pitchFamily="34" charset="0"/>
              </a:rPr>
              <a:t>pass_context</a:t>
            </a:r>
            <a:r>
              <a:rPr lang="en-IN" sz="900" kern="1400" dirty="0">
                <a:solidFill>
                  <a:srgbClr val="0A0908"/>
                </a:solidFill>
                <a:latin typeface="Calibri" panose="020F0502020204030204" pitchFamily="34" charset="0"/>
                <a:cs typeface="Calibri" panose="020F0502020204030204" pitchFamily="34" charset="0"/>
              </a:rPr>
              <a:t>', the old name will be removed in Jinja 3.1.</a:t>
            </a:r>
          </a:p>
          <a:p>
            <a:pPr marL="342900" lvl="1" indent="0">
              <a:lnSpc>
                <a:spcPct val="107000"/>
              </a:lnSpc>
              <a:spcBef>
                <a:spcPts val="0"/>
              </a:spcBef>
              <a:buNone/>
            </a:pPr>
            <a:r>
              <a:rPr lang="en-IN" sz="900" kern="1400" dirty="0">
                <a:solidFill>
                  <a:srgbClr val="0A0908"/>
                </a:solidFill>
                <a:latin typeface="Calibri" panose="020F0502020204030204" pitchFamily="34" charset="0"/>
                <a:cs typeface="Calibri" panose="020F0502020204030204" pitchFamily="34" charset="0"/>
              </a:rPr>
              <a:t>  @jinja2.contextfunction</a:t>
            </a:r>
          </a:p>
          <a:p>
            <a:pPr marL="342900" lvl="1" indent="0">
              <a:lnSpc>
                <a:spcPct val="107000"/>
              </a:lnSpc>
              <a:spcBef>
                <a:spcPts val="0"/>
              </a:spcBef>
              <a:buNone/>
            </a:pPr>
            <a:r>
              <a:rPr lang="en-IN" sz="900" kern="1400" dirty="0">
                <a:solidFill>
                  <a:srgbClr val="0A0908"/>
                </a:solidFill>
                <a:latin typeface="Calibri" panose="020F0502020204030204" pitchFamily="34" charset="0"/>
                <a:cs typeface="Calibri" panose="020F0502020204030204" pitchFamily="34" charset="0"/>
              </a:rPr>
              <a:t>ncseppdl01-ncs-storagebm-1:</a:t>
            </a:r>
          </a:p>
          <a:p>
            <a:pPr marL="342900" lvl="1" indent="0">
              <a:lnSpc>
                <a:spcPct val="107000"/>
              </a:lnSpc>
              <a:spcBef>
                <a:spcPts val="0"/>
              </a:spcBef>
              <a:buNone/>
            </a:pPr>
            <a:r>
              <a:rPr lang="en-IN" sz="900" kern="1400" dirty="0">
                <a:solidFill>
                  <a:srgbClr val="0A0908"/>
                </a:solidFill>
                <a:latin typeface="Calibri" panose="020F0502020204030204" pitchFamily="34" charset="0"/>
                <a:cs typeface="Calibri" panose="020F0502020204030204" pitchFamily="34" charset="0"/>
              </a:rPr>
              <a:t>    a9fad0143b8d  172.31.0.1:8787/</a:t>
            </a:r>
            <a:r>
              <a:rPr lang="en-IN" sz="900" kern="1400" dirty="0">
                <a:solidFill>
                  <a:srgbClr val="0A0908"/>
                </a:solidFill>
                <a:highlight>
                  <a:srgbClr val="FFFF00"/>
                </a:highlight>
                <a:latin typeface="Calibri" panose="020F0502020204030204" pitchFamily="34" charset="0"/>
                <a:cs typeface="Calibri" panose="020F0502020204030204" pitchFamily="34" charset="0"/>
              </a:rPr>
              <a:t>ofd_f:1.15.3-2209.3.0</a:t>
            </a:r>
            <a:r>
              <a:rPr lang="en-IN" sz="900" kern="1400" dirty="0">
                <a:solidFill>
                  <a:srgbClr val="0A0908"/>
                </a:solidFill>
                <a:latin typeface="Calibri" panose="020F0502020204030204" pitchFamily="34" charset="0"/>
                <a:cs typeface="Calibri" panose="020F0502020204030204" pitchFamily="34" charset="0"/>
              </a:rPr>
              <a:t>                         -c /etc/td-agent/...  4 hours ago  Up 4 hours              </a:t>
            </a:r>
            <a:r>
              <a:rPr lang="en-IN" sz="900" kern="1400" dirty="0" err="1">
                <a:solidFill>
                  <a:srgbClr val="0A0908"/>
                </a:solidFill>
                <a:latin typeface="Calibri" panose="020F0502020204030204" pitchFamily="34" charset="0"/>
                <a:cs typeface="Calibri" panose="020F0502020204030204" pitchFamily="34" charset="0"/>
              </a:rPr>
              <a:t>ssc-fluentd</a:t>
            </a:r>
            <a:endParaRPr lang="en-IN" sz="900" kern="1400" dirty="0">
              <a:solidFill>
                <a:srgbClr val="0A0908"/>
              </a:solidFill>
              <a:latin typeface="Calibri" panose="020F0502020204030204" pitchFamily="34" charset="0"/>
              <a:cs typeface="Calibri" panose="020F0502020204030204" pitchFamily="34" charset="0"/>
            </a:endParaRPr>
          </a:p>
          <a:p>
            <a:pPr marL="342900" lvl="1" indent="0">
              <a:lnSpc>
                <a:spcPct val="107000"/>
              </a:lnSpc>
              <a:spcBef>
                <a:spcPts val="0"/>
              </a:spcBef>
              <a:buNone/>
            </a:pPr>
            <a:r>
              <a:rPr lang="en-IN" sz="900" kern="1400" dirty="0">
                <a:solidFill>
                  <a:srgbClr val="0A0908"/>
                </a:solidFill>
                <a:latin typeface="Calibri" panose="020F0502020204030204" pitchFamily="34" charset="0"/>
                <a:cs typeface="Calibri" panose="020F0502020204030204" pitchFamily="34" charset="0"/>
              </a:rPr>
              <a:t>ncseppdl01-ncs-storagebm-2:</a:t>
            </a:r>
          </a:p>
          <a:p>
            <a:pPr marL="342900" lvl="1" indent="0">
              <a:lnSpc>
                <a:spcPct val="107000"/>
              </a:lnSpc>
              <a:spcBef>
                <a:spcPts val="0"/>
              </a:spcBef>
              <a:buNone/>
            </a:pPr>
            <a:r>
              <a:rPr lang="en-IN" sz="900" kern="1400" dirty="0">
                <a:solidFill>
                  <a:srgbClr val="0A0908"/>
                </a:solidFill>
                <a:latin typeface="Calibri" panose="020F0502020204030204" pitchFamily="34" charset="0"/>
                <a:cs typeface="Calibri" panose="020F0502020204030204" pitchFamily="34" charset="0"/>
              </a:rPr>
              <a:t>    006f22b09356  172.31.0.1:8787/</a:t>
            </a:r>
            <a:r>
              <a:rPr lang="en-IN" sz="900" kern="1400" dirty="0">
                <a:solidFill>
                  <a:srgbClr val="0A0908"/>
                </a:solidFill>
                <a:highlight>
                  <a:srgbClr val="FFFF00"/>
                </a:highlight>
                <a:latin typeface="Calibri" panose="020F0502020204030204" pitchFamily="34" charset="0"/>
                <a:cs typeface="Calibri" panose="020F0502020204030204" pitchFamily="34" charset="0"/>
              </a:rPr>
              <a:t>ofd_f:1.15.3-2209.3.0</a:t>
            </a:r>
            <a:r>
              <a:rPr lang="en-IN" sz="900" kern="1400" dirty="0">
                <a:solidFill>
                  <a:srgbClr val="0A0908"/>
                </a:solidFill>
                <a:latin typeface="Calibri" panose="020F0502020204030204" pitchFamily="34" charset="0"/>
                <a:cs typeface="Calibri" panose="020F0502020204030204" pitchFamily="34" charset="0"/>
              </a:rPr>
              <a:t>                         -c /etc/td-agent/...  4 hours ago  Up 4 hours              </a:t>
            </a:r>
            <a:r>
              <a:rPr lang="en-IN" sz="900" kern="1400" dirty="0" err="1">
                <a:solidFill>
                  <a:srgbClr val="0A0908"/>
                </a:solidFill>
                <a:latin typeface="Calibri" panose="020F0502020204030204" pitchFamily="34" charset="0"/>
                <a:cs typeface="Calibri" panose="020F0502020204030204" pitchFamily="34" charset="0"/>
              </a:rPr>
              <a:t>ssc-fluentd</a:t>
            </a:r>
            <a:endParaRPr lang="en-IN" sz="900" kern="1400" dirty="0">
              <a:solidFill>
                <a:srgbClr val="0A0908"/>
              </a:solidFill>
              <a:latin typeface="Calibri" panose="020F0502020204030204" pitchFamily="34" charset="0"/>
              <a:cs typeface="Calibri" panose="020F0502020204030204" pitchFamily="34" charset="0"/>
            </a:endParaRPr>
          </a:p>
          <a:p>
            <a:pPr marL="342900" lvl="1" indent="0">
              <a:lnSpc>
                <a:spcPct val="107000"/>
              </a:lnSpc>
              <a:spcBef>
                <a:spcPts val="0"/>
              </a:spcBef>
              <a:buNone/>
            </a:pPr>
            <a:r>
              <a:rPr lang="en-IN" sz="900" kern="1400" dirty="0">
                <a:solidFill>
                  <a:srgbClr val="0A0908"/>
                </a:solidFill>
                <a:latin typeface="Calibri" panose="020F0502020204030204" pitchFamily="34" charset="0"/>
                <a:cs typeface="Calibri" panose="020F0502020204030204" pitchFamily="34" charset="0"/>
              </a:rPr>
              <a:t>ncseppdl01-ncs-storagebm-0:</a:t>
            </a:r>
          </a:p>
          <a:p>
            <a:pPr marL="342900" lvl="1" indent="0">
              <a:lnSpc>
                <a:spcPct val="107000"/>
              </a:lnSpc>
              <a:spcBef>
                <a:spcPts val="0"/>
              </a:spcBef>
              <a:buNone/>
            </a:pPr>
            <a:r>
              <a:rPr lang="en-IN" sz="900" kern="1400" dirty="0">
                <a:solidFill>
                  <a:srgbClr val="0A0908"/>
                </a:solidFill>
                <a:latin typeface="Calibri" panose="020F0502020204030204" pitchFamily="34" charset="0"/>
                <a:cs typeface="Calibri" panose="020F0502020204030204" pitchFamily="34" charset="0"/>
              </a:rPr>
              <a:t>    49ef1d3a23b9  172.31.0.1:8787/</a:t>
            </a:r>
            <a:r>
              <a:rPr lang="en-IN" sz="900" kern="1400" dirty="0">
                <a:solidFill>
                  <a:srgbClr val="0A0908"/>
                </a:solidFill>
                <a:highlight>
                  <a:srgbClr val="FFFF00"/>
                </a:highlight>
                <a:latin typeface="Calibri" panose="020F0502020204030204" pitchFamily="34" charset="0"/>
                <a:cs typeface="Calibri" panose="020F0502020204030204" pitchFamily="34" charset="0"/>
              </a:rPr>
              <a:t>ofd_f:1.15.3-2209.3.0</a:t>
            </a:r>
            <a:r>
              <a:rPr lang="en-IN" sz="900" kern="1400" dirty="0">
                <a:solidFill>
                  <a:srgbClr val="0A0908"/>
                </a:solidFill>
                <a:latin typeface="Calibri" panose="020F0502020204030204" pitchFamily="34" charset="0"/>
                <a:cs typeface="Calibri" panose="020F0502020204030204" pitchFamily="34" charset="0"/>
              </a:rPr>
              <a:t>                         -c /etc/td-agent/...  4 hours ago  Up 4 hours              </a:t>
            </a:r>
            <a:r>
              <a:rPr lang="en-IN" sz="900" kern="1400" dirty="0" err="1">
                <a:solidFill>
                  <a:srgbClr val="0A0908"/>
                </a:solidFill>
                <a:latin typeface="Calibri" panose="020F0502020204030204" pitchFamily="34" charset="0"/>
                <a:cs typeface="Calibri" panose="020F0502020204030204" pitchFamily="34" charset="0"/>
              </a:rPr>
              <a:t>ssc-fluentd</a:t>
            </a:r>
            <a:endParaRPr lang="en-IN" sz="900" kern="1400" dirty="0">
              <a:solidFill>
                <a:srgbClr val="0A0908"/>
              </a:solidFill>
              <a:latin typeface="Calibri" panose="020F0502020204030204" pitchFamily="34" charset="0"/>
              <a:cs typeface="Calibri" panose="020F0502020204030204" pitchFamily="34" charset="0"/>
            </a:endParaRPr>
          </a:p>
          <a:p>
            <a:pPr marL="342900" lvl="1" indent="0">
              <a:lnSpc>
                <a:spcPct val="107000"/>
              </a:lnSpc>
              <a:spcBef>
                <a:spcPts val="0"/>
              </a:spcBef>
              <a:buNone/>
            </a:pPr>
            <a:r>
              <a:rPr lang="en-IN" sz="900" kern="1400" dirty="0">
                <a:solidFill>
                  <a:srgbClr val="0A0908"/>
                </a:solidFill>
                <a:latin typeface="Calibri" panose="020F0502020204030204" pitchFamily="34" charset="0"/>
                <a:cs typeface="Calibri" panose="020F0502020204030204" pitchFamily="34" charset="0"/>
              </a:rPr>
              <a:t>[cbis-admin@ncseppdl01-ncs-masterbm-0 ~ (Active)]$</a:t>
            </a:r>
          </a:p>
          <a:p>
            <a:pPr marL="342900" lvl="1" indent="0">
              <a:lnSpc>
                <a:spcPct val="107000"/>
              </a:lnSpc>
              <a:spcBef>
                <a:spcPts val="0"/>
              </a:spcBef>
              <a:buNone/>
            </a:pPr>
            <a:r>
              <a:rPr lang="en-IN" sz="900" kern="1400" dirty="0">
                <a:solidFill>
                  <a:srgbClr val="0A0908"/>
                </a:solidFill>
                <a:latin typeface="Calibri" panose="020F0502020204030204" pitchFamily="34" charset="0"/>
                <a:cs typeface="Calibri" panose="020F0502020204030204" pitchFamily="34" charset="0"/>
              </a:rPr>
              <a:t>[cbis-admin@ncseppdl01-ncs-masterbm-0 ~ (Active)]$ </a:t>
            </a:r>
            <a:r>
              <a:rPr lang="en-IN" sz="900" b="1" dirty="0">
                <a:solidFill>
                  <a:schemeClr val="accent1"/>
                </a:solidFill>
                <a:latin typeface="Calibri" panose="020F0502020204030204" pitchFamily="34" charset="0"/>
              </a:rPr>
              <a:t>salt "*storage*" </a:t>
            </a:r>
            <a:r>
              <a:rPr lang="en-IN" sz="900" b="1" dirty="0" err="1">
                <a:solidFill>
                  <a:schemeClr val="accent1"/>
                </a:solidFill>
                <a:latin typeface="Calibri" panose="020F0502020204030204" pitchFamily="34" charset="0"/>
              </a:rPr>
              <a:t>cmd.run</a:t>
            </a:r>
            <a:r>
              <a:rPr lang="en-IN" sz="900" b="1" dirty="0">
                <a:solidFill>
                  <a:schemeClr val="accent1"/>
                </a:solidFill>
                <a:latin typeface="Calibri" panose="020F0502020204030204" pitchFamily="34" charset="0"/>
              </a:rPr>
              <a:t> "</a:t>
            </a:r>
            <a:r>
              <a:rPr lang="en-IN" sz="900" b="1" dirty="0" err="1">
                <a:solidFill>
                  <a:schemeClr val="accent1"/>
                </a:solidFill>
                <a:latin typeface="Calibri" panose="020F0502020204030204" pitchFamily="34" charset="0"/>
              </a:rPr>
              <a:t>sudo</a:t>
            </a:r>
            <a:r>
              <a:rPr lang="en-IN" sz="900" b="1" dirty="0">
                <a:solidFill>
                  <a:schemeClr val="accent1"/>
                </a:solidFill>
                <a:latin typeface="Calibri" panose="020F0502020204030204" pitchFamily="34" charset="0"/>
              </a:rPr>
              <a:t> </a:t>
            </a:r>
            <a:r>
              <a:rPr lang="en-IN" sz="900" b="1" dirty="0" err="1">
                <a:solidFill>
                  <a:schemeClr val="accent1"/>
                </a:solidFill>
                <a:latin typeface="Calibri" panose="020F0502020204030204" pitchFamily="34" charset="0"/>
              </a:rPr>
              <a:t>systemctl</a:t>
            </a:r>
            <a:r>
              <a:rPr lang="en-IN" sz="900" b="1" dirty="0">
                <a:solidFill>
                  <a:schemeClr val="accent1"/>
                </a:solidFill>
                <a:latin typeface="Calibri" panose="020F0502020204030204" pitchFamily="34" charset="0"/>
              </a:rPr>
              <a:t> restart container-</a:t>
            </a:r>
            <a:r>
              <a:rPr lang="en-IN" sz="900" b="1" dirty="0" err="1">
                <a:solidFill>
                  <a:schemeClr val="accent1"/>
                </a:solidFill>
                <a:latin typeface="Calibri" panose="020F0502020204030204" pitchFamily="34" charset="0"/>
              </a:rPr>
              <a:t>ssc</a:t>
            </a:r>
            <a:r>
              <a:rPr lang="en-IN" sz="900" b="1" dirty="0">
                <a:solidFill>
                  <a:schemeClr val="accent1"/>
                </a:solidFill>
                <a:latin typeface="Calibri" panose="020F0502020204030204" pitchFamily="34" charset="0"/>
              </a:rPr>
              <a:t>-</a:t>
            </a:r>
            <a:r>
              <a:rPr lang="en-IN" sz="900" b="1" dirty="0" err="1">
                <a:solidFill>
                  <a:schemeClr val="accent1"/>
                </a:solidFill>
                <a:latin typeface="Calibri" panose="020F0502020204030204" pitchFamily="34" charset="0"/>
              </a:rPr>
              <a:t>fluentd.service</a:t>
            </a:r>
            <a:r>
              <a:rPr lang="en-IN" sz="900" b="1" dirty="0">
                <a:solidFill>
                  <a:schemeClr val="accent1"/>
                </a:solidFill>
                <a:latin typeface="Calibri" panose="020F0502020204030204" pitchFamily="34" charset="0"/>
              </a:rPr>
              <a:t>"</a:t>
            </a:r>
          </a:p>
          <a:p>
            <a:pPr marL="342900" lvl="1" indent="0">
              <a:lnSpc>
                <a:spcPct val="107000"/>
              </a:lnSpc>
              <a:spcBef>
                <a:spcPts val="0"/>
              </a:spcBef>
              <a:buNone/>
            </a:pPr>
            <a:r>
              <a:rPr lang="en-IN" sz="900" kern="1400" dirty="0">
                <a:solidFill>
                  <a:srgbClr val="0A0908"/>
                </a:solidFill>
                <a:latin typeface="Calibri" panose="020F0502020204030204" pitchFamily="34" charset="0"/>
                <a:cs typeface="Calibri" panose="020F0502020204030204" pitchFamily="34" charset="0"/>
              </a:rPr>
              <a:t>/</a:t>
            </a:r>
            <a:r>
              <a:rPr lang="en-IN" sz="900" kern="1400" dirty="0" err="1">
                <a:solidFill>
                  <a:srgbClr val="0A0908"/>
                </a:solidFill>
                <a:latin typeface="Calibri" panose="020F0502020204030204" pitchFamily="34" charset="0"/>
                <a:cs typeface="Calibri" panose="020F0502020204030204" pitchFamily="34" charset="0"/>
              </a:rPr>
              <a:t>usr</a:t>
            </a:r>
            <a:r>
              <a:rPr lang="en-IN" sz="900" kern="1400" dirty="0">
                <a:solidFill>
                  <a:srgbClr val="0A0908"/>
                </a:solidFill>
                <a:latin typeface="Calibri" panose="020F0502020204030204" pitchFamily="34" charset="0"/>
                <a:cs typeface="Calibri" panose="020F0502020204030204" pitchFamily="34" charset="0"/>
              </a:rPr>
              <a:t>/local/lib/python3.6/site-packages/salt/utils/jinja.py:715: </a:t>
            </a:r>
            <a:r>
              <a:rPr lang="en-IN" sz="900" kern="1400" dirty="0" err="1">
                <a:solidFill>
                  <a:srgbClr val="0A0908"/>
                </a:solidFill>
                <a:latin typeface="Calibri" panose="020F0502020204030204" pitchFamily="34" charset="0"/>
                <a:cs typeface="Calibri" panose="020F0502020204030204" pitchFamily="34" charset="0"/>
              </a:rPr>
              <a:t>DeprecationWarning</a:t>
            </a:r>
            <a:r>
              <a:rPr lang="en-IN" sz="900" kern="1400" dirty="0">
                <a:solidFill>
                  <a:srgbClr val="0A0908"/>
                </a:solidFill>
                <a:latin typeface="Calibri" panose="020F0502020204030204" pitchFamily="34" charset="0"/>
                <a:cs typeface="Calibri" panose="020F0502020204030204" pitchFamily="34" charset="0"/>
              </a:rPr>
              <a:t>: '</a:t>
            </a:r>
            <a:r>
              <a:rPr lang="en-IN" sz="900" kern="1400" dirty="0" err="1">
                <a:solidFill>
                  <a:srgbClr val="0A0908"/>
                </a:solidFill>
                <a:latin typeface="Calibri" panose="020F0502020204030204" pitchFamily="34" charset="0"/>
                <a:cs typeface="Calibri" panose="020F0502020204030204" pitchFamily="34" charset="0"/>
              </a:rPr>
              <a:t>contextfunction</a:t>
            </a:r>
            <a:r>
              <a:rPr lang="en-IN" sz="900" kern="1400" dirty="0">
                <a:solidFill>
                  <a:srgbClr val="0A0908"/>
                </a:solidFill>
                <a:latin typeface="Calibri" panose="020F0502020204030204" pitchFamily="34" charset="0"/>
                <a:cs typeface="Calibri" panose="020F0502020204030204" pitchFamily="34" charset="0"/>
              </a:rPr>
              <a:t>' is renamed to '</a:t>
            </a:r>
            <a:r>
              <a:rPr lang="en-IN" sz="900" kern="1400" dirty="0" err="1">
                <a:solidFill>
                  <a:srgbClr val="0A0908"/>
                </a:solidFill>
                <a:latin typeface="Calibri" panose="020F0502020204030204" pitchFamily="34" charset="0"/>
                <a:cs typeface="Calibri" panose="020F0502020204030204" pitchFamily="34" charset="0"/>
              </a:rPr>
              <a:t>pass_context</a:t>
            </a:r>
            <a:r>
              <a:rPr lang="en-IN" sz="900" kern="1400" dirty="0">
                <a:solidFill>
                  <a:srgbClr val="0A0908"/>
                </a:solidFill>
                <a:latin typeface="Calibri" panose="020F0502020204030204" pitchFamily="34" charset="0"/>
                <a:cs typeface="Calibri" panose="020F0502020204030204" pitchFamily="34" charset="0"/>
              </a:rPr>
              <a:t>', the old name will be removed in Jinja 3.1.</a:t>
            </a:r>
          </a:p>
          <a:p>
            <a:pPr marL="342900" lvl="1" indent="0">
              <a:lnSpc>
                <a:spcPct val="107000"/>
              </a:lnSpc>
              <a:spcBef>
                <a:spcPts val="0"/>
              </a:spcBef>
              <a:buNone/>
            </a:pPr>
            <a:r>
              <a:rPr lang="en-IN" sz="900" kern="1400" dirty="0">
                <a:solidFill>
                  <a:srgbClr val="0A0908"/>
                </a:solidFill>
                <a:latin typeface="Calibri" panose="020F0502020204030204" pitchFamily="34" charset="0"/>
                <a:cs typeface="Calibri" panose="020F0502020204030204" pitchFamily="34" charset="0"/>
              </a:rPr>
              <a:t>  @jinja2.contextfunction</a:t>
            </a:r>
          </a:p>
          <a:p>
            <a:pPr marL="342900" lvl="1" indent="0">
              <a:lnSpc>
                <a:spcPct val="107000"/>
              </a:lnSpc>
              <a:spcBef>
                <a:spcPts val="0"/>
              </a:spcBef>
              <a:buNone/>
            </a:pPr>
            <a:r>
              <a:rPr lang="en-IN" sz="900" kern="1400" dirty="0">
                <a:solidFill>
                  <a:srgbClr val="0A0908"/>
                </a:solidFill>
                <a:latin typeface="Calibri" panose="020F0502020204030204" pitchFamily="34" charset="0"/>
                <a:cs typeface="Calibri" panose="020F0502020204030204" pitchFamily="34" charset="0"/>
              </a:rPr>
              <a:t>ncseppdl01-ncs-storagebm-1:</a:t>
            </a:r>
          </a:p>
          <a:p>
            <a:pPr marL="342900" lvl="1" indent="0">
              <a:lnSpc>
                <a:spcPct val="107000"/>
              </a:lnSpc>
              <a:spcBef>
                <a:spcPts val="0"/>
              </a:spcBef>
              <a:buNone/>
            </a:pPr>
            <a:r>
              <a:rPr lang="en-IN" sz="900" kern="1400" dirty="0">
                <a:solidFill>
                  <a:srgbClr val="0A0908"/>
                </a:solidFill>
                <a:latin typeface="Calibri" panose="020F0502020204030204" pitchFamily="34" charset="0"/>
                <a:cs typeface="Calibri" panose="020F0502020204030204" pitchFamily="34" charset="0"/>
              </a:rPr>
              <a:t>ncseppdl01-ncs-storagebm-0:</a:t>
            </a:r>
          </a:p>
          <a:p>
            <a:pPr marL="342900" lvl="1" indent="0">
              <a:lnSpc>
                <a:spcPct val="107000"/>
              </a:lnSpc>
              <a:spcBef>
                <a:spcPts val="0"/>
              </a:spcBef>
              <a:buNone/>
            </a:pPr>
            <a:r>
              <a:rPr lang="en-IN" sz="900" kern="1400" dirty="0">
                <a:solidFill>
                  <a:srgbClr val="0A0908"/>
                </a:solidFill>
                <a:latin typeface="Calibri" panose="020F0502020204030204" pitchFamily="34" charset="0"/>
                <a:cs typeface="Calibri" panose="020F0502020204030204" pitchFamily="34" charset="0"/>
              </a:rPr>
              <a:t>ncseppdl01-ncs-storagebm-2:</a:t>
            </a:r>
          </a:p>
          <a:p>
            <a:pPr marL="342900" lvl="1" indent="0">
              <a:lnSpc>
                <a:spcPct val="107000"/>
              </a:lnSpc>
              <a:spcBef>
                <a:spcPts val="0"/>
              </a:spcBef>
              <a:buNone/>
            </a:pPr>
            <a:r>
              <a:rPr lang="en-IN" sz="900" kern="1400" dirty="0">
                <a:solidFill>
                  <a:srgbClr val="0A0908"/>
                </a:solidFill>
                <a:latin typeface="Calibri" panose="020F0502020204030204" pitchFamily="34" charset="0"/>
                <a:cs typeface="Calibri" panose="020F0502020204030204" pitchFamily="34" charset="0"/>
              </a:rPr>
              <a:t>[cbis-admin@ncseppdl01-ncs-masterbm-0 ~ (Active)]$ </a:t>
            </a:r>
            <a:r>
              <a:rPr lang="en-IN" sz="900" b="1" dirty="0">
                <a:solidFill>
                  <a:schemeClr val="accent1"/>
                </a:solidFill>
                <a:latin typeface="Calibri" panose="020F0502020204030204" pitchFamily="34" charset="0"/>
              </a:rPr>
              <a:t>salt "*storage*" </a:t>
            </a:r>
            <a:r>
              <a:rPr lang="en-IN" sz="900" b="1" dirty="0" err="1">
                <a:solidFill>
                  <a:schemeClr val="accent1"/>
                </a:solidFill>
                <a:latin typeface="Calibri" panose="020F0502020204030204" pitchFamily="34" charset="0"/>
              </a:rPr>
              <a:t>cmd.run</a:t>
            </a:r>
            <a:r>
              <a:rPr lang="en-IN" sz="900" b="1" dirty="0">
                <a:solidFill>
                  <a:schemeClr val="accent1"/>
                </a:solidFill>
                <a:latin typeface="Calibri" panose="020F0502020204030204" pitchFamily="34" charset="0"/>
              </a:rPr>
              <a:t> "</a:t>
            </a:r>
            <a:r>
              <a:rPr lang="en-IN" sz="900" b="1" dirty="0" err="1">
                <a:solidFill>
                  <a:schemeClr val="accent1"/>
                </a:solidFill>
                <a:latin typeface="Calibri" panose="020F0502020204030204" pitchFamily="34" charset="0"/>
              </a:rPr>
              <a:t>sudo</a:t>
            </a:r>
            <a:r>
              <a:rPr lang="en-IN" sz="900" b="1" dirty="0">
                <a:solidFill>
                  <a:schemeClr val="accent1"/>
                </a:solidFill>
                <a:latin typeface="Calibri" panose="020F0502020204030204" pitchFamily="34" charset="0"/>
              </a:rPr>
              <a:t> </a:t>
            </a:r>
            <a:r>
              <a:rPr lang="en-IN" sz="900" b="1" dirty="0" err="1">
                <a:solidFill>
                  <a:schemeClr val="accent1"/>
                </a:solidFill>
                <a:latin typeface="Calibri" panose="020F0502020204030204" pitchFamily="34" charset="0"/>
              </a:rPr>
              <a:t>podman</a:t>
            </a:r>
            <a:r>
              <a:rPr lang="en-IN" sz="900" b="1" dirty="0">
                <a:solidFill>
                  <a:schemeClr val="accent1"/>
                </a:solidFill>
                <a:latin typeface="Calibri" panose="020F0502020204030204" pitchFamily="34" charset="0"/>
              </a:rPr>
              <a:t> </a:t>
            </a:r>
            <a:r>
              <a:rPr lang="en-IN" sz="900" b="1" dirty="0" err="1">
                <a:solidFill>
                  <a:schemeClr val="accent1"/>
                </a:solidFill>
                <a:latin typeface="Calibri" panose="020F0502020204030204" pitchFamily="34" charset="0"/>
              </a:rPr>
              <a:t>ps</a:t>
            </a:r>
            <a:r>
              <a:rPr lang="en-IN" sz="900" b="1" dirty="0">
                <a:solidFill>
                  <a:schemeClr val="accent1"/>
                </a:solidFill>
                <a:latin typeface="Calibri" panose="020F0502020204030204" pitchFamily="34" charset="0"/>
              </a:rPr>
              <a:t> | grep </a:t>
            </a:r>
            <a:r>
              <a:rPr lang="en-IN" sz="900" b="1" dirty="0" err="1">
                <a:solidFill>
                  <a:schemeClr val="accent1"/>
                </a:solidFill>
                <a:latin typeface="Calibri" panose="020F0502020204030204" pitchFamily="34" charset="0"/>
              </a:rPr>
              <a:t>ssc</a:t>
            </a:r>
            <a:r>
              <a:rPr lang="en-IN" sz="900" b="1" dirty="0">
                <a:solidFill>
                  <a:schemeClr val="accent1"/>
                </a:solidFill>
                <a:latin typeface="Calibri" panose="020F0502020204030204" pitchFamily="34" charset="0"/>
              </a:rPr>
              <a:t>"</a:t>
            </a:r>
          </a:p>
          <a:p>
            <a:pPr marL="342900" lvl="1" indent="0">
              <a:lnSpc>
                <a:spcPct val="107000"/>
              </a:lnSpc>
              <a:spcBef>
                <a:spcPts val="0"/>
              </a:spcBef>
              <a:buNone/>
            </a:pPr>
            <a:r>
              <a:rPr lang="en-IN" sz="900" kern="1400" dirty="0">
                <a:solidFill>
                  <a:srgbClr val="0A0908"/>
                </a:solidFill>
                <a:latin typeface="Calibri" panose="020F0502020204030204" pitchFamily="34" charset="0"/>
                <a:cs typeface="Calibri" panose="020F0502020204030204" pitchFamily="34" charset="0"/>
              </a:rPr>
              <a:t>/</a:t>
            </a:r>
            <a:r>
              <a:rPr lang="en-IN" sz="900" kern="1400" dirty="0" err="1">
                <a:solidFill>
                  <a:srgbClr val="0A0908"/>
                </a:solidFill>
                <a:latin typeface="Calibri" panose="020F0502020204030204" pitchFamily="34" charset="0"/>
                <a:cs typeface="Calibri" panose="020F0502020204030204" pitchFamily="34" charset="0"/>
              </a:rPr>
              <a:t>usr</a:t>
            </a:r>
            <a:r>
              <a:rPr lang="en-IN" sz="900" kern="1400" dirty="0">
                <a:solidFill>
                  <a:srgbClr val="0A0908"/>
                </a:solidFill>
                <a:latin typeface="Calibri" panose="020F0502020204030204" pitchFamily="34" charset="0"/>
                <a:cs typeface="Calibri" panose="020F0502020204030204" pitchFamily="34" charset="0"/>
              </a:rPr>
              <a:t>/local/lib/python3.6/site-packages/salt/utils/jinja.py:715: </a:t>
            </a:r>
            <a:r>
              <a:rPr lang="en-IN" sz="900" kern="1400" dirty="0" err="1">
                <a:solidFill>
                  <a:srgbClr val="0A0908"/>
                </a:solidFill>
                <a:latin typeface="Calibri" panose="020F0502020204030204" pitchFamily="34" charset="0"/>
                <a:cs typeface="Calibri" panose="020F0502020204030204" pitchFamily="34" charset="0"/>
              </a:rPr>
              <a:t>DeprecationWarning</a:t>
            </a:r>
            <a:r>
              <a:rPr lang="en-IN" sz="900" kern="1400" dirty="0">
                <a:solidFill>
                  <a:srgbClr val="0A0908"/>
                </a:solidFill>
                <a:latin typeface="Calibri" panose="020F0502020204030204" pitchFamily="34" charset="0"/>
                <a:cs typeface="Calibri" panose="020F0502020204030204" pitchFamily="34" charset="0"/>
              </a:rPr>
              <a:t>: '</a:t>
            </a:r>
            <a:r>
              <a:rPr lang="en-IN" sz="900" kern="1400" dirty="0" err="1">
                <a:solidFill>
                  <a:srgbClr val="0A0908"/>
                </a:solidFill>
                <a:latin typeface="Calibri" panose="020F0502020204030204" pitchFamily="34" charset="0"/>
                <a:cs typeface="Calibri" panose="020F0502020204030204" pitchFamily="34" charset="0"/>
              </a:rPr>
              <a:t>contextfunction</a:t>
            </a:r>
            <a:r>
              <a:rPr lang="en-IN" sz="900" kern="1400" dirty="0">
                <a:solidFill>
                  <a:srgbClr val="0A0908"/>
                </a:solidFill>
                <a:latin typeface="Calibri" panose="020F0502020204030204" pitchFamily="34" charset="0"/>
                <a:cs typeface="Calibri" panose="020F0502020204030204" pitchFamily="34" charset="0"/>
              </a:rPr>
              <a:t>' is renamed to '</a:t>
            </a:r>
            <a:r>
              <a:rPr lang="en-IN" sz="900" kern="1400" dirty="0" err="1">
                <a:solidFill>
                  <a:srgbClr val="0A0908"/>
                </a:solidFill>
                <a:latin typeface="Calibri" panose="020F0502020204030204" pitchFamily="34" charset="0"/>
                <a:cs typeface="Calibri" panose="020F0502020204030204" pitchFamily="34" charset="0"/>
              </a:rPr>
              <a:t>pass_context</a:t>
            </a:r>
            <a:r>
              <a:rPr lang="en-IN" sz="900" kern="1400" dirty="0">
                <a:solidFill>
                  <a:srgbClr val="0A0908"/>
                </a:solidFill>
                <a:latin typeface="Calibri" panose="020F0502020204030204" pitchFamily="34" charset="0"/>
                <a:cs typeface="Calibri" panose="020F0502020204030204" pitchFamily="34" charset="0"/>
              </a:rPr>
              <a:t>', the old name will be removed in Jinja 3.1.</a:t>
            </a:r>
          </a:p>
          <a:p>
            <a:pPr marL="342900" lvl="1" indent="0">
              <a:lnSpc>
                <a:spcPct val="107000"/>
              </a:lnSpc>
              <a:spcBef>
                <a:spcPts val="0"/>
              </a:spcBef>
              <a:buNone/>
            </a:pPr>
            <a:r>
              <a:rPr lang="en-IN" sz="900" kern="1400" dirty="0">
                <a:solidFill>
                  <a:srgbClr val="0A0908"/>
                </a:solidFill>
                <a:latin typeface="Calibri" panose="020F0502020204030204" pitchFamily="34" charset="0"/>
                <a:cs typeface="Calibri" panose="020F0502020204030204" pitchFamily="34" charset="0"/>
              </a:rPr>
              <a:t>  @jinja2.contextfunction</a:t>
            </a:r>
          </a:p>
          <a:p>
            <a:pPr marL="342900" lvl="1" indent="0">
              <a:lnSpc>
                <a:spcPct val="107000"/>
              </a:lnSpc>
              <a:spcBef>
                <a:spcPts val="0"/>
              </a:spcBef>
              <a:buNone/>
            </a:pPr>
            <a:r>
              <a:rPr lang="en-IN" sz="900" kern="1400" dirty="0">
                <a:solidFill>
                  <a:srgbClr val="0A0908"/>
                </a:solidFill>
                <a:latin typeface="Calibri" panose="020F0502020204030204" pitchFamily="34" charset="0"/>
                <a:cs typeface="Calibri" panose="020F0502020204030204" pitchFamily="34" charset="0"/>
              </a:rPr>
              <a:t>ncseppdl01-ncs-storagebm-2:</a:t>
            </a:r>
          </a:p>
          <a:p>
            <a:pPr marL="342900" lvl="1" indent="0">
              <a:lnSpc>
                <a:spcPct val="107000"/>
              </a:lnSpc>
              <a:spcBef>
                <a:spcPts val="0"/>
              </a:spcBef>
              <a:buNone/>
            </a:pPr>
            <a:r>
              <a:rPr lang="en-IN" sz="900" kern="1400" dirty="0">
                <a:solidFill>
                  <a:srgbClr val="0A0908"/>
                </a:solidFill>
                <a:latin typeface="Calibri" panose="020F0502020204030204" pitchFamily="34" charset="0"/>
                <a:cs typeface="Calibri" panose="020F0502020204030204" pitchFamily="34" charset="0"/>
              </a:rPr>
              <a:t>    0c0a981d3f37  172.31.0.1:8787/</a:t>
            </a:r>
            <a:r>
              <a:rPr lang="en-IN" sz="900" kern="1400" dirty="0">
                <a:solidFill>
                  <a:srgbClr val="0A0908"/>
                </a:solidFill>
                <a:highlight>
                  <a:srgbClr val="00FF00"/>
                </a:highlight>
                <a:latin typeface="Calibri" panose="020F0502020204030204" pitchFamily="34" charset="0"/>
                <a:cs typeface="Calibri" panose="020F0502020204030204" pitchFamily="34" charset="0"/>
              </a:rPr>
              <a:t>bssc-fluentd:1.16.3-2311.1.1</a:t>
            </a:r>
            <a:r>
              <a:rPr lang="en-IN" sz="900" kern="1400" dirty="0">
                <a:solidFill>
                  <a:srgbClr val="0A0908"/>
                </a:solidFill>
                <a:latin typeface="Calibri" panose="020F0502020204030204" pitchFamily="34" charset="0"/>
                <a:cs typeface="Calibri" panose="020F0502020204030204" pitchFamily="34" charset="0"/>
              </a:rPr>
              <a:t>                                        6 seconds ago  Up 6 seconds              </a:t>
            </a:r>
            <a:r>
              <a:rPr lang="en-IN" sz="900" kern="1400" dirty="0" err="1">
                <a:solidFill>
                  <a:srgbClr val="0A0908"/>
                </a:solidFill>
                <a:latin typeface="Calibri" panose="020F0502020204030204" pitchFamily="34" charset="0"/>
                <a:cs typeface="Calibri" panose="020F0502020204030204" pitchFamily="34" charset="0"/>
              </a:rPr>
              <a:t>ssc-fluentd</a:t>
            </a:r>
            <a:endParaRPr lang="en-IN" sz="900" kern="1400" dirty="0">
              <a:solidFill>
                <a:srgbClr val="0A0908"/>
              </a:solidFill>
              <a:latin typeface="Calibri" panose="020F0502020204030204" pitchFamily="34" charset="0"/>
              <a:cs typeface="Calibri" panose="020F0502020204030204" pitchFamily="34" charset="0"/>
            </a:endParaRPr>
          </a:p>
          <a:p>
            <a:pPr marL="342900" lvl="1" indent="0">
              <a:lnSpc>
                <a:spcPct val="107000"/>
              </a:lnSpc>
              <a:spcBef>
                <a:spcPts val="0"/>
              </a:spcBef>
              <a:buNone/>
            </a:pPr>
            <a:r>
              <a:rPr lang="en-IN" sz="900" kern="1400" dirty="0">
                <a:solidFill>
                  <a:srgbClr val="0A0908"/>
                </a:solidFill>
                <a:latin typeface="Calibri" panose="020F0502020204030204" pitchFamily="34" charset="0"/>
                <a:cs typeface="Calibri" panose="020F0502020204030204" pitchFamily="34" charset="0"/>
              </a:rPr>
              <a:t>ncseppdl01-ncs-storagebm-1:</a:t>
            </a:r>
          </a:p>
          <a:p>
            <a:pPr marL="342900" lvl="1" indent="0">
              <a:lnSpc>
                <a:spcPct val="107000"/>
              </a:lnSpc>
              <a:spcBef>
                <a:spcPts val="0"/>
              </a:spcBef>
              <a:buNone/>
            </a:pPr>
            <a:r>
              <a:rPr lang="en-IN" sz="900" kern="1400" dirty="0">
                <a:solidFill>
                  <a:srgbClr val="0A0908"/>
                </a:solidFill>
                <a:latin typeface="Calibri" panose="020F0502020204030204" pitchFamily="34" charset="0"/>
                <a:cs typeface="Calibri" panose="020F0502020204030204" pitchFamily="34" charset="0"/>
              </a:rPr>
              <a:t>    f2a2491ca6ab  172.31.0.1:8787/</a:t>
            </a:r>
            <a:r>
              <a:rPr lang="en-IN" sz="900" kern="1400" dirty="0">
                <a:solidFill>
                  <a:srgbClr val="0A0908"/>
                </a:solidFill>
                <a:highlight>
                  <a:srgbClr val="00FF00"/>
                </a:highlight>
                <a:latin typeface="Calibri" panose="020F0502020204030204" pitchFamily="34" charset="0"/>
                <a:cs typeface="Calibri" panose="020F0502020204030204" pitchFamily="34" charset="0"/>
              </a:rPr>
              <a:t>bssc-fluentd:1.16.3-2311.1.1</a:t>
            </a:r>
            <a:r>
              <a:rPr lang="en-IN" sz="900" kern="1400" dirty="0">
                <a:solidFill>
                  <a:srgbClr val="0A0908"/>
                </a:solidFill>
                <a:latin typeface="Calibri" panose="020F0502020204030204" pitchFamily="34" charset="0"/>
                <a:cs typeface="Calibri" panose="020F0502020204030204" pitchFamily="34" charset="0"/>
              </a:rPr>
              <a:t>                                        6 seconds ago  Up 6 seconds              </a:t>
            </a:r>
            <a:r>
              <a:rPr lang="en-IN" sz="900" kern="1400" dirty="0" err="1">
                <a:solidFill>
                  <a:srgbClr val="0A0908"/>
                </a:solidFill>
                <a:latin typeface="Calibri" panose="020F0502020204030204" pitchFamily="34" charset="0"/>
                <a:cs typeface="Calibri" panose="020F0502020204030204" pitchFamily="34" charset="0"/>
              </a:rPr>
              <a:t>ssc-fluentd</a:t>
            </a:r>
            <a:endParaRPr lang="en-IN" sz="900" kern="1400" dirty="0">
              <a:solidFill>
                <a:srgbClr val="0A0908"/>
              </a:solidFill>
              <a:latin typeface="Calibri" panose="020F0502020204030204" pitchFamily="34" charset="0"/>
              <a:cs typeface="Calibri" panose="020F0502020204030204" pitchFamily="34" charset="0"/>
            </a:endParaRPr>
          </a:p>
          <a:p>
            <a:pPr marL="342900" lvl="1" indent="0">
              <a:lnSpc>
                <a:spcPct val="107000"/>
              </a:lnSpc>
              <a:spcBef>
                <a:spcPts val="0"/>
              </a:spcBef>
              <a:buNone/>
            </a:pPr>
            <a:r>
              <a:rPr lang="en-IN" sz="900" kern="1400" dirty="0">
                <a:solidFill>
                  <a:srgbClr val="0A0908"/>
                </a:solidFill>
                <a:latin typeface="Calibri" panose="020F0502020204030204" pitchFamily="34" charset="0"/>
                <a:cs typeface="Calibri" panose="020F0502020204030204" pitchFamily="34" charset="0"/>
              </a:rPr>
              <a:t>ncseppdl01-ncs-storagebm-0:</a:t>
            </a:r>
          </a:p>
          <a:p>
            <a:pPr marL="342900" lvl="1" indent="0">
              <a:lnSpc>
                <a:spcPct val="107000"/>
              </a:lnSpc>
              <a:spcBef>
                <a:spcPts val="0"/>
              </a:spcBef>
              <a:buNone/>
            </a:pPr>
            <a:r>
              <a:rPr lang="en-IN" sz="900" kern="1400" dirty="0">
                <a:solidFill>
                  <a:srgbClr val="0A0908"/>
                </a:solidFill>
                <a:latin typeface="Calibri" panose="020F0502020204030204" pitchFamily="34" charset="0"/>
                <a:cs typeface="Calibri" panose="020F0502020204030204" pitchFamily="34" charset="0"/>
              </a:rPr>
              <a:t>    5153e0c6793c  172.31.0.1:8787/</a:t>
            </a:r>
            <a:r>
              <a:rPr lang="en-IN" sz="900" kern="1400" dirty="0">
                <a:solidFill>
                  <a:srgbClr val="0A0908"/>
                </a:solidFill>
                <a:highlight>
                  <a:srgbClr val="00FF00"/>
                </a:highlight>
                <a:latin typeface="Calibri" panose="020F0502020204030204" pitchFamily="34" charset="0"/>
                <a:cs typeface="Calibri" panose="020F0502020204030204" pitchFamily="34" charset="0"/>
              </a:rPr>
              <a:t>bssc-fluentd:1.16.3-2311.1.1</a:t>
            </a:r>
            <a:r>
              <a:rPr lang="en-IN" sz="900" kern="1400" dirty="0">
                <a:solidFill>
                  <a:srgbClr val="0A0908"/>
                </a:solidFill>
                <a:latin typeface="Calibri" panose="020F0502020204030204" pitchFamily="34" charset="0"/>
                <a:cs typeface="Calibri" panose="020F0502020204030204" pitchFamily="34" charset="0"/>
              </a:rPr>
              <a:t>                                        6 seconds ago  Up 6 seconds              </a:t>
            </a:r>
            <a:r>
              <a:rPr lang="en-IN" sz="900" kern="1400" dirty="0" err="1">
                <a:solidFill>
                  <a:srgbClr val="0A0908"/>
                </a:solidFill>
                <a:latin typeface="Calibri" panose="020F0502020204030204" pitchFamily="34" charset="0"/>
                <a:cs typeface="Calibri" panose="020F0502020204030204" pitchFamily="34" charset="0"/>
              </a:rPr>
              <a:t>ssc-fluentd</a:t>
            </a:r>
            <a:endParaRPr lang="en-IN" sz="900" kern="1400" dirty="0">
              <a:solidFill>
                <a:srgbClr val="0A0908"/>
              </a:solidFill>
              <a:latin typeface="Calibri" panose="020F0502020204030204" pitchFamily="34" charset="0"/>
              <a:cs typeface="Calibri" panose="020F0502020204030204" pitchFamily="34" charset="0"/>
            </a:endParaRPr>
          </a:p>
          <a:p>
            <a:pPr marL="342900" lvl="1" indent="0">
              <a:lnSpc>
                <a:spcPct val="107000"/>
              </a:lnSpc>
              <a:spcBef>
                <a:spcPts val="0"/>
              </a:spcBef>
              <a:buNone/>
            </a:pPr>
            <a:r>
              <a:rPr lang="en-IN" sz="900" kern="1400" dirty="0">
                <a:solidFill>
                  <a:srgbClr val="0A0908"/>
                </a:solidFill>
                <a:latin typeface="Calibri" panose="020F0502020204030204" pitchFamily="34" charset="0"/>
                <a:cs typeface="Calibri" panose="020F0502020204030204" pitchFamily="34" charset="0"/>
              </a:rPr>
              <a:t>[cbis-admin@ncseppdl01-ncs-masterbm-0 ~ (Active)]$</a:t>
            </a:r>
          </a:p>
          <a:p>
            <a:pPr marL="0" indent="0">
              <a:lnSpc>
                <a:spcPct val="107000"/>
              </a:lnSpc>
              <a:spcBef>
                <a:spcPts val="0"/>
              </a:spcBef>
              <a:buNone/>
            </a:pPr>
            <a:endParaRPr lang="en-IN" sz="800" kern="1400" dirty="0">
              <a:solidFill>
                <a:srgbClr val="0A090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0456629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86C84E-D7BC-D8DE-98BC-BC87D1D51555}"/>
            </a:ext>
          </a:extLst>
        </p:cNvPr>
        <p:cNvGrpSpPr/>
        <p:nvPr/>
      </p:nvGrpSpPr>
      <p:grpSpPr>
        <a:xfrm>
          <a:off x="0" y="0"/>
          <a:ext cx="0" cy="0"/>
          <a:chOff x="0" y="0"/>
          <a:chExt cx="0" cy="0"/>
        </a:xfrm>
      </p:grpSpPr>
      <p:sp>
        <p:nvSpPr>
          <p:cNvPr id="10" name="Text Placeholder 9">
            <a:extLst>
              <a:ext uri="{FF2B5EF4-FFF2-40B4-BE49-F238E27FC236}">
                <a16:creationId xmlns:a16="http://schemas.microsoft.com/office/drawing/2014/main" id="{AABCF8E5-45D1-214E-1090-33BE280087FA}"/>
              </a:ext>
            </a:extLst>
          </p:cNvPr>
          <p:cNvSpPr>
            <a:spLocks noGrp="1"/>
          </p:cNvSpPr>
          <p:nvPr>
            <p:ph type="body" sz="quarter" idx="12"/>
          </p:nvPr>
        </p:nvSpPr>
        <p:spPr>
          <a:xfrm>
            <a:off x="330518" y="162545"/>
            <a:ext cx="8312742" cy="423864"/>
          </a:xfrm>
        </p:spPr>
        <p:txBody>
          <a:bodyPr/>
          <a:lstStyle/>
          <a:p>
            <a:r>
              <a:rPr lang="en-GB" sz="2000" b="1" dirty="0">
                <a:solidFill>
                  <a:schemeClr val="tx2">
                    <a:lumMod val="75000"/>
                    <a:lumOff val="25000"/>
                  </a:schemeClr>
                </a:solidFill>
                <a:latin typeface="+mj-lt"/>
              </a:rPr>
              <a:t>Issue-10: NCS23.10 Master upgrade failure due to missing </a:t>
            </a:r>
            <a:r>
              <a:rPr lang="en-GB" sz="2000" b="1" dirty="0" err="1">
                <a:solidFill>
                  <a:schemeClr val="tx2">
                    <a:lumMod val="75000"/>
                    <a:lumOff val="25000"/>
                  </a:schemeClr>
                </a:solidFill>
                <a:latin typeface="+mj-lt"/>
              </a:rPr>
              <a:t>cbur</a:t>
            </a:r>
            <a:r>
              <a:rPr lang="en-GB" sz="2000" b="1" dirty="0">
                <a:solidFill>
                  <a:schemeClr val="tx2">
                    <a:lumMod val="75000"/>
                    <a:lumOff val="25000"/>
                  </a:schemeClr>
                </a:solidFill>
                <a:latin typeface="+mj-lt"/>
              </a:rPr>
              <a:t> </a:t>
            </a:r>
            <a:r>
              <a:rPr lang="en-GB" sz="2000" b="1" dirty="0" err="1">
                <a:solidFill>
                  <a:schemeClr val="tx2">
                    <a:lumMod val="75000"/>
                    <a:lumOff val="25000"/>
                  </a:schemeClr>
                </a:solidFill>
                <a:latin typeface="+mj-lt"/>
              </a:rPr>
              <a:t>pvc</a:t>
            </a:r>
            <a:endParaRPr lang="en-US" b="1" dirty="0">
              <a:solidFill>
                <a:schemeClr val="tx2">
                  <a:lumMod val="75000"/>
                  <a:lumOff val="25000"/>
                </a:schemeClr>
              </a:solidFill>
              <a:latin typeface="+mj-lt"/>
            </a:endParaRPr>
          </a:p>
        </p:txBody>
      </p:sp>
      <p:sp>
        <p:nvSpPr>
          <p:cNvPr id="4" name="Footer Placeholder 3">
            <a:extLst>
              <a:ext uri="{FF2B5EF4-FFF2-40B4-BE49-F238E27FC236}">
                <a16:creationId xmlns:a16="http://schemas.microsoft.com/office/drawing/2014/main" id="{1384FD9F-2EC4-0B3C-DF67-3FA7788A58C1}"/>
              </a:ext>
            </a:extLst>
          </p:cNvPr>
          <p:cNvSpPr>
            <a:spLocks noGrp="1"/>
          </p:cNvSpPr>
          <p:nvPr>
            <p:ph type="ftr" sz="quarter" idx="3"/>
          </p:nvPr>
        </p:nvSpPr>
        <p:spPr/>
        <p:txBody>
          <a:bodyPr/>
          <a:lstStyle/>
          <a:p>
            <a:r>
              <a:rPr lang="en-US" dirty="0"/>
              <a:t>Nokia Internal</a:t>
            </a:r>
          </a:p>
        </p:txBody>
      </p:sp>
      <p:sp>
        <p:nvSpPr>
          <p:cNvPr id="2" name="Text Placeholder 7">
            <a:extLst>
              <a:ext uri="{FF2B5EF4-FFF2-40B4-BE49-F238E27FC236}">
                <a16:creationId xmlns:a16="http://schemas.microsoft.com/office/drawing/2014/main" id="{BB9D20A0-AC6B-107D-11B2-713C3839F18F}"/>
              </a:ext>
            </a:extLst>
          </p:cNvPr>
          <p:cNvSpPr txBox="1">
            <a:spLocks/>
          </p:cNvSpPr>
          <p:nvPr/>
        </p:nvSpPr>
        <p:spPr>
          <a:xfrm>
            <a:off x="254746" y="577783"/>
            <a:ext cx="8634507" cy="4280772"/>
          </a:xfrm>
          <a:prstGeom prst="rect">
            <a:avLst/>
          </a:prstGeom>
        </p:spPr>
        <p:txBody>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en-US" sz="1400" b="1" dirty="0">
                <a:solidFill>
                  <a:srgbClr val="0A0908"/>
                </a:solidFill>
                <a:latin typeface="Calibri" panose="020F0502020204030204" pitchFamily="34" charset="0"/>
                <a:cs typeface="Calibri" panose="020F0502020204030204" pitchFamily="34" charset="0"/>
              </a:rPr>
              <a:t>Issue:-</a:t>
            </a:r>
          </a:p>
          <a:p>
            <a:pPr marL="0" indent="0">
              <a:lnSpc>
                <a:spcPct val="107000"/>
              </a:lnSpc>
              <a:spcBef>
                <a:spcPts val="0"/>
              </a:spcBef>
              <a:buNone/>
            </a:pPr>
            <a:r>
              <a:rPr lang="en-US" sz="900" kern="1400" dirty="0">
                <a:solidFill>
                  <a:srgbClr val="FF0000"/>
                </a:solidFill>
                <a:latin typeface="Calibri" panose="020F0502020204030204" pitchFamily="34" charset="0"/>
                <a:cs typeface="Calibri" panose="020F0502020204030204" pitchFamily="34" charset="0"/>
              </a:rPr>
              <a:t>2025-01-08 06:11:59,248 [</a:t>
            </a:r>
            <a:r>
              <a:rPr lang="en-US" sz="900" kern="1400" dirty="0" err="1">
                <a:solidFill>
                  <a:srgbClr val="FF0000"/>
                </a:solidFill>
                <a:latin typeface="Calibri" panose="020F0502020204030204" pitchFamily="34" charset="0"/>
                <a:cs typeface="Calibri" panose="020F0502020204030204" pitchFamily="34" charset="0"/>
              </a:rPr>
              <a:t>cbis_terminal_client</a:t>
            </a:r>
            <a:r>
              <a:rPr lang="en-US" sz="900" kern="1400" dirty="0">
                <a:solidFill>
                  <a:srgbClr val="FF0000"/>
                </a:solidFill>
                <a:latin typeface="Calibri" panose="020F0502020204030204" pitchFamily="34" charset="0"/>
                <a:cs typeface="Calibri" panose="020F0502020204030204" pitchFamily="34" charset="0"/>
              </a:rPr>
              <a:t>] [DEBUG   ]  running command: </a:t>
            </a:r>
            <a:r>
              <a:rPr lang="en-US" sz="900" kern="1400" dirty="0" err="1">
                <a:solidFill>
                  <a:srgbClr val="FF0000"/>
                </a:solidFill>
                <a:latin typeface="Calibri" panose="020F0502020204030204" pitchFamily="34" charset="0"/>
                <a:cs typeface="Calibri" panose="020F0502020204030204" pitchFamily="34" charset="0"/>
              </a:rPr>
              <a:t>sudo</a:t>
            </a:r>
            <a:r>
              <a:rPr lang="en-US" sz="900" kern="1400" dirty="0">
                <a:solidFill>
                  <a:srgbClr val="FF0000"/>
                </a:solidFill>
                <a:latin typeface="Calibri" panose="020F0502020204030204" pitchFamily="34" charset="0"/>
                <a:cs typeface="Calibri" panose="020F0502020204030204" pitchFamily="34" charset="0"/>
              </a:rPr>
              <a:t> </a:t>
            </a:r>
            <a:r>
              <a:rPr lang="en-US" sz="900" kern="1400" dirty="0" err="1">
                <a:solidFill>
                  <a:srgbClr val="FF0000"/>
                </a:solidFill>
                <a:latin typeface="Calibri" panose="020F0502020204030204" pitchFamily="34" charset="0"/>
                <a:cs typeface="Calibri" panose="020F0502020204030204" pitchFamily="34" charset="0"/>
              </a:rPr>
              <a:t>kubectl</a:t>
            </a:r>
            <a:r>
              <a:rPr lang="en-US" sz="900" kern="1400" dirty="0">
                <a:solidFill>
                  <a:srgbClr val="FF0000"/>
                </a:solidFill>
                <a:latin typeface="Calibri" panose="020F0502020204030204" pitchFamily="34" charset="0"/>
                <a:cs typeface="Calibri" panose="020F0502020204030204" pitchFamily="34" charset="0"/>
              </a:rPr>
              <a:t> -</a:t>
            </a:r>
            <a:r>
              <a:rPr lang="en-US" sz="900" kern="1400" dirty="0" err="1">
                <a:solidFill>
                  <a:srgbClr val="FF0000"/>
                </a:solidFill>
                <a:latin typeface="Calibri" panose="020F0502020204030204" pitchFamily="34" charset="0"/>
                <a:cs typeface="Calibri" panose="020F0502020204030204" pitchFamily="34" charset="0"/>
              </a:rPr>
              <a:t>nncms</a:t>
            </a:r>
            <a:r>
              <a:rPr lang="en-US" sz="900" kern="1400" dirty="0">
                <a:solidFill>
                  <a:srgbClr val="FF0000"/>
                </a:solidFill>
                <a:latin typeface="Calibri" panose="020F0502020204030204" pitchFamily="34" charset="0"/>
                <a:cs typeface="Calibri" panose="020F0502020204030204" pitchFamily="34" charset="0"/>
              </a:rPr>
              <a:t> get </a:t>
            </a:r>
            <a:r>
              <a:rPr lang="en-US" sz="900" kern="1400" dirty="0" err="1">
                <a:solidFill>
                  <a:srgbClr val="FF0000"/>
                </a:solidFill>
                <a:latin typeface="Calibri" panose="020F0502020204030204" pitchFamily="34" charset="0"/>
                <a:cs typeface="Calibri" panose="020F0502020204030204" pitchFamily="34" charset="0"/>
              </a:rPr>
              <a:t>pvc</a:t>
            </a:r>
            <a:r>
              <a:rPr lang="en-US" sz="900" kern="1400" dirty="0">
                <a:solidFill>
                  <a:srgbClr val="FF0000"/>
                </a:solidFill>
                <a:latin typeface="Calibri" panose="020F0502020204030204" pitchFamily="34" charset="0"/>
                <a:cs typeface="Calibri" panose="020F0502020204030204" pitchFamily="34" charset="0"/>
              </a:rPr>
              <a:t> </a:t>
            </a:r>
            <a:r>
              <a:rPr lang="en-US" sz="900" kern="1400" dirty="0" err="1">
                <a:solidFill>
                  <a:srgbClr val="FF0000"/>
                </a:solidFill>
                <a:latin typeface="Calibri" panose="020F0502020204030204" pitchFamily="34" charset="0"/>
                <a:cs typeface="Calibri" panose="020F0502020204030204" pitchFamily="34" charset="0"/>
              </a:rPr>
              <a:t>cbur</a:t>
            </a:r>
            <a:r>
              <a:rPr lang="en-US" sz="900" kern="1400" dirty="0">
                <a:solidFill>
                  <a:srgbClr val="FF0000"/>
                </a:solidFill>
                <a:latin typeface="Calibri" panose="020F0502020204030204" pitchFamily="34" charset="0"/>
                <a:cs typeface="Calibri" panose="020F0502020204030204" pitchFamily="34" charset="0"/>
              </a:rPr>
              <a:t>-master-</a:t>
            </a:r>
            <a:r>
              <a:rPr lang="en-US" sz="900" kern="1400" dirty="0" err="1">
                <a:solidFill>
                  <a:srgbClr val="FF0000"/>
                </a:solidFill>
                <a:latin typeface="Calibri" panose="020F0502020204030204" pitchFamily="34" charset="0"/>
                <a:cs typeface="Calibri" panose="020F0502020204030204" pitchFamily="34" charset="0"/>
              </a:rPr>
              <a:t>cbur</a:t>
            </a:r>
            <a:r>
              <a:rPr lang="en-US" sz="900" kern="1400" dirty="0">
                <a:solidFill>
                  <a:srgbClr val="FF0000"/>
                </a:solidFill>
                <a:latin typeface="Calibri" panose="020F0502020204030204" pitchFamily="34" charset="0"/>
                <a:cs typeface="Calibri" panose="020F0502020204030204" pitchFamily="34" charset="0"/>
              </a:rPr>
              <a:t>-backup-cluster -o </a:t>
            </a:r>
            <a:r>
              <a:rPr lang="en-US" sz="900" kern="1400" dirty="0" err="1">
                <a:solidFill>
                  <a:srgbClr val="FF0000"/>
                </a:solidFill>
                <a:latin typeface="Calibri" panose="020F0502020204030204" pitchFamily="34" charset="0"/>
                <a:cs typeface="Calibri" panose="020F0502020204030204" pitchFamily="34" charset="0"/>
              </a:rPr>
              <a:t>jsonpath</a:t>
            </a:r>
            <a:r>
              <a:rPr lang="en-US" sz="900" kern="1400" dirty="0">
                <a:solidFill>
                  <a:srgbClr val="FF0000"/>
                </a:solidFill>
                <a:latin typeface="Calibri" panose="020F0502020204030204" pitchFamily="34" charset="0"/>
                <a:cs typeface="Calibri" panose="020F0502020204030204" pitchFamily="34" charset="0"/>
              </a:rPr>
              <a:t>='{.</a:t>
            </a:r>
            <a:r>
              <a:rPr lang="en-US" sz="900" kern="1400" dirty="0" err="1">
                <a:solidFill>
                  <a:srgbClr val="FF0000"/>
                </a:solidFill>
                <a:latin typeface="Calibri" panose="020F0502020204030204" pitchFamily="34" charset="0"/>
                <a:cs typeface="Calibri" panose="020F0502020204030204" pitchFamily="34" charset="0"/>
              </a:rPr>
              <a:t>spec.resources.requests.storage</a:t>
            </a:r>
            <a:r>
              <a:rPr lang="en-US" sz="900" kern="1400" dirty="0">
                <a:solidFill>
                  <a:srgbClr val="FF0000"/>
                </a:solidFill>
                <a:latin typeface="Calibri" panose="020F0502020204030204" pitchFamily="34" charset="0"/>
                <a:cs typeface="Calibri" panose="020F0502020204030204" pitchFamily="34" charset="0"/>
              </a:rPr>
              <a:t>}'</a:t>
            </a:r>
          </a:p>
          <a:p>
            <a:pPr marL="0" indent="0">
              <a:lnSpc>
                <a:spcPct val="107000"/>
              </a:lnSpc>
              <a:spcBef>
                <a:spcPts val="0"/>
              </a:spcBef>
              <a:buNone/>
            </a:pPr>
            <a:r>
              <a:rPr lang="en-US" sz="900" kern="1400" dirty="0">
                <a:solidFill>
                  <a:srgbClr val="FF0000"/>
                </a:solidFill>
                <a:latin typeface="Calibri" panose="020F0502020204030204" pitchFamily="34" charset="0"/>
                <a:cs typeface="Calibri" panose="020F0502020204030204" pitchFamily="34" charset="0"/>
              </a:rPr>
              <a:t>2025-01-08 06:11:59,420 [</a:t>
            </a:r>
            <a:r>
              <a:rPr lang="en-US" sz="900" kern="1400" dirty="0" err="1">
                <a:solidFill>
                  <a:srgbClr val="FF0000"/>
                </a:solidFill>
                <a:latin typeface="Calibri" panose="020F0502020204030204" pitchFamily="34" charset="0"/>
                <a:cs typeface="Calibri" panose="020F0502020204030204" pitchFamily="34" charset="0"/>
              </a:rPr>
              <a:t>upgrade_manager</a:t>
            </a:r>
            <a:r>
              <a:rPr lang="en-US" sz="900" kern="1400" dirty="0">
                <a:solidFill>
                  <a:srgbClr val="FF0000"/>
                </a:solidFill>
                <a:latin typeface="Calibri" panose="020F0502020204030204" pitchFamily="34" charset="0"/>
                <a:cs typeface="Calibri" panose="020F0502020204030204" pitchFamily="34" charset="0"/>
              </a:rPr>
              <a:t>     ] [ERROR   ]  Upgrade: Unhandled exception: type: </a:t>
            </a:r>
            <a:r>
              <a:rPr lang="en-US" sz="900" kern="1400" dirty="0" err="1">
                <a:solidFill>
                  <a:srgbClr val="FF0000"/>
                </a:solidFill>
                <a:latin typeface="Calibri" panose="020F0502020204030204" pitchFamily="34" charset="0"/>
                <a:cs typeface="Calibri" panose="020F0502020204030204" pitchFamily="34" charset="0"/>
              </a:rPr>
              <a:t>CbisException</a:t>
            </a:r>
            <a:r>
              <a:rPr lang="en-US" sz="900" kern="1400" dirty="0">
                <a:solidFill>
                  <a:srgbClr val="FF0000"/>
                </a:solidFill>
                <a:latin typeface="Calibri" panose="020F0502020204030204" pitchFamily="34" charset="0"/>
                <a:cs typeface="Calibri" panose="020F0502020204030204" pitchFamily="34" charset="0"/>
              </a:rPr>
              <a:t>: error occurred during command:</a:t>
            </a:r>
          </a:p>
          <a:p>
            <a:pPr marL="0" indent="0">
              <a:lnSpc>
                <a:spcPct val="107000"/>
              </a:lnSpc>
              <a:spcBef>
                <a:spcPts val="0"/>
              </a:spcBef>
              <a:buNone/>
            </a:pPr>
            <a:r>
              <a:rPr lang="en-US" sz="900" kern="1400" dirty="0">
                <a:solidFill>
                  <a:srgbClr val="FF0000"/>
                </a:solidFill>
                <a:latin typeface="Calibri" panose="020F0502020204030204" pitchFamily="34" charset="0"/>
                <a:cs typeface="Calibri" panose="020F0502020204030204" pitchFamily="34" charset="0"/>
              </a:rPr>
              <a:t>2025-01-08 06:11:59,420 [</a:t>
            </a:r>
            <a:r>
              <a:rPr lang="en-US" sz="900" kern="1400" dirty="0" err="1">
                <a:solidFill>
                  <a:srgbClr val="FF0000"/>
                </a:solidFill>
                <a:latin typeface="Calibri" panose="020F0502020204030204" pitchFamily="34" charset="0"/>
                <a:cs typeface="Calibri" panose="020F0502020204030204" pitchFamily="34" charset="0"/>
              </a:rPr>
              <a:t>upgrade_manager</a:t>
            </a:r>
            <a:r>
              <a:rPr lang="en-US" sz="900" kern="1400" dirty="0">
                <a:solidFill>
                  <a:srgbClr val="FF0000"/>
                </a:solidFill>
                <a:latin typeface="Calibri" panose="020F0502020204030204" pitchFamily="34" charset="0"/>
                <a:cs typeface="Calibri" panose="020F0502020204030204" pitchFamily="34" charset="0"/>
              </a:rPr>
              <a:t>     ] [ERROR   ]     </a:t>
            </a:r>
            <a:r>
              <a:rPr lang="en-US" sz="900" kern="1400" dirty="0" err="1">
                <a:solidFill>
                  <a:srgbClr val="FF0000"/>
                </a:solidFill>
                <a:latin typeface="Calibri" panose="020F0502020204030204" pitchFamily="34" charset="0"/>
                <a:cs typeface="Calibri" panose="020F0502020204030204" pitchFamily="34" charset="0"/>
              </a:rPr>
              <a:t>sudo</a:t>
            </a:r>
            <a:r>
              <a:rPr lang="en-US" sz="900" kern="1400" dirty="0">
                <a:solidFill>
                  <a:srgbClr val="FF0000"/>
                </a:solidFill>
                <a:latin typeface="Calibri" panose="020F0502020204030204" pitchFamily="34" charset="0"/>
                <a:cs typeface="Calibri" panose="020F0502020204030204" pitchFamily="34" charset="0"/>
              </a:rPr>
              <a:t> </a:t>
            </a:r>
            <a:r>
              <a:rPr lang="en-US" sz="900" kern="1400" dirty="0" err="1">
                <a:solidFill>
                  <a:srgbClr val="FF0000"/>
                </a:solidFill>
                <a:latin typeface="Calibri" panose="020F0502020204030204" pitchFamily="34" charset="0"/>
                <a:cs typeface="Calibri" panose="020F0502020204030204" pitchFamily="34" charset="0"/>
              </a:rPr>
              <a:t>kubectl</a:t>
            </a:r>
            <a:r>
              <a:rPr lang="en-US" sz="900" kern="1400" dirty="0">
                <a:solidFill>
                  <a:srgbClr val="FF0000"/>
                </a:solidFill>
                <a:latin typeface="Calibri" panose="020F0502020204030204" pitchFamily="34" charset="0"/>
                <a:cs typeface="Calibri" panose="020F0502020204030204" pitchFamily="34" charset="0"/>
              </a:rPr>
              <a:t> -</a:t>
            </a:r>
            <a:r>
              <a:rPr lang="en-US" sz="900" kern="1400" dirty="0" err="1">
                <a:solidFill>
                  <a:srgbClr val="FF0000"/>
                </a:solidFill>
                <a:latin typeface="Calibri" panose="020F0502020204030204" pitchFamily="34" charset="0"/>
                <a:cs typeface="Calibri" panose="020F0502020204030204" pitchFamily="34" charset="0"/>
              </a:rPr>
              <a:t>nncms</a:t>
            </a:r>
            <a:r>
              <a:rPr lang="en-US" sz="900" kern="1400" dirty="0">
                <a:solidFill>
                  <a:srgbClr val="FF0000"/>
                </a:solidFill>
                <a:latin typeface="Calibri" panose="020F0502020204030204" pitchFamily="34" charset="0"/>
                <a:cs typeface="Calibri" panose="020F0502020204030204" pitchFamily="34" charset="0"/>
              </a:rPr>
              <a:t> get </a:t>
            </a:r>
            <a:r>
              <a:rPr lang="en-US" sz="900" kern="1400" dirty="0" err="1">
                <a:solidFill>
                  <a:srgbClr val="FF0000"/>
                </a:solidFill>
                <a:latin typeface="Calibri" panose="020F0502020204030204" pitchFamily="34" charset="0"/>
                <a:cs typeface="Calibri" panose="020F0502020204030204" pitchFamily="34" charset="0"/>
              </a:rPr>
              <a:t>pvc</a:t>
            </a:r>
            <a:r>
              <a:rPr lang="en-US" sz="900" kern="1400" dirty="0">
                <a:solidFill>
                  <a:srgbClr val="FF0000"/>
                </a:solidFill>
                <a:latin typeface="Calibri" panose="020F0502020204030204" pitchFamily="34" charset="0"/>
                <a:cs typeface="Calibri" panose="020F0502020204030204" pitchFamily="34" charset="0"/>
              </a:rPr>
              <a:t> </a:t>
            </a:r>
            <a:r>
              <a:rPr lang="en-US" sz="900" kern="1400" dirty="0" err="1">
                <a:solidFill>
                  <a:srgbClr val="FF0000"/>
                </a:solidFill>
                <a:latin typeface="Calibri" panose="020F0502020204030204" pitchFamily="34" charset="0"/>
                <a:cs typeface="Calibri" panose="020F0502020204030204" pitchFamily="34" charset="0"/>
              </a:rPr>
              <a:t>cbur</a:t>
            </a:r>
            <a:r>
              <a:rPr lang="en-US" sz="900" kern="1400" dirty="0">
                <a:solidFill>
                  <a:srgbClr val="FF0000"/>
                </a:solidFill>
                <a:latin typeface="Calibri" panose="020F0502020204030204" pitchFamily="34" charset="0"/>
                <a:cs typeface="Calibri" panose="020F0502020204030204" pitchFamily="34" charset="0"/>
              </a:rPr>
              <a:t>-master-</a:t>
            </a:r>
            <a:r>
              <a:rPr lang="en-US" sz="900" kern="1400" dirty="0" err="1">
                <a:solidFill>
                  <a:srgbClr val="FF0000"/>
                </a:solidFill>
                <a:latin typeface="Calibri" panose="020F0502020204030204" pitchFamily="34" charset="0"/>
                <a:cs typeface="Calibri" panose="020F0502020204030204" pitchFamily="34" charset="0"/>
              </a:rPr>
              <a:t>cbur</a:t>
            </a:r>
            <a:r>
              <a:rPr lang="en-US" sz="900" kern="1400" dirty="0">
                <a:solidFill>
                  <a:srgbClr val="FF0000"/>
                </a:solidFill>
                <a:latin typeface="Calibri" panose="020F0502020204030204" pitchFamily="34" charset="0"/>
                <a:cs typeface="Calibri" panose="020F0502020204030204" pitchFamily="34" charset="0"/>
              </a:rPr>
              <a:t>-backup-cluster -o </a:t>
            </a:r>
            <a:r>
              <a:rPr lang="en-US" sz="900" kern="1400" dirty="0" err="1">
                <a:solidFill>
                  <a:srgbClr val="FF0000"/>
                </a:solidFill>
                <a:latin typeface="Calibri" panose="020F0502020204030204" pitchFamily="34" charset="0"/>
                <a:cs typeface="Calibri" panose="020F0502020204030204" pitchFamily="34" charset="0"/>
              </a:rPr>
              <a:t>jsonpath</a:t>
            </a:r>
            <a:r>
              <a:rPr lang="en-US" sz="900" kern="1400" dirty="0">
                <a:solidFill>
                  <a:srgbClr val="FF0000"/>
                </a:solidFill>
                <a:latin typeface="Calibri" panose="020F0502020204030204" pitchFamily="34" charset="0"/>
                <a:cs typeface="Calibri" panose="020F0502020204030204" pitchFamily="34" charset="0"/>
              </a:rPr>
              <a:t>='{.</a:t>
            </a:r>
            <a:r>
              <a:rPr lang="en-US" sz="900" kern="1400" dirty="0" err="1">
                <a:solidFill>
                  <a:srgbClr val="FF0000"/>
                </a:solidFill>
                <a:latin typeface="Calibri" panose="020F0502020204030204" pitchFamily="34" charset="0"/>
                <a:cs typeface="Calibri" panose="020F0502020204030204" pitchFamily="34" charset="0"/>
              </a:rPr>
              <a:t>spec.resources.requests.storage</a:t>
            </a:r>
            <a:r>
              <a:rPr lang="en-US" sz="900" kern="1400" dirty="0">
                <a:solidFill>
                  <a:srgbClr val="FF0000"/>
                </a:solidFill>
                <a:latin typeface="Calibri" panose="020F0502020204030204" pitchFamily="34" charset="0"/>
                <a:cs typeface="Calibri" panose="020F0502020204030204" pitchFamily="34" charset="0"/>
              </a:rPr>
              <a:t>}'</a:t>
            </a:r>
          </a:p>
          <a:p>
            <a:pPr marL="0" indent="0">
              <a:lnSpc>
                <a:spcPct val="107000"/>
              </a:lnSpc>
              <a:spcBef>
                <a:spcPts val="0"/>
              </a:spcBef>
              <a:buNone/>
            </a:pPr>
            <a:r>
              <a:rPr lang="en-US" sz="900" kern="1400" dirty="0">
                <a:solidFill>
                  <a:srgbClr val="FF0000"/>
                </a:solidFill>
                <a:latin typeface="Calibri" panose="020F0502020204030204" pitchFamily="34" charset="0"/>
                <a:cs typeface="Calibri" panose="020F0502020204030204" pitchFamily="34" charset="0"/>
              </a:rPr>
              <a:t>2025-01-08 06:11:59,420 [</a:t>
            </a:r>
            <a:r>
              <a:rPr lang="en-US" sz="900" kern="1400" dirty="0" err="1">
                <a:solidFill>
                  <a:srgbClr val="FF0000"/>
                </a:solidFill>
                <a:latin typeface="Calibri" panose="020F0502020204030204" pitchFamily="34" charset="0"/>
                <a:cs typeface="Calibri" panose="020F0502020204030204" pitchFamily="34" charset="0"/>
              </a:rPr>
              <a:t>upgrade_manager</a:t>
            </a:r>
            <a:r>
              <a:rPr lang="en-US" sz="900" kern="1400" dirty="0">
                <a:solidFill>
                  <a:srgbClr val="FF0000"/>
                </a:solidFill>
                <a:latin typeface="Calibri" panose="020F0502020204030204" pitchFamily="34" charset="0"/>
                <a:cs typeface="Calibri" panose="020F0502020204030204" pitchFamily="34" charset="0"/>
              </a:rPr>
              <a:t>     ] [ERROR   ]     </a:t>
            </a:r>
            <a:r>
              <a:rPr lang="en-US" sz="900" kern="1400" dirty="0">
                <a:solidFill>
                  <a:srgbClr val="0A0908"/>
                </a:solidFill>
                <a:latin typeface="Calibri" panose="020F0502020204030204" pitchFamily="34" charset="0"/>
                <a:cs typeface="Calibri" panose="020F0502020204030204" pitchFamily="34" charset="0"/>
              </a:rPr>
              <a:t>error:</a:t>
            </a:r>
          </a:p>
          <a:p>
            <a:pPr marL="0" indent="0">
              <a:lnSpc>
                <a:spcPct val="107000"/>
              </a:lnSpc>
              <a:spcBef>
                <a:spcPts val="0"/>
              </a:spcBef>
              <a:buNone/>
            </a:pPr>
            <a:r>
              <a:rPr lang="en-US" sz="900" kern="1400" dirty="0">
                <a:solidFill>
                  <a:srgbClr val="0A0908"/>
                </a:solidFill>
                <a:latin typeface="Calibri" panose="020F0502020204030204" pitchFamily="34" charset="0"/>
                <a:cs typeface="Calibri" panose="020F0502020204030204" pitchFamily="34" charset="0"/>
              </a:rPr>
              <a:t>2025-01-08 06:11:59,420 [</a:t>
            </a:r>
            <a:r>
              <a:rPr lang="en-US" sz="900" kern="1400" dirty="0" err="1">
                <a:solidFill>
                  <a:srgbClr val="0A0908"/>
                </a:solidFill>
                <a:latin typeface="Calibri" panose="020F0502020204030204" pitchFamily="34" charset="0"/>
                <a:cs typeface="Calibri" panose="020F0502020204030204" pitchFamily="34" charset="0"/>
              </a:rPr>
              <a:t>upgrade_manager</a:t>
            </a:r>
            <a:r>
              <a:rPr lang="en-US" sz="900" kern="1400" dirty="0">
                <a:solidFill>
                  <a:srgbClr val="0A0908"/>
                </a:solidFill>
                <a:latin typeface="Calibri" panose="020F0502020204030204" pitchFamily="34" charset="0"/>
                <a:cs typeface="Calibri" panose="020F0502020204030204" pitchFamily="34" charset="0"/>
              </a:rPr>
              <a:t>     ] [ERROR   ]     exit status: 1: ['  File \"/</a:t>
            </a:r>
            <a:r>
              <a:rPr lang="en-US" sz="900" kern="1400" dirty="0" err="1">
                <a:solidFill>
                  <a:srgbClr val="0A0908"/>
                </a:solidFill>
                <a:latin typeface="Calibri" panose="020F0502020204030204" pitchFamily="34" charset="0"/>
                <a:cs typeface="Calibri" panose="020F0502020204030204" pitchFamily="34" charset="0"/>
              </a:rPr>
              <a:t>usr</a:t>
            </a:r>
            <a:r>
              <a:rPr lang="en-US" sz="900" kern="1400" dirty="0">
                <a:solidFill>
                  <a:srgbClr val="0A0908"/>
                </a:solidFill>
                <a:latin typeface="Calibri" panose="020F0502020204030204" pitchFamily="34" charset="0"/>
                <a:cs typeface="Calibri" panose="020F0502020204030204" pitchFamily="34" charset="0"/>
              </a:rPr>
              <a:t>/lib/python3.6/site-packages/</a:t>
            </a:r>
            <a:r>
              <a:rPr lang="en-US" sz="900" kern="1400" dirty="0" err="1">
                <a:solidFill>
                  <a:srgbClr val="0A0908"/>
                </a:solidFill>
                <a:latin typeface="Calibri" panose="020F0502020204030204" pitchFamily="34" charset="0"/>
                <a:cs typeface="Calibri" panose="020F0502020204030204" pitchFamily="34" charset="0"/>
              </a:rPr>
              <a:t>cbis_upgrade</a:t>
            </a:r>
            <a:r>
              <a:rPr lang="en-US" sz="900" kern="1400" dirty="0">
                <a:solidFill>
                  <a:srgbClr val="0A0908"/>
                </a:solidFill>
                <a:latin typeface="Calibri" panose="020F0502020204030204" pitchFamily="34" charset="0"/>
                <a:cs typeface="Calibri" panose="020F0502020204030204" pitchFamily="34" charset="0"/>
              </a:rPr>
              <a:t>/upgrade_manager.py\", line 133, in _</a:t>
            </a:r>
            <a:r>
              <a:rPr lang="en-US" sz="900" kern="1400" dirty="0" err="1">
                <a:solidFill>
                  <a:srgbClr val="0A0908"/>
                </a:solidFill>
                <a:latin typeface="Calibri" panose="020F0502020204030204" pitchFamily="34" charset="0"/>
                <a:cs typeface="Calibri" panose="020F0502020204030204" pitchFamily="34" charset="0"/>
              </a:rPr>
              <a:t>handle_start_upgrade</a:t>
            </a:r>
            <a:r>
              <a:rPr lang="en-US" sz="900" kern="1400" dirty="0">
                <a:solidFill>
                  <a:srgbClr val="0A0908"/>
                </a:solidFill>
                <a:latin typeface="Calibri" panose="020F0502020204030204" pitchFamily="34" charset="0"/>
                <a:cs typeface="Calibri" panose="020F0502020204030204" pitchFamily="34" charset="0"/>
              </a:rPr>
              <a:t>\</a:t>
            </a:r>
          </a:p>
          <a:p>
            <a:pPr marL="0" indent="0">
              <a:lnSpc>
                <a:spcPct val="107000"/>
              </a:lnSpc>
              <a:spcBef>
                <a:spcPts val="0"/>
              </a:spcBef>
              <a:buNone/>
            </a:pPr>
            <a:r>
              <a:rPr lang="en-US" sz="900" kern="1400" dirty="0">
                <a:solidFill>
                  <a:srgbClr val="0A0908"/>
                </a:solidFill>
                <a:latin typeface="Calibri" panose="020F0502020204030204" pitchFamily="34" charset="0"/>
                <a:cs typeface="Calibri" panose="020F0502020204030204" pitchFamily="34" charset="0"/>
              </a:rPr>
              <a:t>    self._</a:t>
            </a:r>
            <a:r>
              <a:rPr lang="en-US" sz="900" kern="1400" dirty="0" err="1">
                <a:solidFill>
                  <a:srgbClr val="0A0908"/>
                </a:solidFill>
                <a:latin typeface="Calibri" panose="020F0502020204030204" pitchFamily="34" charset="0"/>
                <a:cs typeface="Calibri" panose="020F0502020204030204" pitchFamily="34" charset="0"/>
              </a:rPr>
              <a:t>prepare_steps</a:t>
            </a:r>
            <a:r>
              <a:rPr lang="en-US" sz="900" kern="1400" dirty="0">
                <a:solidFill>
                  <a:srgbClr val="0A0908"/>
                </a:solidFill>
                <a:latin typeface="Calibri" panose="020F0502020204030204" pitchFamily="34" charset="0"/>
                <a:cs typeface="Calibri" panose="020F0502020204030204" pitchFamily="34" charset="0"/>
              </a:rPr>
              <a:t>()\</a:t>
            </a:r>
          </a:p>
          <a:p>
            <a:pPr marL="0" indent="0">
              <a:lnSpc>
                <a:spcPct val="107000"/>
              </a:lnSpc>
              <a:spcBef>
                <a:spcPts val="0"/>
              </a:spcBef>
              <a:buNone/>
            </a:pPr>
            <a:r>
              <a:rPr lang="en-US" sz="900" kern="1400" dirty="0">
                <a:solidFill>
                  <a:srgbClr val="0A0908"/>
                </a:solidFill>
                <a:latin typeface="Calibri" panose="020F0502020204030204" pitchFamily="34" charset="0"/>
                <a:cs typeface="Calibri" panose="020F0502020204030204" pitchFamily="34" charset="0"/>
              </a:rPr>
              <a:t>', '  File \"/</a:t>
            </a:r>
            <a:r>
              <a:rPr lang="en-US" sz="900" kern="1400" dirty="0" err="1">
                <a:solidFill>
                  <a:srgbClr val="0A0908"/>
                </a:solidFill>
                <a:latin typeface="Calibri" panose="020F0502020204030204" pitchFamily="34" charset="0"/>
                <a:cs typeface="Calibri" panose="020F0502020204030204" pitchFamily="34" charset="0"/>
              </a:rPr>
              <a:t>usr</a:t>
            </a:r>
            <a:r>
              <a:rPr lang="en-US" sz="900" kern="1400" dirty="0">
                <a:solidFill>
                  <a:srgbClr val="0A0908"/>
                </a:solidFill>
                <a:latin typeface="Calibri" panose="020F0502020204030204" pitchFamily="34" charset="0"/>
                <a:cs typeface="Calibri" panose="020F0502020204030204" pitchFamily="34" charset="0"/>
              </a:rPr>
              <a:t>/lib/python3.6/site-packages/</a:t>
            </a:r>
            <a:r>
              <a:rPr lang="en-US" sz="900" kern="1400" dirty="0" err="1">
                <a:solidFill>
                  <a:srgbClr val="0A0908"/>
                </a:solidFill>
                <a:latin typeface="Calibri" panose="020F0502020204030204" pitchFamily="34" charset="0"/>
                <a:cs typeface="Calibri" panose="020F0502020204030204" pitchFamily="34" charset="0"/>
              </a:rPr>
              <a:t>cbis_upgrade</a:t>
            </a:r>
            <a:r>
              <a:rPr lang="en-US" sz="900" kern="1400" dirty="0">
                <a:solidFill>
                  <a:srgbClr val="0A0908"/>
                </a:solidFill>
                <a:latin typeface="Calibri" panose="020F0502020204030204" pitchFamily="34" charset="0"/>
                <a:cs typeface="Calibri" panose="020F0502020204030204" pitchFamily="34" charset="0"/>
              </a:rPr>
              <a:t>/</a:t>
            </a:r>
            <a:r>
              <a:rPr lang="en-US" sz="900" kern="1400" dirty="0" err="1">
                <a:solidFill>
                  <a:srgbClr val="0A0908"/>
                </a:solidFill>
                <a:latin typeface="Calibri" panose="020F0502020204030204" pitchFamily="34" charset="0"/>
                <a:cs typeface="Calibri" panose="020F0502020204030204" pitchFamily="34" charset="0"/>
              </a:rPr>
              <a:t>ncs</a:t>
            </a:r>
            <a:r>
              <a:rPr lang="en-US" sz="900" kern="1400" dirty="0">
                <a:solidFill>
                  <a:srgbClr val="0A0908"/>
                </a:solidFill>
                <a:latin typeface="Calibri" panose="020F0502020204030204" pitchFamily="34" charset="0"/>
                <a:cs typeface="Calibri" panose="020F0502020204030204" pitchFamily="34" charset="0"/>
              </a:rPr>
              <a:t>/ncs_upgrade_manager.py\", line 101, in _</a:t>
            </a:r>
            <a:r>
              <a:rPr lang="en-US" sz="900" kern="1400" dirty="0" err="1">
                <a:solidFill>
                  <a:srgbClr val="0A0908"/>
                </a:solidFill>
                <a:latin typeface="Calibri" panose="020F0502020204030204" pitchFamily="34" charset="0"/>
                <a:cs typeface="Calibri" panose="020F0502020204030204" pitchFamily="34" charset="0"/>
              </a:rPr>
              <a:t>prepare_steps</a:t>
            </a:r>
            <a:r>
              <a:rPr lang="en-US" sz="900" kern="1400" dirty="0">
                <a:solidFill>
                  <a:srgbClr val="0A0908"/>
                </a:solidFill>
                <a:latin typeface="Calibri" panose="020F0502020204030204" pitchFamily="34" charset="0"/>
                <a:cs typeface="Calibri" panose="020F0502020204030204" pitchFamily="34" charset="0"/>
              </a:rPr>
              <a:t>\</a:t>
            </a:r>
          </a:p>
          <a:p>
            <a:pPr marL="0" indent="0">
              <a:lnSpc>
                <a:spcPct val="107000"/>
              </a:lnSpc>
              <a:spcBef>
                <a:spcPts val="0"/>
              </a:spcBef>
              <a:buNone/>
            </a:pPr>
            <a:r>
              <a:rPr lang="en-US" sz="900" kern="1400" dirty="0">
                <a:solidFill>
                  <a:srgbClr val="0A0908"/>
                </a:solidFill>
                <a:latin typeface="Calibri" panose="020F0502020204030204" pitchFamily="34" charset="0"/>
                <a:cs typeface="Calibri" panose="020F0502020204030204" pitchFamily="34" charset="0"/>
              </a:rPr>
              <a:t>    self._</a:t>
            </a:r>
            <a:r>
              <a:rPr lang="en-US" sz="900" kern="1400" dirty="0" err="1">
                <a:solidFill>
                  <a:srgbClr val="0A0908"/>
                </a:solidFill>
                <a:latin typeface="Calibri" panose="020F0502020204030204" pitchFamily="34" charset="0"/>
                <a:cs typeface="Calibri" panose="020F0502020204030204" pitchFamily="34" charset="0"/>
              </a:rPr>
              <a:t>steps.append</a:t>
            </a:r>
            <a:r>
              <a:rPr lang="en-US" sz="900" kern="1400" dirty="0">
                <a:solidFill>
                  <a:srgbClr val="0A0908"/>
                </a:solidFill>
                <a:latin typeface="Calibri" panose="020F0502020204030204" pitchFamily="34" charset="0"/>
                <a:cs typeface="Calibri" panose="020F0502020204030204" pitchFamily="34" charset="0"/>
              </a:rPr>
              <a:t>({\\'obj</a:t>
            </a:r>
          </a:p>
          <a:p>
            <a:pPr marL="0" indent="0">
              <a:lnSpc>
                <a:spcPct val="107000"/>
              </a:lnSpc>
              <a:spcBef>
                <a:spcPts val="0"/>
              </a:spcBef>
              <a:buNone/>
            </a:pPr>
            <a:r>
              <a:rPr lang="en-US" sz="900" kern="1400" dirty="0">
                <a:solidFill>
                  <a:srgbClr val="0A0908"/>
                </a:solidFill>
                <a:latin typeface="Calibri" panose="020F0502020204030204" pitchFamily="34" charset="0"/>
                <a:cs typeface="Calibri" panose="020F0502020204030204" pitchFamily="34" charset="0"/>
              </a:rPr>
              <a:t>': </a:t>
            </a:r>
            <a:r>
              <a:rPr lang="en-US" sz="900" kern="1400" dirty="0" err="1">
                <a:solidFill>
                  <a:srgbClr val="0A0908"/>
                </a:solidFill>
                <a:latin typeface="Calibri" panose="020F0502020204030204" pitchFamily="34" charset="0"/>
                <a:cs typeface="Calibri" panose="020F0502020204030204" pitchFamily="34" charset="0"/>
              </a:rPr>
              <a:t>NcsBackupStep</a:t>
            </a:r>
            <a:r>
              <a:rPr lang="en-US" sz="900" kern="1400" dirty="0">
                <a:solidFill>
                  <a:srgbClr val="0A0908"/>
                </a:solidFill>
                <a:latin typeface="Calibri" panose="020F0502020204030204" pitchFamily="34" charset="0"/>
                <a:cs typeface="Calibri" panose="020F0502020204030204" pitchFamily="34" charset="0"/>
              </a:rPr>
              <a:t>(self._</a:t>
            </a:r>
            <a:r>
              <a:rPr lang="en-US" sz="900" kern="1400" dirty="0" err="1">
                <a:solidFill>
                  <a:srgbClr val="0A0908"/>
                </a:solidFill>
                <a:latin typeface="Calibri" panose="020F0502020204030204" pitchFamily="34" charset="0"/>
                <a:cs typeface="Calibri" panose="020F0502020204030204" pitchFamily="34" charset="0"/>
              </a:rPr>
              <a:t>backup_path</a:t>
            </a:r>
            <a:r>
              <a:rPr lang="en-US" sz="900" kern="1400" dirty="0">
                <a:solidFill>
                  <a:srgbClr val="0A0908"/>
                </a:solidFill>
                <a:latin typeface="Calibri" panose="020F0502020204030204" pitchFamily="34" charset="0"/>
                <a:cs typeface="Calibri" panose="020F0502020204030204" pitchFamily="34" charset="0"/>
              </a:rPr>
              <a:t>, </a:t>
            </a:r>
            <a:r>
              <a:rPr lang="en-US" sz="900" kern="1400" dirty="0" err="1">
                <a:solidFill>
                  <a:srgbClr val="0A0908"/>
                </a:solidFill>
                <a:latin typeface="Calibri" panose="020F0502020204030204" pitchFamily="34" charset="0"/>
                <a:cs typeface="Calibri" panose="020F0502020204030204" pitchFamily="34" charset="0"/>
              </a:rPr>
              <a:t>self.cluster_name</a:t>
            </a:r>
            <a:r>
              <a:rPr lang="en-US" sz="900" kern="1400" dirty="0">
                <a:solidFill>
                  <a:srgbClr val="0A0908"/>
                </a:solidFill>
                <a:latin typeface="Calibri" panose="020F0502020204030204" pitchFamily="34" charset="0"/>
                <a:cs typeface="Calibri" panose="020F0502020204030204" pitchFamily="34" charset="0"/>
              </a:rPr>
              <a:t>, </a:t>
            </a:r>
            <a:r>
              <a:rPr lang="en-US" sz="900" kern="1400" dirty="0" err="1">
                <a:solidFill>
                  <a:srgbClr val="0A0908"/>
                </a:solidFill>
                <a:latin typeface="Calibri" panose="020F0502020204030204" pitchFamily="34" charset="0"/>
                <a:cs typeface="Calibri" panose="020F0502020204030204" pitchFamily="34" charset="0"/>
              </a:rPr>
              <a:t>self.logger</a:t>
            </a:r>
            <a:r>
              <a:rPr lang="en-US" sz="900" kern="1400" dirty="0">
                <a:solidFill>
                  <a:srgbClr val="0A0908"/>
                </a:solidFill>
                <a:latin typeface="Calibri" panose="020F0502020204030204" pitchFamily="34" charset="0"/>
                <a:cs typeface="Calibri" panose="020F0502020204030204" pitchFamily="34" charset="0"/>
              </a:rPr>
              <a:t>),\</a:t>
            </a:r>
          </a:p>
          <a:p>
            <a:pPr marL="0" indent="0">
              <a:lnSpc>
                <a:spcPct val="107000"/>
              </a:lnSpc>
              <a:spcBef>
                <a:spcPts val="0"/>
              </a:spcBef>
              <a:buNone/>
            </a:pPr>
            <a:r>
              <a:rPr lang="en-US" sz="900" kern="1400" dirty="0">
                <a:solidFill>
                  <a:srgbClr val="0A0908"/>
                </a:solidFill>
                <a:latin typeface="Calibri" panose="020F0502020204030204" pitchFamily="34" charset="0"/>
                <a:cs typeface="Calibri" panose="020F0502020204030204" pitchFamily="34" charset="0"/>
              </a:rPr>
              <a:t>', '  File \"/</a:t>
            </a:r>
            <a:r>
              <a:rPr lang="en-US" sz="900" kern="1400" dirty="0" err="1">
                <a:solidFill>
                  <a:srgbClr val="0A0908"/>
                </a:solidFill>
                <a:latin typeface="Calibri" panose="020F0502020204030204" pitchFamily="34" charset="0"/>
                <a:cs typeface="Calibri" panose="020F0502020204030204" pitchFamily="34" charset="0"/>
              </a:rPr>
              <a:t>usr</a:t>
            </a:r>
            <a:r>
              <a:rPr lang="en-US" sz="900" kern="1400" dirty="0">
                <a:solidFill>
                  <a:srgbClr val="0A0908"/>
                </a:solidFill>
                <a:latin typeface="Calibri" panose="020F0502020204030204" pitchFamily="34" charset="0"/>
                <a:cs typeface="Calibri" panose="020F0502020204030204" pitchFamily="34" charset="0"/>
              </a:rPr>
              <a:t>/lib/python3.6/site-packages/</a:t>
            </a:r>
            <a:r>
              <a:rPr lang="en-US" sz="900" kern="1400" dirty="0" err="1">
                <a:solidFill>
                  <a:srgbClr val="0A0908"/>
                </a:solidFill>
                <a:latin typeface="Calibri" panose="020F0502020204030204" pitchFamily="34" charset="0"/>
                <a:cs typeface="Calibri" panose="020F0502020204030204" pitchFamily="34" charset="0"/>
              </a:rPr>
              <a:t>cbis_upgrade</a:t>
            </a:r>
            <a:r>
              <a:rPr lang="en-US" sz="900" kern="1400" dirty="0">
                <a:solidFill>
                  <a:srgbClr val="0A0908"/>
                </a:solidFill>
                <a:latin typeface="Calibri" panose="020F0502020204030204" pitchFamily="34" charset="0"/>
                <a:cs typeface="Calibri" panose="020F0502020204030204" pitchFamily="34" charset="0"/>
              </a:rPr>
              <a:t>/</a:t>
            </a:r>
            <a:r>
              <a:rPr lang="en-US" sz="900" kern="1400" dirty="0" err="1">
                <a:solidFill>
                  <a:srgbClr val="0A0908"/>
                </a:solidFill>
                <a:latin typeface="Calibri" panose="020F0502020204030204" pitchFamily="34" charset="0"/>
                <a:cs typeface="Calibri" panose="020F0502020204030204" pitchFamily="34" charset="0"/>
              </a:rPr>
              <a:t>ncs</a:t>
            </a:r>
            <a:r>
              <a:rPr lang="en-US" sz="900" kern="1400" dirty="0">
                <a:solidFill>
                  <a:srgbClr val="0A0908"/>
                </a:solidFill>
                <a:latin typeface="Calibri" panose="020F0502020204030204" pitchFamily="34" charset="0"/>
                <a:cs typeface="Calibri" panose="020F0502020204030204" pitchFamily="34" charset="0"/>
              </a:rPr>
              <a:t>/ncs_upgrade_steps.py\", line 416, in _</a:t>
            </a:r>
            <a:r>
              <a:rPr lang="en-US" sz="900" kern="1400" dirty="0" err="1">
                <a:solidFill>
                  <a:srgbClr val="0A0908"/>
                </a:solidFill>
                <a:latin typeface="Calibri" panose="020F0502020204030204" pitchFamily="34" charset="0"/>
                <a:cs typeface="Calibri" panose="020F0502020204030204" pitchFamily="34" charset="0"/>
              </a:rPr>
              <a:t>init</a:t>
            </a:r>
            <a:r>
              <a:rPr lang="en-US" sz="900" kern="1400" dirty="0">
                <a:solidFill>
                  <a:srgbClr val="0A0908"/>
                </a:solidFill>
                <a:latin typeface="Calibri" panose="020F0502020204030204" pitchFamily="34" charset="0"/>
                <a:cs typeface="Calibri" panose="020F0502020204030204" pitchFamily="34" charset="0"/>
              </a:rPr>
              <a:t>_\</a:t>
            </a:r>
          </a:p>
          <a:p>
            <a:pPr marL="0" indent="0">
              <a:lnSpc>
                <a:spcPct val="107000"/>
              </a:lnSpc>
              <a:spcBef>
                <a:spcPts val="0"/>
              </a:spcBef>
              <a:buNone/>
            </a:pPr>
            <a:r>
              <a:rPr lang="en-US" sz="900" kern="1400" dirty="0">
                <a:solidFill>
                  <a:srgbClr val="0A0908"/>
                </a:solidFill>
                <a:latin typeface="Calibri" panose="020F0502020204030204" pitchFamily="34" charset="0"/>
                <a:cs typeface="Calibri" panose="020F0502020204030204" pitchFamily="34" charset="0"/>
              </a:rPr>
              <a:t>    </a:t>
            </a:r>
            <a:r>
              <a:rPr lang="en-US" sz="900" kern="1400" dirty="0" err="1">
                <a:solidFill>
                  <a:srgbClr val="0A0908"/>
                </a:solidFill>
                <a:latin typeface="Calibri" panose="020F0502020204030204" pitchFamily="34" charset="0"/>
                <a:cs typeface="Calibri" panose="020F0502020204030204" pitchFamily="34" charset="0"/>
              </a:rPr>
              <a:t>self._backup</a:t>
            </a:r>
            <a:r>
              <a:rPr lang="en-US" sz="900" kern="1400" dirty="0">
                <a:solidFill>
                  <a:srgbClr val="0A0908"/>
                </a:solidFill>
                <a:latin typeface="Calibri" panose="020F0502020204030204" pitchFamily="34" charset="0"/>
                <a:cs typeface="Calibri" panose="020F0502020204030204" pitchFamily="34" charset="0"/>
              </a:rPr>
              <a:t> = </a:t>
            </a:r>
            <a:r>
              <a:rPr lang="en-US" sz="900" kern="1400" dirty="0" err="1">
                <a:solidFill>
                  <a:srgbClr val="0A0908"/>
                </a:solidFill>
                <a:latin typeface="Calibri" panose="020F0502020204030204" pitchFamily="34" charset="0"/>
                <a:cs typeface="Calibri" panose="020F0502020204030204" pitchFamily="34" charset="0"/>
              </a:rPr>
              <a:t>BackupSetup</a:t>
            </a:r>
            <a:r>
              <a:rPr lang="en-US" sz="900" kern="1400" dirty="0">
                <a:solidFill>
                  <a:srgbClr val="0A0908"/>
                </a:solidFill>
                <a:latin typeface="Calibri" panose="020F0502020204030204" pitchFamily="34" charset="0"/>
                <a:cs typeface="Calibri" panose="020F0502020204030204" pitchFamily="34" charset="0"/>
              </a:rPr>
              <a:t>(</a:t>
            </a:r>
            <a:r>
              <a:rPr lang="en-US" sz="900" kern="1400" dirty="0" err="1">
                <a:solidFill>
                  <a:srgbClr val="0A0908"/>
                </a:solidFill>
                <a:latin typeface="Calibri" panose="020F0502020204030204" pitchFamily="34" charset="0"/>
                <a:cs typeface="Calibri" panose="020F0502020204030204" pitchFamily="34" charset="0"/>
              </a:rPr>
              <a:t>backup_path</a:t>
            </a:r>
            <a:r>
              <a:rPr lang="en-US" sz="900" kern="1400" dirty="0">
                <a:solidFill>
                  <a:srgbClr val="0A0908"/>
                </a:solidFill>
                <a:latin typeface="Calibri" panose="020F0502020204030204" pitchFamily="34" charset="0"/>
                <a:cs typeface="Calibri" panose="020F0502020204030204" pitchFamily="34" charset="0"/>
              </a:rPr>
              <a:t>, </a:t>
            </a:r>
            <a:r>
              <a:rPr lang="en-US" sz="900" kern="1400" dirty="0" err="1">
                <a:solidFill>
                  <a:srgbClr val="0A0908"/>
                </a:solidFill>
                <a:latin typeface="Calibri" panose="020F0502020204030204" pitchFamily="34" charset="0"/>
                <a:cs typeface="Calibri" panose="020F0502020204030204" pitchFamily="34" charset="0"/>
              </a:rPr>
              <a:t>cluster_name</a:t>
            </a:r>
            <a:r>
              <a:rPr lang="en-US" sz="900" kern="1400" dirty="0">
                <a:solidFill>
                  <a:srgbClr val="0A0908"/>
                </a:solidFill>
                <a:latin typeface="Calibri" panose="020F0502020204030204" pitchFamily="34" charset="0"/>
                <a:cs typeface="Calibri" panose="020F0502020204030204" pitchFamily="34" charset="0"/>
              </a:rPr>
              <a:t>, logger)\</a:t>
            </a:r>
          </a:p>
          <a:p>
            <a:pPr marL="0" indent="0">
              <a:lnSpc>
                <a:spcPct val="107000"/>
              </a:lnSpc>
              <a:spcBef>
                <a:spcPts val="0"/>
              </a:spcBef>
              <a:buNone/>
            </a:pPr>
            <a:r>
              <a:rPr lang="en-US" sz="900" kern="1400" dirty="0">
                <a:solidFill>
                  <a:srgbClr val="0A0908"/>
                </a:solidFill>
                <a:latin typeface="Calibri" panose="020F0502020204030204" pitchFamily="34" charset="0"/>
                <a:cs typeface="Calibri" panose="020F0502020204030204" pitchFamily="34" charset="0"/>
              </a:rPr>
              <a:t>', '  File \"/</a:t>
            </a:r>
            <a:r>
              <a:rPr lang="en-US" sz="900" kern="1400" dirty="0" err="1">
                <a:solidFill>
                  <a:srgbClr val="0A0908"/>
                </a:solidFill>
                <a:latin typeface="Calibri" panose="020F0502020204030204" pitchFamily="34" charset="0"/>
                <a:cs typeface="Calibri" panose="020F0502020204030204" pitchFamily="34" charset="0"/>
              </a:rPr>
              <a:t>usr</a:t>
            </a:r>
            <a:r>
              <a:rPr lang="en-US" sz="900" kern="1400" dirty="0">
                <a:solidFill>
                  <a:srgbClr val="0A0908"/>
                </a:solidFill>
                <a:latin typeface="Calibri" panose="020F0502020204030204" pitchFamily="34" charset="0"/>
                <a:cs typeface="Calibri" panose="020F0502020204030204" pitchFamily="34" charset="0"/>
              </a:rPr>
              <a:t>/lib/python3.6/site-packages/</a:t>
            </a:r>
            <a:r>
              <a:rPr lang="en-US" sz="900" kern="1400" dirty="0" err="1">
                <a:solidFill>
                  <a:srgbClr val="0A0908"/>
                </a:solidFill>
                <a:latin typeface="Calibri" panose="020F0502020204030204" pitchFamily="34" charset="0"/>
                <a:cs typeface="Calibri" panose="020F0502020204030204" pitchFamily="34" charset="0"/>
              </a:rPr>
              <a:t>cbis_upgrade</a:t>
            </a:r>
            <a:r>
              <a:rPr lang="en-US" sz="900" kern="1400" dirty="0">
                <a:solidFill>
                  <a:srgbClr val="0A0908"/>
                </a:solidFill>
                <a:latin typeface="Calibri" panose="020F0502020204030204" pitchFamily="34" charset="0"/>
                <a:cs typeface="Calibri" panose="020F0502020204030204" pitchFamily="34" charset="0"/>
              </a:rPr>
              <a:t>/</a:t>
            </a:r>
            <a:r>
              <a:rPr lang="en-US" sz="900" kern="1400" dirty="0" err="1">
                <a:solidFill>
                  <a:srgbClr val="0A0908"/>
                </a:solidFill>
                <a:latin typeface="Calibri" panose="020F0502020204030204" pitchFamily="34" charset="0"/>
                <a:cs typeface="Calibri" panose="020F0502020204030204" pitchFamily="34" charset="0"/>
              </a:rPr>
              <a:t>ncs</a:t>
            </a:r>
            <a:r>
              <a:rPr lang="en-US" sz="900" kern="1400" dirty="0">
                <a:solidFill>
                  <a:srgbClr val="0A0908"/>
                </a:solidFill>
                <a:latin typeface="Calibri" panose="020F0502020204030204" pitchFamily="34" charset="0"/>
                <a:cs typeface="Calibri" panose="020F0502020204030204" pitchFamily="34" charset="0"/>
              </a:rPr>
              <a:t>/</a:t>
            </a:r>
            <a:r>
              <a:rPr lang="en-US" sz="900" kern="1400" dirty="0" err="1">
                <a:solidFill>
                  <a:srgbClr val="0A0908"/>
                </a:solidFill>
                <a:latin typeface="Calibri" panose="020F0502020204030204" pitchFamily="34" charset="0"/>
                <a:cs typeface="Calibri" panose="020F0502020204030204" pitchFamily="34" charset="0"/>
              </a:rPr>
              <a:t>backup_restore</a:t>
            </a:r>
            <a:r>
              <a:rPr lang="en-US" sz="900" kern="1400" dirty="0">
                <a:solidFill>
                  <a:srgbClr val="0A0908"/>
                </a:solidFill>
                <a:latin typeface="Calibri" panose="020F0502020204030204" pitchFamily="34" charset="0"/>
                <a:cs typeface="Calibri" panose="020F0502020204030204" pitchFamily="34" charset="0"/>
              </a:rPr>
              <a:t>/backup.py\", line 29, in _</a:t>
            </a:r>
            <a:r>
              <a:rPr lang="en-US" sz="900" kern="1400" dirty="0" err="1">
                <a:solidFill>
                  <a:srgbClr val="0A0908"/>
                </a:solidFill>
                <a:latin typeface="Calibri" panose="020F0502020204030204" pitchFamily="34" charset="0"/>
                <a:cs typeface="Calibri" panose="020F0502020204030204" pitchFamily="34" charset="0"/>
              </a:rPr>
              <a:t>init</a:t>
            </a:r>
            <a:r>
              <a:rPr lang="en-US" sz="900" kern="1400" dirty="0">
                <a:solidFill>
                  <a:srgbClr val="0A0908"/>
                </a:solidFill>
                <a:latin typeface="Calibri" panose="020F0502020204030204" pitchFamily="34" charset="0"/>
                <a:cs typeface="Calibri" panose="020F0502020204030204" pitchFamily="34" charset="0"/>
              </a:rPr>
              <a:t>_\</a:t>
            </a:r>
          </a:p>
          <a:p>
            <a:pPr marL="0" indent="0">
              <a:lnSpc>
                <a:spcPct val="107000"/>
              </a:lnSpc>
              <a:spcBef>
                <a:spcPts val="0"/>
              </a:spcBef>
              <a:buNone/>
            </a:pPr>
            <a:r>
              <a:rPr lang="en-US" sz="900" kern="1400" dirty="0">
                <a:solidFill>
                  <a:srgbClr val="0A0908"/>
                </a:solidFill>
                <a:latin typeface="Calibri" panose="020F0502020204030204" pitchFamily="34" charset="0"/>
                <a:cs typeface="Calibri" panose="020F0502020204030204" pitchFamily="34" charset="0"/>
              </a:rPr>
              <a:t>    </a:t>
            </a:r>
            <a:r>
              <a:rPr lang="en-US" sz="900" kern="1400" dirty="0" err="1">
                <a:solidFill>
                  <a:srgbClr val="0A0908"/>
                </a:solidFill>
                <a:latin typeface="Calibri" panose="020F0502020204030204" pitchFamily="34" charset="0"/>
                <a:cs typeface="Calibri" panose="020F0502020204030204" pitchFamily="34" charset="0"/>
              </a:rPr>
              <a:t>self.payload</a:t>
            </a:r>
            <a:r>
              <a:rPr lang="en-US" sz="900" kern="1400" dirty="0">
                <a:solidFill>
                  <a:srgbClr val="0A0908"/>
                </a:solidFill>
                <a:latin typeface="Calibri" panose="020F0502020204030204" pitchFamily="34" charset="0"/>
                <a:cs typeface="Calibri" panose="020F0502020204030204" pitchFamily="34" charset="0"/>
              </a:rPr>
              <a:t> = </a:t>
            </a:r>
            <a:r>
              <a:rPr lang="en-US" sz="900" kern="1400" dirty="0" err="1">
                <a:solidFill>
                  <a:srgbClr val="0A0908"/>
                </a:solidFill>
                <a:latin typeface="Calibri" panose="020F0502020204030204" pitchFamily="34" charset="0"/>
                <a:cs typeface="Calibri" panose="020F0502020204030204" pitchFamily="34" charset="0"/>
              </a:rPr>
              <a:t>self.create_payload</a:t>
            </a:r>
            <a:r>
              <a:rPr lang="en-US" sz="900" kern="1400" dirty="0">
                <a:solidFill>
                  <a:srgbClr val="0A0908"/>
                </a:solidFill>
                <a:latin typeface="Calibri" panose="020F0502020204030204" pitchFamily="34" charset="0"/>
                <a:cs typeface="Calibri" panose="020F0502020204030204" pitchFamily="34" charset="0"/>
              </a:rPr>
              <a:t>()\</a:t>
            </a:r>
          </a:p>
          <a:p>
            <a:pPr marL="0" indent="0">
              <a:lnSpc>
                <a:spcPct val="107000"/>
              </a:lnSpc>
              <a:spcBef>
                <a:spcPts val="0"/>
              </a:spcBef>
              <a:buNone/>
            </a:pPr>
            <a:endParaRPr lang="en-US" sz="900" kern="1400" dirty="0">
              <a:solidFill>
                <a:srgbClr val="0A0908"/>
              </a:solidFill>
              <a:latin typeface="Calibri" panose="020F0502020204030204" pitchFamily="34" charset="0"/>
              <a:cs typeface="Calibri" panose="020F0502020204030204" pitchFamily="34" charset="0"/>
            </a:endParaRPr>
          </a:p>
          <a:p>
            <a:pPr marL="0" indent="0">
              <a:lnSpc>
                <a:spcPct val="107000"/>
              </a:lnSpc>
              <a:spcBef>
                <a:spcPts val="0"/>
              </a:spcBef>
              <a:buNone/>
            </a:pPr>
            <a:r>
              <a:rPr lang="en-US" sz="900" kern="1400" dirty="0">
                <a:solidFill>
                  <a:srgbClr val="0A0908"/>
                </a:solidFill>
                <a:latin typeface="Calibri" panose="020F0502020204030204" pitchFamily="34" charset="0"/>
                <a:cs typeface="Calibri" panose="020F0502020204030204" pitchFamily="34" charset="0"/>
              </a:rPr>
              <a:t>[root@ncdcwaaa02-ncs-masterbm-0 ~ (Active)]# </a:t>
            </a:r>
            <a:r>
              <a:rPr lang="en-US" sz="900" b="1" dirty="0" err="1">
                <a:solidFill>
                  <a:schemeClr val="accent1"/>
                </a:solidFill>
                <a:latin typeface="Calibri" panose="020F0502020204030204" pitchFamily="34" charset="0"/>
              </a:rPr>
              <a:t>sudo</a:t>
            </a:r>
            <a:r>
              <a:rPr lang="en-US" sz="900" b="1" dirty="0">
                <a:solidFill>
                  <a:schemeClr val="accent1"/>
                </a:solidFill>
                <a:latin typeface="Calibri" panose="020F0502020204030204" pitchFamily="34" charset="0"/>
              </a:rPr>
              <a:t> </a:t>
            </a:r>
            <a:r>
              <a:rPr lang="en-US" sz="900" b="1" dirty="0" err="1">
                <a:solidFill>
                  <a:schemeClr val="accent1"/>
                </a:solidFill>
                <a:latin typeface="Calibri" panose="020F0502020204030204" pitchFamily="34" charset="0"/>
              </a:rPr>
              <a:t>kubectl</a:t>
            </a:r>
            <a:r>
              <a:rPr lang="en-US" sz="900" b="1" dirty="0">
                <a:solidFill>
                  <a:schemeClr val="accent1"/>
                </a:solidFill>
                <a:latin typeface="Calibri" panose="020F0502020204030204" pitchFamily="34" charset="0"/>
              </a:rPr>
              <a:t> -</a:t>
            </a:r>
            <a:r>
              <a:rPr lang="en-US" sz="900" b="1" dirty="0" err="1">
                <a:solidFill>
                  <a:schemeClr val="accent1"/>
                </a:solidFill>
                <a:latin typeface="Calibri" panose="020F0502020204030204" pitchFamily="34" charset="0"/>
              </a:rPr>
              <a:t>nncms</a:t>
            </a:r>
            <a:r>
              <a:rPr lang="en-US" sz="900" b="1" dirty="0">
                <a:solidFill>
                  <a:schemeClr val="accent1"/>
                </a:solidFill>
                <a:latin typeface="Calibri" panose="020F0502020204030204" pitchFamily="34" charset="0"/>
              </a:rPr>
              <a:t> get </a:t>
            </a:r>
            <a:r>
              <a:rPr lang="en-US" sz="900" b="1" dirty="0" err="1">
                <a:solidFill>
                  <a:schemeClr val="accent1"/>
                </a:solidFill>
                <a:latin typeface="Calibri" panose="020F0502020204030204" pitchFamily="34" charset="0"/>
              </a:rPr>
              <a:t>pvc</a:t>
            </a:r>
            <a:r>
              <a:rPr lang="en-US" sz="900" b="1" dirty="0">
                <a:solidFill>
                  <a:schemeClr val="accent1"/>
                </a:solidFill>
                <a:latin typeface="Calibri" panose="020F0502020204030204" pitchFamily="34" charset="0"/>
              </a:rPr>
              <a:t> </a:t>
            </a:r>
            <a:r>
              <a:rPr lang="en-US" sz="900" b="1" dirty="0" err="1">
                <a:solidFill>
                  <a:schemeClr val="accent1"/>
                </a:solidFill>
                <a:latin typeface="Calibri" panose="020F0502020204030204" pitchFamily="34" charset="0"/>
              </a:rPr>
              <a:t>cbur</a:t>
            </a:r>
            <a:r>
              <a:rPr lang="en-US" sz="900" b="1" dirty="0">
                <a:solidFill>
                  <a:schemeClr val="accent1"/>
                </a:solidFill>
                <a:latin typeface="Calibri" panose="020F0502020204030204" pitchFamily="34" charset="0"/>
              </a:rPr>
              <a:t>-master-</a:t>
            </a:r>
            <a:r>
              <a:rPr lang="en-US" sz="900" b="1" dirty="0" err="1">
                <a:solidFill>
                  <a:schemeClr val="accent1"/>
                </a:solidFill>
                <a:latin typeface="Calibri" panose="020F0502020204030204" pitchFamily="34" charset="0"/>
              </a:rPr>
              <a:t>cbur</a:t>
            </a:r>
            <a:r>
              <a:rPr lang="en-US" sz="900" b="1" dirty="0">
                <a:solidFill>
                  <a:schemeClr val="accent1"/>
                </a:solidFill>
                <a:latin typeface="Calibri" panose="020F0502020204030204" pitchFamily="34" charset="0"/>
              </a:rPr>
              <a:t>-backup-cluster</a:t>
            </a:r>
          </a:p>
          <a:p>
            <a:pPr marL="0" indent="0">
              <a:lnSpc>
                <a:spcPct val="107000"/>
              </a:lnSpc>
              <a:spcBef>
                <a:spcPts val="0"/>
              </a:spcBef>
              <a:buNone/>
            </a:pPr>
            <a:r>
              <a:rPr lang="en-US" sz="900" kern="1400" dirty="0">
                <a:solidFill>
                  <a:srgbClr val="FF0000"/>
                </a:solidFill>
                <a:latin typeface="Calibri" panose="020F0502020204030204" pitchFamily="34" charset="0"/>
                <a:cs typeface="Calibri" panose="020F0502020204030204" pitchFamily="34" charset="0"/>
              </a:rPr>
              <a:t>Error from server (</a:t>
            </a:r>
            <a:r>
              <a:rPr lang="en-US" sz="900" kern="1400" dirty="0" err="1">
                <a:solidFill>
                  <a:srgbClr val="FF0000"/>
                </a:solidFill>
                <a:latin typeface="Calibri" panose="020F0502020204030204" pitchFamily="34" charset="0"/>
                <a:cs typeface="Calibri" panose="020F0502020204030204" pitchFamily="34" charset="0"/>
              </a:rPr>
              <a:t>NotFound</a:t>
            </a:r>
            <a:r>
              <a:rPr lang="en-US" sz="900" kern="1400" dirty="0">
                <a:solidFill>
                  <a:srgbClr val="FF0000"/>
                </a:solidFill>
                <a:latin typeface="Calibri" panose="020F0502020204030204" pitchFamily="34" charset="0"/>
                <a:cs typeface="Calibri" panose="020F0502020204030204" pitchFamily="34" charset="0"/>
              </a:rPr>
              <a:t>): </a:t>
            </a:r>
            <a:r>
              <a:rPr lang="en-US" sz="900" kern="1400" dirty="0" err="1">
                <a:solidFill>
                  <a:srgbClr val="FF0000"/>
                </a:solidFill>
                <a:latin typeface="Calibri" panose="020F0502020204030204" pitchFamily="34" charset="0"/>
                <a:cs typeface="Calibri" panose="020F0502020204030204" pitchFamily="34" charset="0"/>
              </a:rPr>
              <a:t>persistentvolumeclaims</a:t>
            </a:r>
            <a:r>
              <a:rPr lang="en-US" sz="900" kern="1400" dirty="0">
                <a:solidFill>
                  <a:srgbClr val="FF0000"/>
                </a:solidFill>
                <a:latin typeface="Calibri" panose="020F0502020204030204" pitchFamily="34" charset="0"/>
                <a:cs typeface="Calibri" panose="020F0502020204030204" pitchFamily="34" charset="0"/>
              </a:rPr>
              <a:t> "</a:t>
            </a:r>
            <a:r>
              <a:rPr lang="en-US" sz="900" kern="1400" dirty="0" err="1">
                <a:solidFill>
                  <a:srgbClr val="FF0000"/>
                </a:solidFill>
                <a:latin typeface="Calibri" panose="020F0502020204030204" pitchFamily="34" charset="0"/>
                <a:cs typeface="Calibri" panose="020F0502020204030204" pitchFamily="34" charset="0"/>
              </a:rPr>
              <a:t>cbur</a:t>
            </a:r>
            <a:r>
              <a:rPr lang="en-US" sz="900" kern="1400" dirty="0">
                <a:solidFill>
                  <a:srgbClr val="FF0000"/>
                </a:solidFill>
                <a:latin typeface="Calibri" panose="020F0502020204030204" pitchFamily="34" charset="0"/>
                <a:cs typeface="Calibri" panose="020F0502020204030204" pitchFamily="34" charset="0"/>
              </a:rPr>
              <a:t>-master-</a:t>
            </a:r>
            <a:r>
              <a:rPr lang="en-US" sz="900" kern="1400" dirty="0" err="1">
                <a:solidFill>
                  <a:srgbClr val="FF0000"/>
                </a:solidFill>
                <a:latin typeface="Calibri" panose="020F0502020204030204" pitchFamily="34" charset="0"/>
                <a:cs typeface="Calibri" panose="020F0502020204030204" pitchFamily="34" charset="0"/>
              </a:rPr>
              <a:t>cbur</a:t>
            </a:r>
            <a:r>
              <a:rPr lang="en-US" sz="900" kern="1400" dirty="0">
                <a:solidFill>
                  <a:srgbClr val="FF0000"/>
                </a:solidFill>
                <a:latin typeface="Calibri" panose="020F0502020204030204" pitchFamily="34" charset="0"/>
                <a:cs typeface="Calibri" panose="020F0502020204030204" pitchFamily="34" charset="0"/>
              </a:rPr>
              <a:t>-backup-cluster" not found</a:t>
            </a:r>
          </a:p>
          <a:p>
            <a:pPr marL="0" indent="0">
              <a:lnSpc>
                <a:spcPct val="107000"/>
              </a:lnSpc>
              <a:spcBef>
                <a:spcPts val="0"/>
              </a:spcBef>
              <a:buNone/>
            </a:pPr>
            <a:r>
              <a:rPr lang="en-US" sz="900" kern="1400" dirty="0">
                <a:solidFill>
                  <a:srgbClr val="0A0908"/>
                </a:solidFill>
                <a:latin typeface="Calibri" panose="020F0502020204030204" pitchFamily="34" charset="0"/>
                <a:cs typeface="Calibri" panose="020F0502020204030204" pitchFamily="34" charset="0"/>
              </a:rPr>
              <a:t>You have new mail in /var/spool/mail/root</a:t>
            </a:r>
          </a:p>
          <a:p>
            <a:pPr marL="0" indent="0">
              <a:lnSpc>
                <a:spcPct val="107000"/>
              </a:lnSpc>
              <a:spcBef>
                <a:spcPts val="0"/>
              </a:spcBef>
              <a:buNone/>
            </a:pPr>
            <a:r>
              <a:rPr lang="en-US" sz="900" kern="1400" dirty="0">
                <a:solidFill>
                  <a:srgbClr val="0A0908"/>
                </a:solidFill>
                <a:latin typeface="Calibri" panose="020F0502020204030204" pitchFamily="34" charset="0"/>
                <a:cs typeface="Calibri" panose="020F0502020204030204" pitchFamily="34" charset="0"/>
              </a:rPr>
              <a:t>[root@ncdcwaaa02-ncs-masterbm-0 ~ (Active)]#</a:t>
            </a:r>
          </a:p>
          <a:p>
            <a:pPr marL="0" indent="0">
              <a:lnSpc>
                <a:spcPct val="107000"/>
              </a:lnSpc>
              <a:spcBef>
                <a:spcPts val="0"/>
              </a:spcBef>
              <a:buNone/>
            </a:pPr>
            <a:endParaRPr lang="en-US" sz="900" kern="1400" dirty="0">
              <a:solidFill>
                <a:srgbClr val="0A0908"/>
              </a:solidFill>
              <a:latin typeface="Calibri" panose="020F0502020204030204" pitchFamily="34" charset="0"/>
              <a:cs typeface="Calibri" panose="020F0502020204030204" pitchFamily="34" charset="0"/>
            </a:endParaRPr>
          </a:p>
          <a:p>
            <a:pPr marL="0" indent="0">
              <a:lnSpc>
                <a:spcPct val="107000"/>
              </a:lnSpc>
              <a:spcBef>
                <a:spcPts val="0"/>
              </a:spcBef>
              <a:buNone/>
            </a:pPr>
            <a:r>
              <a:rPr lang="en-US" sz="900" kern="1400" dirty="0">
                <a:solidFill>
                  <a:srgbClr val="0A0908"/>
                </a:solidFill>
                <a:latin typeface="Calibri" panose="020F0502020204030204" pitchFamily="34" charset="0"/>
                <a:cs typeface="Calibri" panose="020F0502020204030204" pitchFamily="34" charset="0"/>
              </a:rPr>
              <a:t>[root@cnfaaalab1-ncs-masterbm-0 ~ (Active)]# </a:t>
            </a:r>
            <a:r>
              <a:rPr lang="en-US" sz="900" b="1" dirty="0" err="1">
                <a:solidFill>
                  <a:schemeClr val="accent1"/>
                </a:solidFill>
                <a:latin typeface="Calibri" panose="020F0502020204030204" pitchFamily="34" charset="0"/>
              </a:rPr>
              <a:t>kubectl</a:t>
            </a:r>
            <a:r>
              <a:rPr lang="en-US" sz="900" b="1" dirty="0">
                <a:solidFill>
                  <a:schemeClr val="accent1"/>
                </a:solidFill>
                <a:latin typeface="Calibri" panose="020F0502020204030204" pitchFamily="34" charset="0"/>
              </a:rPr>
              <a:t> get </a:t>
            </a:r>
            <a:r>
              <a:rPr lang="en-US" sz="900" b="1" dirty="0" err="1">
                <a:solidFill>
                  <a:schemeClr val="accent1"/>
                </a:solidFill>
                <a:latin typeface="Calibri" panose="020F0502020204030204" pitchFamily="34" charset="0"/>
              </a:rPr>
              <a:t>pvc</a:t>
            </a:r>
            <a:r>
              <a:rPr lang="en-US" sz="900" b="1" dirty="0">
                <a:solidFill>
                  <a:schemeClr val="accent1"/>
                </a:solidFill>
                <a:latin typeface="Calibri" panose="020F0502020204030204" pitchFamily="34" charset="0"/>
              </a:rPr>
              <a:t> -A | grep </a:t>
            </a:r>
            <a:r>
              <a:rPr lang="en-US" sz="900" b="1" dirty="0" err="1">
                <a:solidFill>
                  <a:schemeClr val="accent1"/>
                </a:solidFill>
                <a:latin typeface="Calibri" panose="020F0502020204030204" pitchFamily="34" charset="0"/>
              </a:rPr>
              <a:t>cbur</a:t>
            </a:r>
            <a:endParaRPr lang="en-US" sz="900" b="1" dirty="0">
              <a:solidFill>
                <a:schemeClr val="accent1"/>
              </a:solidFill>
              <a:latin typeface="Calibri" panose="020F0502020204030204" pitchFamily="34" charset="0"/>
            </a:endParaRPr>
          </a:p>
          <a:p>
            <a:pPr marL="0" indent="0">
              <a:lnSpc>
                <a:spcPct val="107000"/>
              </a:lnSpc>
              <a:spcBef>
                <a:spcPts val="0"/>
              </a:spcBef>
              <a:buNone/>
            </a:pPr>
            <a:r>
              <a:rPr lang="en-US" sz="900" kern="1400" dirty="0" err="1">
                <a:solidFill>
                  <a:srgbClr val="0A0908"/>
                </a:solidFill>
                <a:highlight>
                  <a:srgbClr val="FFFF00"/>
                </a:highlight>
                <a:latin typeface="Calibri" panose="020F0502020204030204" pitchFamily="34" charset="0"/>
                <a:cs typeface="Calibri" panose="020F0502020204030204" pitchFamily="34" charset="0"/>
              </a:rPr>
              <a:t>ncms</a:t>
            </a:r>
            <a:r>
              <a:rPr lang="en-US" sz="900" kern="1400" dirty="0">
                <a:solidFill>
                  <a:srgbClr val="0A0908"/>
                </a:solidFill>
                <a:highlight>
                  <a:srgbClr val="FFFF00"/>
                </a:highlight>
                <a:latin typeface="Calibri" panose="020F0502020204030204" pitchFamily="34" charset="0"/>
                <a:cs typeface="Calibri" panose="020F0502020204030204" pitchFamily="34" charset="0"/>
              </a:rPr>
              <a:t>           </a:t>
            </a:r>
            <a:r>
              <a:rPr lang="en-US" sz="900" kern="1400" dirty="0" err="1">
                <a:solidFill>
                  <a:srgbClr val="0A0908"/>
                </a:solidFill>
                <a:highlight>
                  <a:srgbClr val="FFFF00"/>
                </a:highlight>
                <a:latin typeface="Calibri" panose="020F0502020204030204" pitchFamily="34" charset="0"/>
                <a:cs typeface="Calibri" panose="020F0502020204030204" pitchFamily="34" charset="0"/>
              </a:rPr>
              <a:t>cbur</a:t>
            </a:r>
            <a:r>
              <a:rPr lang="en-US" sz="900" kern="1400" dirty="0">
                <a:solidFill>
                  <a:srgbClr val="0A0908"/>
                </a:solidFill>
                <a:highlight>
                  <a:srgbClr val="FFFF00"/>
                </a:highlight>
                <a:latin typeface="Calibri" panose="020F0502020204030204" pitchFamily="34" charset="0"/>
                <a:cs typeface="Calibri" panose="020F0502020204030204" pitchFamily="34" charset="0"/>
              </a:rPr>
              <a:t>-master-</a:t>
            </a:r>
            <a:r>
              <a:rPr lang="en-US" sz="900" kern="1400" dirty="0" err="1">
                <a:solidFill>
                  <a:srgbClr val="0A0908"/>
                </a:solidFill>
                <a:highlight>
                  <a:srgbClr val="FFFF00"/>
                </a:highlight>
                <a:latin typeface="Calibri" panose="020F0502020204030204" pitchFamily="34" charset="0"/>
                <a:cs typeface="Calibri" panose="020F0502020204030204" pitchFamily="34" charset="0"/>
              </a:rPr>
              <a:t>cbur</a:t>
            </a:r>
            <a:r>
              <a:rPr lang="en-US" sz="900" kern="1400" dirty="0">
                <a:solidFill>
                  <a:srgbClr val="0A0908"/>
                </a:solidFill>
                <a:highlight>
                  <a:srgbClr val="FFFF00"/>
                </a:highlight>
                <a:latin typeface="Calibri" panose="020F0502020204030204" pitchFamily="34" charset="0"/>
                <a:cs typeface="Calibri" panose="020F0502020204030204" pitchFamily="34" charset="0"/>
              </a:rPr>
              <a:t>-backup                                        Bound    pvc-d34f7814-0466-4e8c-a461-4e7a7dbc4e58   200Gi      RWX            </a:t>
            </a:r>
            <a:r>
              <a:rPr lang="en-US" sz="900" kern="1400" dirty="0" err="1">
                <a:solidFill>
                  <a:srgbClr val="0A0908"/>
                </a:solidFill>
                <a:highlight>
                  <a:srgbClr val="FFFF00"/>
                </a:highlight>
                <a:latin typeface="Calibri" panose="020F0502020204030204" pitchFamily="34" charset="0"/>
                <a:cs typeface="Calibri" panose="020F0502020204030204" pitchFamily="34" charset="0"/>
              </a:rPr>
              <a:t>csi-cephfs</a:t>
            </a:r>
            <a:r>
              <a:rPr lang="en-US" sz="900" kern="1400" dirty="0">
                <a:solidFill>
                  <a:srgbClr val="0A0908"/>
                </a:solidFill>
                <a:highlight>
                  <a:srgbClr val="FFFF00"/>
                </a:highlight>
                <a:latin typeface="Calibri" panose="020F0502020204030204" pitchFamily="34" charset="0"/>
                <a:cs typeface="Calibri" panose="020F0502020204030204" pitchFamily="34" charset="0"/>
              </a:rPr>
              <a:t>     210d</a:t>
            </a:r>
          </a:p>
          <a:p>
            <a:pPr marL="0" indent="0">
              <a:lnSpc>
                <a:spcPct val="107000"/>
              </a:lnSpc>
              <a:spcBef>
                <a:spcPts val="0"/>
              </a:spcBef>
              <a:buNone/>
            </a:pPr>
            <a:r>
              <a:rPr lang="en-US" sz="900" kern="1400" dirty="0" err="1">
                <a:solidFill>
                  <a:srgbClr val="0A0908"/>
                </a:solidFill>
                <a:highlight>
                  <a:srgbClr val="FFFF00"/>
                </a:highlight>
                <a:latin typeface="Calibri" panose="020F0502020204030204" pitchFamily="34" charset="0"/>
                <a:cs typeface="Calibri" panose="020F0502020204030204" pitchFamily="34" charset="0"/>
              </a:rPr>
              <a:t>ncms</a:t>
            </a:r>
            <a:r>
              <a:rPr lang="en-US" sz="900" kern="1400" dirty="0">
                <a:solidFill>
                  <a:srgbClr val="0A0908"/>
                </a:solidFill>
                <a:highlight>
                  <a:srgbClr val="FFFF00"/>
                </a:highlight>
                <a:latin typeface="Calibri" panose="020F0502020204030204" pitchFamily="34" charset="0"/>
                <a:cs typeface="Calibri" panose="020F0502020204030204" pitchFamily="34" charset="0"/>
              </a:rPr>
              <a:t>           </a:t>
            </a:r>
            <a:r>
              <a:rPr lang="en-US" sz="900" kern="1400" dirty="0" err="1">
                <a:solidFill>
                  <a:srgbClr val="0A0908"/>
                </a:solidFill>
                <a:highlight>
                  <a:srgbClr val="FFFF00"/>
                </a:highlight>
                <a:latin typeface="Calibri" panose="020F0502020204030204" pitchFamily="34" charset="0"/>
                <a:cs typeface="Calibri" panose="020F0502020204030204" pitchFamily="34" charset="0"/>
              </a:rPr>
              <a:t>cbur</a:t>
            </a:r>
            <a:r>
              <a:rPr lang="en-US" sz="900" kern="1400" dirty="0">
                <a:solidFill>
                  <a:srgbClr val="0A0908"/>
                </a:solidFill>
                <a:highlight>
                  <a:srgbClr val="FFFF00"/>
                </a:highlight>
                <a:latin typeface="Calibri" panose="020F0502020204030204" pitchFamily="34" charset="0"/>
                <a:cs typeface="Calibri" panose="020F0502020204030204" pitchFamily="34" charset="0"/>
              </a:rPr>
              <a:t>-master-</a:t>
            </a:r>
            <a:r>
              <a:rPr lang="en-US" sz="900" kern="1400" dirty="0" err="1">
                <a:solidFill>
                  <a:srgbClr val="0A0908"/>
                </a:solidFill>
                <a:highlight>
                  <a:srgbClr val="FFFF00"/>
                </a:highlight>
                <a:latin typeface="Calibri" panose="020F0502020204030204" pitchFamily="34" charset="0"/>
                <a:cs typeface="Calibri" panose="020F0502020204030204" pitchFamily="34" charset="0"/>
              </a:rPr>
              <a:t>cbur</a:t>
            </a:r>
            <a:r>
              <a:rPr lang="en-US" sz="900" kern="1400" dirty="0">
                <a:solidFill>
                  <a:srgbClr val="0A0908"/>
                </a:solidFill>
                <a:highlight>
                  <a:srgbClr val="FFFF00"/>
                </a:highlight>
                <a:latin typeface="Calibri" panose="020F0502020204030204" pitchFamily="34" charset="0"/>
                <a:cs typeface="Calibri" panose="020F0502020204030204" pitchFamily="34" charset="0"/>
              </a:rPr>
              <a:t>-repo                                             Bound    pvc-96985481-c647-423f-9bbd-0b4e0d43416b   200Gi      RWX            </a:t>
            </a:r>
            <a:r>
              <a:rPr lang="en-US" sz="900" kern="1400" dirty="0" err="1">
                <a:solidFill>
                  <a:srgbClr val="0A0908"/>
                </a:solidFill>
                <a:highlight>
                  <a:srgbClr val="FFFF00"/>
                </a:highlight>
                <a:latin typeface="Calibri" panose="020F0502020204030204" pitchFamily="34" charset="0"/>
                <a:cs typeface="Calibri" panose="020F0502020204030204" pitchFamily="34" charset="0"/>
              </a:rPr>
              <a:t>csi-cephfs</a:t>
            </a:r>
            <a:r>
              <a:rPr lang="en-US" sz="900" kern="1400" dirty="0">
                <a:solidFill>
                  <a:srgbClr val="0A0908"/>
                </a:solidFill>
                <a:highlight>
                  <a:srgbClr val="FFFF00"/>
                </a:highlight>
                <a:latin typeface="Calibri" panose="020F0502020204030204" pitchFamily="34" charset="0"/>
                <a:cs typeface="Calibri" panose="020F0502020204030204" pitchFamily="34" charset="0"/>
              </a:rPr>
              <a:t>     210d</a:t>
            </a:r>
          </a:p>
          <a:p>
            <a:pPr marL="0" indent="0">
              <a:lnSpc>
                <a:spcPct val="107000"/>
              </a:lnSpc>
              <a:spcBef>
                <a:spcPts val="0"/>
              </a:spcBef>
              <a:buNone/>
            </a:pPr>
            <a:r>
              <a:rPr lang="en-US" sz="900" kern="1400" dirty="0">
                <a:solidFill>
                  <a:srgbClr val="0A0908"/>
                </a:solidFill>
                <a:latin typeface="Calibri" panose="020F0502020204030204" pitchFamily="34" charset="0"/>
                <a:cs typeface="Calibri" panose="020F0502020204030204" pitchFamily="34" charset="0"/>
              </a:rPr>
              <a:t>[root@cnfaaalab1-ncs-masterbm-0 ~ (Active)]# </a:t>
            </a:r>
          </a:p>
          <a:p>
            <a:pPr marL="0" indent="0">
              <a:lnSpc>
                <a:spcPct val="107000"/>
              </a:lnSpc>
              <a:spcBef>
                <a:spcPts val="0"/>
              </a:spcBef>
              <a:buNone/>
            </a:pPr>
            <a:endParaRPr lang="en-US" sz="900" kern="1400" dirty="0">
              <a:solidFill>
                <a:srgbClr val="0A090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2638012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C46A26-263F-DE90-81E1-3E0D64BE92BE}"/>
            </a:ext>
          </a:extLst>
        </p:cNvPr>
        <p:cNvGrpSpPr/>
        <p:nvPr/>
      </p:nvGrpSpPr>
      <p:grpSpPr>
        <a:xfrm>
          <a:off x="0" y="0"/>
          <a:ext cx="0" cy="0"/>
          <a:chOff x="0" y="0"/>
          <a:chExt cx="0" cy="0"/>
        </a:xfrm>
      </p:grpSpPr>
      <p:sp>
        <p:nvSpPr>
          <p:cNvPr id="10" name="Text Placeholder 9">
            <a:extLst>
              <a:ext uri="{FF2B5EF4-FFF2-40B4-BE49-F238E27FC236}">
                <a16:creationId xmlns:a16="http://schemas.microsoft.com/office/drawing/2014/main" id="{149E26E3-950D-2C2F-CFB7-B860FA4A36C0}"/>
              </a:ext>
            </a:extLst>
          </p:cNvPr>
          <p:cNvSpPr>
            <a:spLocks noGrp="1"/>
          </p:cNvSpPr>
          <p:nvPr>
            <p:ph type="body" sz="quarter" idx="12"/>
          </p:nvPr>
        </p:nvSpPr>
        <p:spPr>
          <a:xfrm>
            <a:off x="330518" y="162545"/>
            <a:ext cx="8312742" cy="423864"/>
          </a:xfrm>
        </p:spPr>
        <p:txBody>
          <a:bodyPr/>
          <a:lstStyle/>
          <a:p>
            <a:r>
              <a:rPr lang="en-GB" sz="2000" b="1" dirty="0">
                <a:solidFill>
                  <a:schemeClr val="tx2">
                    <a:lumMod val="75000"/>
                    <a:lumOff val="25000"/>
                  </a:schemeClr>
                </a:solidFill>
                <a:latin typeface="+mj-lt"/>
              </a:rPr>
              <a:t>Issue-10: NCS23.10 Master upgrade failure due to missing CBUR PVC- cont..</a:t>
            </a:r>
            <a:endParaRPr lang="en-US" sz="2000" b="1" dirty="0">
              <a:solidFill>
                <a:schemeClr val="tx2">
                  <a:lumMod val="75000"/>
                  <a:lumOff val="25000"/>
                </a:schemeClr>
              </a:solidFill>
              <a:latin typeface="+mj-lt"/>
            </a:endParaRPr>
          </a:p>
        </p:txBody>
      </p:sp>
      <p:sp>
        <p:nvSpPr>
          <p:cNvPr id="4" name="Footer Placeholder 3">
            <a:extLst>
              <a:ext uri="{FF2B5EF4-FFF2-40B4-BE49-F238E27FC236}">
                <a16:creationId xmlns:a16="http://schemas.microsoft.com/office/drawing/2014/main" id="{041EA6D8-EB9E-2C27-8CB6-452A80F61AC1}"/>
              </a:ext>
            </a:extLst>
          </p:cNvPr>
          <p:cNvSpPr>
            <a:spLocks noGrp="1"/>
          </p:cNvSpPr>
          <p:nvPr>
            <p:ph type="ftr" sz="quarter" idx="3"/>
          </p:nvPr>
        </p:nvSpPr>
        <p:spPr/>
        <p:txBody>
          <a:bodyPr/>
          <a:lstStyle/>
          <a:p>
            <a:r>
              <a:rPr lang="en-US" dirty="0"/>
              <a:t>Nokia Internal</a:t>
            </a:r>
          </a:p>
        </p:txBody>
      </p:sp>
      <p:sp>
        <p:nvSpPr>
          <p:cNvPr id="2" name="Text Placeholder 7">
            <a:extLst>
              <a:ext uri="{FF2B5EF4-FFF2-40B4-BE49-F238E27FC236}">
                <a16:creationId xmlns:a16="http://schemas.microsoft.com/office/drawing/2014/main" id="{294D0644-30F5-F0C2-5023-12DA1812E514}"/>
              </a:ext>
            </a:extLst>
          </p:cNvPr>
          <p:cNvSpPr txBox="1">
            <a:spLocks/>
          </p:cNvSpPr>
          <p:nvPr/>
        </p:nvSpPr>
        <p:spPr>
          <a:xfrm>
            <a:off x="254746" y="577783"/>
            <a:ext cx="8634507" cy="4280772"/>
          </a:xfrm>
          <a:prstGeom prst="rect">
            <a:avLst/>
          </a:prstGeom>
        </p:spPr>
        <p:txBody>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en-US" sz="1400" b="1" dirty="0">
                <a:solidFill>
                  <a:srgbClr val="0A0908"/>
                </a:solidFill>
                <a:latin typeface="Calibri" panose="020F0502020204030204" pitchFamily="34" charset="0"/>
                <a:cs typeface="Calibri" panose="020F0502020204030204" pitchFamily="34" charset="0"/>
              </a:rPr>
              <a:t>Solution:-</a:t>
            </a:r>
          </a:p>
          <a:p>
            <a:pPr marL="0" indent="0">
              <a:buNone/>
            </a:pPr>
            <a:r>
              <a:rPr lang="en-US" sz="900" dirty="0">
                <a:solidFill>
                  <a:srgbClr val="0A0908"/>
                </a:solidFill>
                <a:latin typeface="Calibri" panose="020F0502020204030204" pitchFamily="34" charset="0"/>
                <a:cs typeface="Calibri" panose="020F0502020204030204" pitchFamily="34" charset="0"/>
              </a:rPr>
              <a:t>The CBUR was deployed with by application team with </a:t>
            </a:r>
            <a:r>
              <a:rPr lang="en-IN" sz="900" i="0" dirty="0" err="1">
                <a:solidFill>
                  <a:srgbClr val="0A0908"/>
                </a:solidFill>
                <a:effectLst/>
                <a:latin typeface="Calibri" panose="020F0502020204030204" pitchFamily="34" charset="0"/>
                <a:cs typeface="Calibri" panose="020F0502020204030204" pitchFamily="34" charset="0"/>
              </a:rPr>
              <a:t>clusterBrEnabled</a:t>
            </a:r>
            <a:r>
              <a:rPr lang="en-US" sz="900" dirty="0">
                <a:solidFill>
                  <a:srgbClr val="0A0908"/>
                </a:solidFill>
                <a:latin typeface="Calibri" panose="020F0502020204030204" pitchFamily="34" charset="0"/>
                <a:cs typeface="Calibri" panose="020F0502020204030204" pitchFamily="34" charset="0"/>
              </a:rPr>
              <a:t> as false, as a result the </a:t>
            </a:r>
            <a:r>
              <a:rPr lang="en-US" sz="900" kern="1400" dirty="0" err="1">
                <a:solidFill>
                  <a:srgbClr val="0A0908"/>
                </a:solidFill>
                <a:latin typeface="Calibri" panose="020F0502020204030204" pitchFamily="34" charset="0"/>
                <a:cs typeface="Calibri" panose="020F0502020204030204" pitchFamily="34" charset="0"/>
              </a:rPr>
              <a:t>cbur</a:t>
            </a:r>
            <a:r>
              <a:rPr lang="en-US" sz="900" kern="1400" dirty="0">
                <a:solidFill>
                  <a:srgbClr val="0A0908"/>
                </a:solidFill>
                <a:latin typeface="Calibri" panose="020F0502020204030204" pitchFamily="34" charset="0"/>
                <a:cs typeface="Calibri" panose="020F0502020204030204" pitchFamily="34" charset="0"/>
              </a:rPr>
              <a:t>-master-</a:t>
            </a:r>
            <a:r>
              <a:rPr lang="en-US" sz="900" kern="1400" dirty="0" err="1">
                <a:solidFill>
                  <a:srgbClr val="0A0908"/>
                </a:solidFill>
                <a:latin typeface="Calibri" panose="020F0502020204030204" pitchFamily="34" charset="0"/>
                <a:cs typeface="Calibri" panose="020F0502020204030204" pitchFamily="34" charset="0"/>
              </a:rPr>
              <a:t>cbur</a:t>
            </a:r>
            <a:r>
              <a:rPr lang="en-US" sz="900" kern="1400" dirty="0">
                <a:solidFill>
                  <a:srgbClr val="0A0908"/>
                </a:solidFill>
                <a:latin typeface="Calibri" panose="020F0502020204030204" pitchFamily="34" charset="0"/>
                <a:cs typeface="Calibri" panose="020F0502020204030204" pitchFamily="34" charset="0"/>
              </a:rPr>
              <a:t>-backup-cluster PVC was not created in the CBUR deployment.</a:t>
            </a:r>
          </a:p>
          <a:p>
            <a:pPr marL="342900" lvl="1" indent="0">
              <a:buNone/>
            </a:pPr>
            <a:r>
              <a:rPr lang="en-US" sz="900" kern="1400" dirty="0">
                <a:solidFill>
                  <a:srgbClr val="0A0908"/>
                </a:solidFill>
                <a:latin typeface="Calibri" panose="020F0502020204030204" pitchFamily="34" charset="0"/>
                <a:cs typeface="Calibri" panose="020F0502020204030204" pitchFamily="34" charset="0"/>
              </a:rPr>
              <a:t>k8swatcher:</a:t>
            </a:r>
          </a:p>
          <a:p>
            <a:pPr marL="342900" lvl="1" indent="0">
              <a:buNone/>
            </a:pPr>
            <a:r>
              <a:rPr lang="en-US" sz="900" kern="1400" dirty="0">
                <a:solidFill>
                  <a:srgbClr val="0A0908"/>
                </a:solidFill>
                <a:latin typeface="Calibri" panose="020F0502020204030204" pitchFamily="34" charset="0"/>
                <a:cs typeface="Calibri" panose="020F0502020204030204" pitchFamily="34" charset="0"/>
              </a:rPr>
              <a:t>  annotations: {}</a:t>
            </a:r>
          </a:p>
          <a:p>
            <a:pPr marL="342900" lvl="1" indent="0">
              <a:buNone/>
            </a:pPr>
            <a:r>
              <a:rPr lang="en-US" sz="900" kern="1400" dirty="0">
                <a:solidFill>
                  <a:srgbClr val="0A0908"/>
                </a:solidFill>
                <a:latin typeface="Calibri" panose="020F0502020204030204" pitchFamily="34" charset="0"/>
                <a:cs typeface="Calibri" panose="020F0502020204030204" pitchFamily="34" charset="0"/>
              </a:rPr>
              <a:t>  </a:t>
            </a:r>
            <a:r>
              <a:rPr lang="en-US" sz="900" kern="1400" dirty="0" err="1">
                <a:solidFill>
                  <a:srgbClr val="0A0908"/>
                </a:solidFill>
                <a:highlight>
                  <a:srgbClr val="FFFF00"/>
                </a:highlight>
                <a:latin typeface="Calibri" panose="020F0502020204030204" pitchFamily="34" charset="0"/>
                <a:cs typeface="Calibri" panose="020F0502020204030204" pitchFamily="34" charset="0"/>
              </a:rPr>
              <a:t>clusterBrEnabled</a:t>
            </a:r>
            <a:r>
              <a:rPr lang="en-US" sz="900" kern="1400" dirty="0">
                <a:solidFill>
                  <a:srgbClr val="0A0908"/>
                </a:solidFill>
                <a:highlight>
                  <a:srgbClr val="FFFF00"/>
                </a:highlight>
                <a:latin typeface="Calibri" panose="020F0502020204030204" pitchFamily="34" charset="0"/>
                <a:cs typeface="Calibri" panose="020F0502020204030204" pitchFamily="34" charset="0"/>
              </a:rPr>
              <a:t>: false</a:t>
            </a:r>
          </a:p>
          <a:p>
            <a:pPr marL="342900" lvl="1" indent="0">
              <a:buNone/>
            </a:pPr>
            <a:r>
              <a:rPr lang="en-US" sz="900" kern="1400" dirty="0">
                <a:solidFill>
                  <a:srgbClr val="0A0908"/>
                </a:solidFill>
                <a:latin typeface="Calibri" panose="020F0502020204030204" pitchFamily="34" charset="0"/>
                <a:cs typeface="Calibri" panose="020F0502020204030204" pitchFamily="34" charset="0"/>
              </a:rPr>
              <a:t>  enabled: true</a:t>
            </a:r>
          </a:p>
          <a:p>
            <a:pPr marL="342900" lvl="1" indent="0">
              <a:buNone/>
            </a:pPr>
            <a:r>
              <a:rPr lang="en-US" sz="900" kern="1400" dirty="0">
                <a:solidFill>
                  <a:srgbClr val="0A0908"/>
                </a:solidFill>
                <a:latin typeface="Calibri" panose="020F0502020204030204" pitchFamily="34" charset="0"/>
                <a:cs typeface="Calibri" panose="020F0502020204030204" pitchFamily="34" charset="0"/>
              </a:rPr>
              <a:t>  labels: {}</a:t>
            </a:r>
          </a:p>
          <a:p>
            <a:pPr marL="0" indent="0">
              <a:buNone/>
            </a:pPr>
            <a:r>
              <a:rPr lang="en-US" sz="1400" b="1" dirty="0">
                <a:solidFill>
                  <a:srgbClr val="0A0908"/>
                </a:solidFill>
                <a:latin typeface="Calibri" panose="020F0502020204030204" pitchFamily="34" charset="0"/>
                <a:cs typeface="Calibri" panose="020F0502020204030204" pitchFamily="34" charset="0"/>
              </a:rPr>
              <a:t> </a:t>
            </a:r>
          </a:p>
          <a:p>
            <a:pPr marL="0" indent="0">
              <a:lnSpc>
                <a:spcPct val="107000"/>
              </a:lnSpc>
              <a:spcBef>
                <a:spcPts val="0"/>
              </a:spcBef>
              <a:buNone/>
            </a:pPr>
            <a:r>
              <a:rPr lang="en-US" sz="900" kern="1400" dirty="0">
                <a:solidFill>
                  <a:srgbClr val="0A0908"/>
                </a:solidFill>
                <a:latin typeface="Calibri" panose="020F0502020204030204" pitchFamily="34" charset="0"/>
                <a:cs typeface="Calibri" panose="020F0502020204030204" pitchFamily="34" charset="0"/>
              </a:rPr>
              <a:t>Redeployed the CBUR by enabling </a:t>
            </a:r>
            <a:r>
              <a:rPr lang="en-IN" sz="900" i="0" dirty="0" err="1">
                <a:solidFill>
                  <a:srgbClr val="0A0908"/>
                </a:solidFill>
                <a:effectLst/>
                <a:latin typeface="Calibri" panose="020F0502020204030204" pitchFamily="34" charset="0"/>
                <a:cs typeface="Calibri" panose="020F0502020204030204" pitchFamily="34" charset="0"/>
              </a:rPr>
              <a:t>clusterBrEnabled</a:t>
            </a:r>
            <a:r>
              <a:rPr lang="en-IN" sz="900" i="0" dirty="0">
                <a:solidFill>
                  <a:srgbClr val="0A0908"/>
                </a:solidFill>
                <a:effectLst/>
                <a:latin typeface="Calibri" panose="020F0502020204030204" pitchFamily="34" charset="0"/>
                <a:cs typeface="Calibri" panose="020F0502020204030204" pitchFamily="34" charset="0"/>
              </a:rPr>
              <a:t> value</a:t>
            </a:r>
          </a:p>
          <a:p>
            <a:pPr marL="0" indent="0">
              <a:lnSpc>
                <a:spcPct val="107000"/>
              </a:lnSpc>
              <a:spcBef>
                <a:spcPts val="0"/>
              </a:spcBef>
              <a:buNone/>
            </a:pPr>
            <a:endParaRPr lang="en-IN" sz="900" kern="1400" dirty="0">
              <a:solidFill>
                <a:srgbClr val="0A0908"/>
              </a:solidFill>
              <a:latin typeface="Calibri" panose="020F0502020204030204" pitchFamily="34" charset="0"/>
              <a:cs typeface="Calibri" panose="020F0502020204030204" pitchFamily="34" charset="0"/>
            </a:endParaRPr>
          </a:p>
          <a:p>
            <a:pPr marL="342900" lvl="1" indent="0">
              <a:lnSpc>
                <a:spcPct val="107000"/>
              </a:lnSpc>
              <a:spcBef>
                <a:spcPts val="0"/>
              </a:spcBef>
              <a:buNone/>
            </a:pPr>
            <a:r>
              <a:rPr lang="en-US" sz="900" kern="1400" dirty="0">
                <a:solidFill>
                  <a:srgbClr val="0A0908"/>
                </a:solidFill>
                <a:latin typeface="Calibri" panose="020F0502020204030204" pitchFamily="34" charset="0"/>
                <a:cs typeface="Calibri" panose="020F0502020204030204" pitchFamily="34" charset="0"/>
              </a:rPr>
              <a:t>[root@ncdcwaaa02-ncs-masterbm-0 </a:t>
            </a:r>
            <a:r>
              <a:rPr lang="en-US" sz="900" kern="1400" dirty="0" err="1">
                <a:solidFill>
                  <a:srgbClr val="0A0908"/>
                </a:solidFill>
                <a:latin typeface="Calibri" panose="020F0502020204030204" pitchFamily="34" charset="0"/>
                <a:cs typeface="Calibri" panose="020F0502020204030204" pitchFamily="34" charset="0"/>
              </a:rPr>
              <a:t>tmp</a:t>
            </a:r>
            <a:r>
              <a:rPr lang="en-US" sz="900" kern="1400" dirty="0">
                <a:solidFill>
                  <a:srgbClr val="0A0908"/>
                </a:solidFill>
                <a:latin typeface="Calibri" panose="020F0502020204030204" pitchFamily="34" charset="0"/>
                <a:cs typeface="Calibri" panose="020F0502020204030204" pitchFamily="34" charset="0"/>
              </a:rPr>
              <a:t> (Active)]# </a:t>
            </a:r>
            <a:r>
              <a:rPr lang="en-US" sz="900" b="1" dirty="0" err="1">
                <a:solidFill>
                  <a:schemeClr val="accent1"/>
                </a:solidFill>
                <a:latin typeface="Calibri" panose="020F0502020204030204" pitchFamily="34" charset="0"/>
              </a:rPr>
              <a:t>kubectl</a:t>
            </a:r>
            <a:r>
              <a:rPr lang="en-US" sz="900" b="1" dirty="0">
                <a:solidFill>
                  <a:schemeClr val="accent1"/>
                </a:solidFill>
                <a:latin typeface="Calibri" panose="020F0502020204030204" pitchFamily="34" charset="0"/>
              </a:rPr>
              <a:t> get </a:t>
            </a:r>
            <a:r>
              <a:rPr lang="en-US" sz="900" b="1" dirty="0" err="1">
                <a:solidFill>
                  <a:schemeClr val="accent1"/>
                </a:solidFill>
                <a:latin typeface="Calibri" panose="020F0502020204030204" pitchFamily="34" charset="0"/>
              </a:rPr>
              <a:t>pvc</a:t>
            </a:r>
            <a:r>
              <a:rPr lang="en-US" sz="900" b="1" dirty="0">
                <a:solidFill>
                  <a:schemeClr val="accent1"/>
                </a:solidFill>
                <a:latin typeface="Calibri" panose="020F0502020204030204" pitchFamily="34" charset="0"/>
              </a:rPr>
              <a:t> -n </a:t>
            </a:r>
            <a:r>
              <a:rPr lang="en-US" sz="900" b="1" dirty="0" err="1">
                <a:solidFill>
                  <a:schemeClr val="accent1"/>
                </a:solidFill>
                <a:latin typeface="Calibri" panose="020F0502020204030204" pitchFamily="34" charset="0"/>
              </a:rPr>
              <a:t>ncms</a:t>
            </a:r>
            <a:r>
              <a:rPr lang="en-US" sz="900" b="1" dirty="0">
                <a:solidFill>
                  <a:schemeClr val="accent1"/>
                </a:solidFill>
                <a:latin typeface="Calibri" panose="020F0502020204030204" pitchFamily="34" charset="0"/>
              </a:rPr>
              <a:t>| grep </a:t>
            </a:r>
            <a:r>
              <a:rPr lang="en-US" sz="900" b="1" dirty="0" err="1">
                <a:solidFill>
                  <a:schemeClr val="accent1"/>
                </a:solidFill>
                <a:latin typeface="Calibri" panose="020F0502020204030204" pitchFamily="34" charset="0"/>
              </a:rPr>
              <a:t>cbur</a:t>
            </a:r>
            <a:endParaRPr lang="en-US" sz="900" b="1" dirty="0">
              <a:solidFill>
                <a:schemeClr val="accent1"/>
              </a:solidFill>
              <a:latin typeface="Calibri" panose="020F0502020204030204" pitchFamily="34" charset="0"/>
            </a:endParaRPr>
          </a:p>
          <a:p>
            <a:pPr marL="342900" lvl="1" indent="0">
              <a:lnSpc>
                <a:spcPct val="107000"/>
              </a:lnSpc>
              <a:spcBef>
                <a:spcPts val="0"/>
              </a:spcBef>
              <a:buNone/>
            </a:pPr>
            <a:r>
              <a:rPr lang="en-US" sz="900" kern="1400" dirty="0" err="1">
                <a:solidFill>
                  <a:srgbClr val="0A0908"/>
                </a:solidFill>
                <a:latin typeface="Calibri" panose="020F0502020204030204" pitchFamily="34" charset="0"/>
                <a:cs typeface="Calibri" panose="020F0502020204030204" pitchFamily="34" charset="0"/>
              </a:rPr>
              <a:t>cbur</a:t>
            </a:r>
            <a:r>
              <a:rPr lang="en-US" sz="900" kern="1400" dirty="0">
                <a:solidFill>
                  <a:srgbClr val="0A0908"/>
                </a:solidFill>
                <a:latin typeface="Calibri" panose="020F0502020204030204" pitchFamily="34" charset="0"/>
                <a:cs typeface="Calibri" panose="020F0502020204030204" pitchFamily="34" charset="0"/>
              </a:rPr>
              <a:t>-master-</a:t>
            </a:r>
            <a:r>
              <a:rPr lang="en-US" sz="900" kern="1400" dirty="0" err="1">
                <a:solidFill>
                  <a:srgbClr val="0A0908"/>
                </a:solidFill>
                <a:latin typeface="Calibri" panose="020F0502020204030204" pitchFamily="34" charset="0"/>
                <a:cs typeface="Calibri" panose="020F0502020204030204" pitchFamily="34" charset="0"/>
              </a:rPr>
              <a:t>cbur</a:t>
            </a:r>
            <a:r>
              <a:rPr lang="en-US" sz="900" kern="1400" dirty="0">
                <a:solidFill>
                  <a:srgbClr val="0A0908"/>
                </a:solidFill>
                <a:latin typeface="Calibri" panose="020F0502020204030204" pitchFamily="34" charset="0"/>
                <a:cs typeface="Calibri" panose="020F0502020204030204" pitchFamily="34" charset="0"/>
              </a:rPr>
              <a:t>-backup                  Bound    pvc-d468b5be-c797-4559-b582-7d579dec2337   200Gi      RWX            </a:t>
            </a:r>
            <a:r>
              <a:rPr lang="en-US" sz="900" kern="1400" dirty="0" err="1">
                <a:solidFill>
                  <a:srgbClr val="0A0908"/>
                </a:solidFill>
                <a:latin typeface="Calibri" panose="020F0502020204030204" pitchFamily="34" charset="0"/>
                <a:cs typeface="Calibri" panose="020F0502020204030204" pitchFamily="34" charset="0"/>
              </a:rPr>
              <a:t>csi-cephfs</a:t>
            </a:r>
            <a:r>
              <a:rPr lang="en-US" sz="900" kern="1400" dirty="0">
                <a:solidFill>
                  <a:srgbClr val="0A0908"/>
                </a:solidFill>
                <a:latin typeface="Calibri" panose="020F0502020204030204" pitchFamily="34" charset="0"/>
                <a:cs typeface="Calibri" panose="020F0502020204030204" pitchFamily="34" charset="0"/>
              </a:rPr>
              <a:t>     10m</a:t>
            </a:r>
          </a:p>
          <a:p>
            <a:pPr marL="342900" lvl="1" indent="0">
              <a:lnSpc>
                <a:spcPct val="107000"/>
              </a:lnSpc>
              <a:spcBef>
                <a:spcPts val="0"/>
              </a:spcBef>
              <a:buNone/>
            </a:pPr>
            <a:r>
              <a:rPr lang="en-US" sz="900" kern="1400" dirty="0" err="1">
                <a:solidFill>
                  <a:srgbClr val="0A0908"/>
                </a:solidFill>
                <a:highlight>
                  <a:srgbClr val="00FF00"/>
                </a:highlight>
                <a:latin typeface="Calibri" panose="020F0502020204030204" pitchFamily="34" charset="0"/>
                <a:cs typeface="Calibri" panose="020F0502020204030204" pitchFamily="34" charset="0"/>
              </a:rPr>
              <a:t>cbur</a:t>
            </a:r>
            <a:r>
              <a:rPr lang="en-US" sz="900" kern="1400" dirty="0">
                <a:solidFill>
                  <a:srgbClr val="0A0908"/>
                </a:solidFill>
                <a:highlight>
                  <a:srgbClr val="00FF00"/>
                </a:highlight>
                <a:latin typeface="Calibri" panose="020F0502020204030204" pitchFamily="34" charset="0"/>
                <a:cs typeface="Calibri" panose="020F0502020204030204" pitchFamily="34" charset="0"/>
              </a:rPr>
              <a:t>-master-</a:t>
            </a:r>
            <a:r>
              <a:rPr lang="en-US" sz="900" kern="1400" dirty="0" err="1">
                <a:solidFill>
                  <a:srgbClr val="0A0908"/>
                </a:solidFill>
                <a:highlight>
                  <a:srgbClr val="00FF00"/>
                </a:highlight>
                <a:latin typeface="Calibri" panose="020F0502020204030204" pitchFamily="34" charset="0"/>
                <a:cs typeface="Calibri" panose="020F0502020204030204" pitchFamily="34" charset="0"/>
              </a:rPr>
              <a:t>cbur</a:t>
            </a:r>
            <a:r>
              <a:rPr lang="en-US" sz="900" kern="1400" dirty="0">
                <a:solidFill>
                  <a:srgbClr val="0A0908"/>
                </a:solidFill>
                <a:highlight>
                  <a:srgbClr val="00FF00"/>
                </a:highlight>
                <a:latin typeface="Calibri" panose="020F0502020204030204" pitchFamily="34" charset="0"/>
                <a:cs typeface="Calibri" panose="020F0502020204030204" pitchFamily="34" charset="0"/>
              </a:rPr>
              <a:t>-backup-cluster          Bound    pvc-f5880615-e944-4906-888b-2a514a5632fb   120Gi      RWX            </a:t>
            </a:r>
            <a:r>
              <a:rPr lang="en-US" sz="900" kern="1400" dirty="0" err="1">
                <a:solidFill>
                  <a:srgbClr val="0A0908"/>
                </a:solidFill>
                <a:highlight>
                  <a:srgbClr val="00FF00"/>
                </a:highlight>
                <a:latin typeface="Calibri" panose="020F0502020204030204" pitchFamily="34" charset="0"/>
                <a:cs typeface="Calibri" panose="020F0502020204030204" pitchFamily="34" charset="0"/>
              </a:rPr>
              <a:t>csi-cephfs</a:t>
            </a:r>
            <a:r>
              <a:rPr lang="en-US" sz="900" kern="1400" dirty="0">
                <a:solidFill>
                  <a:srgbClr val="0A0908"/>
                </a:solidFill>
                <a:highlight>
                  <a:srgbClr val="00FF00"/>
                </a:highlight>
                <a:latin typeface="Calibri" panose="020F0502020204030204" pitchFamily="34" charset="0"/>
                <a:cs typeface="Calibri" panose="020F0502020204030204" pitchFamily="34" charset="0"/>
              </a:rPr>
              <a:t>     10m</a:t>
            </a:r>
          </a:p>
          <a:p>
            <a:pPr marL="342900" lvl="1" indent="0">
              <a:lnSpc>
                <a:spcPct val="107000"/>
              </a:lnSpc>
              <a:spcBef>
                <a:spcPts val="0"/>
              </a:spcBef>
              <a:buNone/>
            </a:pPr>
            <a:r>
              <a:rPr lang="en-US" sz="900" kern="1400" dirty="0" err="1">
                <a:solidFill>
                  <a:srgbClr val="0A0908"/>
                </a:solidFill>
                <a:latin typeface="Calibri" panose="020F0502020204030204" pitchFamily="34" charset="0"/>
                <a:cs typeface="Calibri" panose="020F0502020204030204" pitchFamily="34" charset="0"/>
              </a:rPr>
              <a:t>cbur</a:t>
            </a:r>
            <a:r>
              <a:rPr lang="en-US" sz="900" kern="1400" dirty="0">
                <a:solidFill>
                  <a:srgbClr val="0A0908"/>
                </a:solidFill>
                <a:latin typeface="Calibri" panose="020F0502020204030204" pitchFamily="34" charset="0"/>
                <a:cs typeface="Calibri" panose="020F0502020204030204" pitchFamily="34" charset="0"/>
              </a:rPr>
              <a:t>-master-</a:t>
            </a:r>
            <a:r>
              <a:rPr lang="en-US" sz="900" kern="1400" dirty="0" err="1">
                <a:solidFill>
                  <a:srgbClr val="0A0908"/>
                </a:solidFill>
                <a:latin typeface="Calibri" panose="020F0502020204030204" pitchFamily="34" charset="0"/>
                <a:cs typeface="Calibri" panose="020F0502020204030204" pitchFamily="34" charset="0"/>
              </a:rPr>
              <a:t>cbur</a:t>
            </a:r>
            <a:r>
              <a:rPr lang="en-US" sz="900" kern="1400" dirty="0">
                <a:solidFill>
                  <a:srgbClr val="0A0908"/>
                </a:solidFill>
                <a:latin typeface="Calibri" panose="020F0502020204030204" pitchFamily="34" charset="0"/>
                <a:cs typeface="Calibri" panose="020F0502020204030204" pitchFamily="34" charset="0"/>
              </a:rPr>
              <a:t>-repo                    Bound    pvc-b69f40d3-b20c-475d-95c2-f5e0bf856b91   200Gi      RWX            </a:t>
            </a:r>
            <a:r>
              <a:rPr lang="en-US" sz="900" kern="1400" dirty="0" err="1">
                <a:solidFill>
                  <a:srgbClr val="0A0908"/>
                </a:solidFill>
                <a:latin typeface="Calibri" panose="020F0502020204030204" pitchFamily="34" charset="0"/>
                <a:cs typeface="Calibri" panose="020F0502020204030204" pitchFamily="34" charset="0"/>
              </a:rPr>
              <a:t>csi-cephfs</a:t>
            </a:r>
            <a:r>
              <a:rPr lang="en-US" sz="900" kern="1400" dirty="0">
                <a:solidFill>
                  <a:srgbClr val="0A0908"/>
                </a:solidFill>
                <a:latin typeface="Calibri" panose="020F0502020204030204" pitchFamily="34" charset="0"/>
                <a:cs typeface="Calibri" panose="020F0502020204030204" pitchFamily="34" charset="0"/>
              </a:rPr>
              <a:t>     10m</a:t>
            </a:r>
          </a:p>
          <a:p>
            <a:pPr marL="342900" lvl="1" indent="0">
              <a:lnSpc>
                <a:spcPct val="107000"/>
              </a:lnSpc>
              <a:spcBef>
                <a:spcPts val="0"/>
              </a:spcBef>
              <a:buNone/>
            </a:pPr>
            <a:r>
              <a:rPr lang="en-US" sz="900" kern="1400" dirty="0">
                <a:solidFill>
                  <a:srgbClr val="0A0908"/>
                </a:solidFill>
                <a:latin typeface="Calibri" panose="020F0502020204030204" pitchFamily="34" charset="0"/>
                <a:cs typeface="Calibri" panose="020F0502020204030204" pitchFamily="34" charset="0"/>
              </a:rPr>
              <a:t>[root@ncdcwaaa02-ncs-masterbm-0 </a:t>
            </a:r>
            <a:r>
              <a:rPr lang="en-US" sz="900" kern="1400" dirty="0" err="1">
                <a:solidFill>
                  <a:srgbClr val="0A0908"/>
                </a:solidFill>
                <a:latin typeface="Calibri" panose="020F0502020204030204" pitchFamily="34" charset="0"/>
                <a:cs typeface="Calibri" panose="020F0502020204030204" pitchFamily="34" charset="0"/>
              </a:rPr>
              <a:t>tmp</a:t>
            </a:r>
            <a:r>
              <a:rPr lang="en-US" sz="900" kern="1400" dirty="0">
                <a:solidFill>
                  <a:srgbClr val="0A0908"/>
                </a:solidFill>
                <a:latin typeface="Calibri" panose="020F0502020204030204" pitchFamily="34" charset="0"/>
                <a:cs typeface="Calibri" panose="020F0502020204030204" pitchFamily="34" charset="0"/>
              </a:rPr>
              <a:t> (Active)]#</a:t>
            </a:r>
          </a:p>
        </p:txBody>
      </p:sp>
    </p:spTree>
    <p:extLst>
      <p:ext uri="{BB962C8B-B14F-4D97-AF65-F5344CB8AC3E}">
        <p14:creationId xmlns:p14="http://schemas.microsoft.com/office/powerpoint/2010/main" val="6396629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A8F6A4-6EED-EC20-2643-B36A4351BE99}"/>
            </a:ext>
          </a:extLst>
        </p:cNvPr>
        <p:cNvGrpSpPr/>
        <p:nvPr/>
      </p:nvGrpSpPr>
      <p:grpSpPr>
        <a:xfrm>
          <a:off x="0" y="0"/>
          <a:ext cx="0" cy="0"/>
          <a:chOff x="0" y="0"/>
          <a:chExt cx="0" cy="0"/>
        </a:xfrm>
      </p:grpSpPr>
      <p:sp>
        <p:nvSpPr>
          <p:cNvPr id="10" name="Text Placeholder 9">
            <a:extLst>
              <a:ext uri="{FF2B5EF4-FFF2-40B4-BE49-F238E27FC236}">
                <a16:creationId xmlns:a16="http://schemas.microsoft.com/office/drawing/2014/main" id="{B1A4DC20-0754-AF67-228F-57DF0B0F086B}"/>
              </a:ext>
            </a:extLst>
          </p:cNvPr>
          <p:cNvSpPr>
            <a:spLocks noGrp="1"/>
          </p:cNvSpPr>
          <p:nvPr>
            <p:ph type="body" sz="quarter" idx="12"/>
          </p:nvPr>
        </p:nvSpPr>
        <p:spPr>
          <a:xfrm>
            <a:off x="330518" y="162545"/>
            <a:ext cx="8312742" cy="423864"/>
          </a:xfrm>
        </p:spPr>
        <p:txBody>
          <a:bodyPr/>
          <a:lstStyle/>
          <a:p>
            <a:r>
              <a:rPr lang="en-GB" b="1" dirty="0">
                <a:solidFill>
                  <a:schemeClr val="tx2">
                    <a:lumMod val="75000"/>
                    <a:lumOff val="25000"/>
                  </a:schemeClr>
                </a:solidFill>
                <a:latin typeface="+mj-lt"/>
              </a:rPr>
              <a:t>Issue-11: </a:t>
            </a:r>
            <a:r>
              <a:rPr lang="en-US" b="1" dirty="0">
                <a:solidFill>
                  <a:schemeClr val="tx2">
                    <a:lumMod val="75000"/>
                    <a:lumOff val="25000"/>
                  </a:schemeClr>
                </a:solidFill>
                <a:latin typeface="+mj-lt"/>
              </a:rPr>
              <a:t>K8s dashboard fix</a:t>
            </a:r>
          </a:p>
        </p:txBody>
      </p:sp>
      <p:sp>
        <p:nvSpPr>
          <p:cNvPr id="4" name="Footer Placeholder 3">
            <a:extLst>
              <a:ext uri="{FF2B5EF4-FFF2-40B4-BE49-F238E27FC236}">
                <a16:creationId xmlns:a16="http://schemas.microsoft.com/office/drawing/2014/main" id="{183E04EF-1232-2CBD-FFBC-260A6BDB717B}"/>
              </a:ext>
            </a:extLst>
          </p:cNvPr>
          <p:cNvSpPr>
            <a:spLocks noGrp="1"/>
          </p:cNvSpPr>
          <p:nvPr>
            <p:ph type="ftr" sz="quarter" idx="3"/>
          </p:nvPr>
        </p:nvSpPr>
        <p:spPr/>
        <p:txBody>
          <a:bodyPr/>
          <a:lstStyle/>
          <a:p>
            <a:r>
              <a:rPr lang="en-US" dirty="0"/>
              <a:t>Nokia Internal</a:t>
            </a:r>
          </a:p>
        </p:txBody>
      </p:sp>
      <p:sp>
        <p:nvSpPr>
          <p:cNvPr id="2" name="Text Placeholder 7">
            <a:extLst>
              <a:ext uri="{FF2B5EF4-FFF2-40B4-BE49-F238E27FC236}">
                <a16:creationId xmlns:a16="http://schemas.microsoft.com/office/drawing/2014/main" id="{F3394254-573B-24A1-24A0-408A24034D94}"/>
              </a:ext>
            </a:extLst>
          </p:cNvPr>
          <p:cNvSpPr txBox="1">
            <a:spLocks/>
          </p:cNvSpPr>
          <p:nvPr/>
        </p:nvSpPr>
        <p:spPr>
          <a:xfrm>
            <a:off x="254746" y="638983"/>
            <a:ext cx="8634507" cy="4280772"/>
          </a:xfrm>
          <a:prstGeom prst="rect">
            <a:avLst/>
          </a:prstGeom>
        </p:spPr>
        <p:txBody>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spcBef>
                <a:spcPts val="0"/>
              </a:spcBef>
              <a:buNone/>
            </a:pPr>
            <a:r>
              <a:rPr lang="en-US" sz="1400" b="1" dirty="0">
                <a:solidFill>
                  <a:srgbClr val="0A0908"/>
                </a:solidFill>
                <a:latin typeface="Calibri" panose="020F0502020204030204" pitchFamily="34" charset="0"/>
                <a:cs typeface="Calibri" panose="020F0502020204030204" pitchFamily="34" charset="0"/>
              </a:rPr>
              <a:t>Issue:-</a:t>
            </a:r>
          </a:p>
          <a:p>
            <a:pPr marL="0" indent="0">
              <a:spcBef>
                <a:spcPts val="0"/>
              </a:spcBef>
              <a:buNone/>
            </a:pPr>
            <a:endParaRPr lang="en-US" sz="900" b="1" dirty="0">
              <a:solidFill>
                <a:srgbClr val="0A0908"/>
              </a:solidFill>
              <a:latin typeface="Calibri" panose="020F0502020204030204" pitchFamily="34" charset="0"/>
              <a:cs typeface="Calibri" panose="020F0502020204030204" pitchFamily="34" charset="0"/>
            </a:endParaRPr>
          </a:p>
          <a:p>
            <a:pPr marL="0" indent="0">
              <a:lnSpc>
                <a:spcPct val="107000"/>
              </a:lnSpc>
              <a:spcBef>
                <a:spcPts val="300"/>
              </a:spcBef>
              <a:spcAft>
                <a:spcPts val="300"/>
              </a:spcAft>
              <a:buNone/>
            </a:pPr>
            <a:r>
              <a:rPr lang="en-US" sz="900" kern="1400" dirty="0">
                <a:solidFill>
                  <a:srgbClr val="0A0908"/>
                </a:solidFill>
                <a:latin typeface="Calibri" panose="020F0502020204030204" pitchFamily="34" charset="0"/>
                <a:cs typeface="Calibri" panose="020F0502020204030204" pitchFamily="34" charset="0"/>
              </a:rPr>
              <a:t>After NCS23.10 upgrade, the Kubernetes dashboard will not work.</a:t>
            </a:r>
          </a:p>
          <a:p>
            <a:pPr marL="0" indent="0">
              <a:lnSpc>
                <a:spcPct val="107000"/>
              </a:lnSpc>
              <a:spcBef>
                <a:spcPts val="300"/>
              </a:spcBef>
              <a:spcAft>
                <a:spcPts val="300"/>
              </a:spcAft>
              <a:buNone/>
            </a:pPr>
            <a:r>
              <a:rPr lang="en-US" sz="1400" b="1" dirty="0">
                <a:solidFill>
                  <a:srgbClr val="0A0908"/>
                </a:solidFill>
                <a:latin typeface="Calibri" panose="020F0502020204030204" pitchFamily="34" charset="0"/>
                <a:cs typeface="Calibri" panose="020F0502020204030204" pitchFamily="34" charset="0"/>
              </a:rPr>
              <a:t>Solution:-</a:t>
            </a:r>
          </a:p>
          <a:p>
            <a:pPr>
              <a:lnSpc>
                <a:spcPct val="107000"/>
              </a:lnSpc>
              <a:spcBef>
                <a:spcPts val="300"/>
              </a:spcBef>
              <a:spcAft>
                <a:spcPts val="300"/>
              </a:spcAft>
            </a:pPr>
            <a:r>
              <a:rPr lang="en-IN" sz="900" kern="100" dirty="0">
                <a:solidFill>
                  <a:srgbClr val="0A0908"/>
                </a:solidFill>
                <a:effectLst/>
                <a:latin typeface="Calibri" panose="020F0502020204030204" pitchFamily="34" charset="0"/>
                <a:ea typeface="Calibri" panose="020F0502020204030204" pitchFamily="34" charset="0"/>
                <a:cs typeface="Calibri" panose="020F0502020204030204" pitchFamily="34" charset="0"/>
              </a:rPr>
              <a:t>Uninstall the </a:t>
            </a:r>
            <a:r>
              <a:rPr lang="en-IN" sz="900" kern="100" dirty="0" err="1">
                <a:solidFill>
                  <a:srgbClr val="0A0908"/>
                </a:solidFill>
                <a:effectLst/>
                <a:latin typeface="Calibri" panose="020F0502020204030204" pitchFamily="34" charset="0"/>
                <a:ea typeface="Calibri" panose="020F0502020204030204" pitchFamily="34" charset="0"/>
                <a:cs typeface="Calibri" panose="020F0502020204030204" pitchFamily="34" charset="0"/>
              </a:rPr>
              <a:t>ncms</a:t>
            </a:r>
            <a:r>
              <a:rPr lang="en-IN" sz="900" kern="100" dirty="0">
                <a:solidFill>
                  <a:srgbClr val="0A0908"/>
                </a:solidFill>
                <a:effectLst/>
                <a:latin typeface="Calibri" panose="020F0502020204030204" pitchFamily="34" charset="0"/>
                <a:ea typeface="Calibri" panose="020F0502020204030204" pitchFamily="34" charset="0"/>
                <a:cs typeface="Calibri" panose="020F0502020204030204" pitchFamily="34" charset="0"/>
              </a:rPr>
              <a:t> k8s-dashboard-gk which is not required in NCS23.10</a:t>
            </a:r>
            <a:endParaRPr lang="en-US" sz="900" kern="1400" dirty="0">
              <a:solidFill>
                <a:srgbClr val="0A0908"/>
              </a:solidFill>
              <a:effectLst/>
              <a:latin typeface="Calibri" panose="020F0502020204030204" pitchFamily="34" charset="0"/>
              <a:ea typeface="Calibri" panose="020F0502020204030204" pitchFamily="34" charset="0"/>
              <a:cs typeface="Calibri" panose="020F0502020204030204" pitchFamily="34" charset="0"/>
            </a:endParaRPr>
          </a:p>
          <a:p>
            <a:pPr marL="342900" lvl="1" indent="0">
              <a:lnSpc>
                <a:spcPct val="107000"/>
              </a:lnSpc>
              <a:spcBef>
                <a:spcPts val="300"/>
              </a:spcBef>
              <a:spcAft>
                <a:spcPts val="300"/>
              </a:spcAft>
              <a:buNone/>
            </a:pPr>
            <a:r>
              <a:rPr lang="en-US" sz="900" kern="1400" dirty="0">
                <a:solidFill>
                  <a:srgbClr val="0A0908"/>
                </a:solidFill>
                <a:effectLst/>
                <a:latin typeface="Calibri" panose="020F0502020204030204" pitchFamily="34" charset="0"/>
                <a:ea typeface="Times New Roman" panose="02020603050405020304" pitchFamily="18" charset="0"/>
                <a:cs typeface="Calibri" panose="020F0502020204030204" pitchFamily="34" charset="0"/>
              </a:rPr>
              <a:t>[root@dcwusd07-ncs-masterbm-0 ~ (Active)]# </a:t>
            </a:r>
            <a:r>
              <a:rPr lang="en-US" sz="900" b="1" dirty="0" err="1">
                <a:solidFill>
                  <a:schemeClr val="accent1"/>
                </a:solidFill>
                <a:latin typeface="Calibri" panose="020F0502020204030204" pitchFamily="34" charset="0"/>
              </a:rPr>
              <a:t>kubectl</a:t>
            </a:r>
            <a:r>
              <a:rPr lang="en-US" sz="900" b="1" dirty="0">
                <a:solidFill>
                  <a:schemeClr val="accent1"/>
                </a:solidFill>
                <a:latin typeface="Calibri" panose="020F0502020204030204" pitchFamily="34" charset="0"/>
              </a:rPr>
              <a:t> get cronjob -n </a:t>
            </a:r>
            <a:r>
              <a:rPr lang="en-US" sz="900" b="1" dirty="0" err="1">
                <a:solidFill>
                  <a:schemeClr val="accent1"/>
                </a:solidFill>
                <a:latin typeface="Calibri" panose="020F0502020204030204" pitchFamily="34" charset="0"/>
              </a:rPr>
              <a:t>ncms</a:t>
            </a:r>
            <a:endParaRPr lang="en-IN" sz="900" b="1" dirty="0">
              <a:solidFill>
                <a:schemeClr val="accent1"/>
              </a:solidFill>
              <a:latin typeface="Calibri" panose="020F0502020204030204" pitchFamily="34" charset="0"/>
            </a:endParaRPr>
          </a:p>
          <a:p>
            <a:pPr marL="342900" lvl="1" indent="0">
              <a:lnSpc>
                <a:spcPct val="107000"/>
              </a:lnSpc>
              <a:spcBef>
                <a:spcPts val="300"/>
              </a:spcBef>
              <a:spcAft>
                <a:spcPts val="300"/>
              </a:spcAft>
              <a:buNone/>
            </a:pPr>
            <a:r>
              <a:rPr lang="en-US" sz="900" kern="1400" dirty="0">
                <a:solidFill>
                  <a:srgbClr val="0A0908"/>
                </a:solidFill>
                <a:effectLst/>
                <a:latin typeface="Calibri" panose="020F0502020204030204" pitchFamily="34" charset="0"/>
                <a:ea typeface="Times New Roman" panose="02020603050405020304" pitchFamily="18" charset="0"/>
                <a:cs typeface="Calibri" panose="020F0502020204030204" pitchFamily="34" charset="0"/>
              </a:rPr>
              <a:t>[root@dcwusd07-ncs-masterbm-0 ~ (Active)]# </a:t>
            </a:r>
            <a:r>
              <a:rPr lang="en-US" sz="900" b="1" dirty="0" err="1">
                <a:solidFill>
                  <a:schemeClr val="accent1"/>
                </a:solidFill>
                <a:latin typeface="Calibri" panose="020F0502020204030204" pitchFamily="34" charset="0"/>
              </a:rPr>
              <a:t>kubectl</a:t>
            </a:r>
            <a:r>
              <a:rPr lang="en-US" sz="900" b="1" dirty="0">
                <a:solidFill>
                  <a:schemeClr val="accent1"/>
                </a:solidFill>
                <a:latin typeface="Calibri" panose="020F0502020204030204" pitchFamily="34" charset="0"/>
              </a:rPr>
              <a:t> get ingress -A | grep "k8s-dashboard"</a:t>
            </a:r>
            <a:endParaRPr lang="en-IN" sz="900" b="1" dirty="0">
              <a:solidFill>
                <a:schemeClr val="accent1"/>
              </a:solidFill>
              <a:latin typeface="Calibri" panose="020F0502020204030204" pitchFamily="34" charset="0"/>
            </a:endParaRPr>
          </a:p>
          <a:p>
            <a:pPr marL="342900" lvl="1" indent="0">
              <a:lnSpc>
                <a:spcPct val="107000"/>
              </a:lnSpc>
              <a:spcBef>
                <a:spcPts val="300"/>
              </a:spcBef>
              <a:spcAft>
                <a:spcPts val="300"/>
              </a:spcAft>
              <a:buNone/>
            </a:pPr>
            <a:r>
              <a:rPr lang="en-US" sz="800" kern="1400" dirty="0" err="1">
                <a:solidFill>
                  <a:srgbClr val="0A0908"/>
                </a:solidFill>
                <a:effectLst/>
                <a:latin typeface="Courier New" panose="02070309020205020404" pitchFamily="49" charset="0"/>
                <a:ea typeface="Times New Roman" panose="02020603050405020304" pitchFamily="18" charset="0"/>
                <a:cs typeface="Courier New" panose="02070309020205020404" pitchFamily="49" charset="0"/>
              </a:rPr>
              <a:t>ncms</a:t>
            </a:r>
            <a:r>
              <a:rPr lang="en-US" sz="800" kern="1400" dirty="0">
                <a:solidFill>
                  <a:srgbClr val="0A0908"/>
                </a:solidFill>
                <a:effectLst/>
                <a:latin typeface="Courier New" panose="02070309020205020404" pitchFamily="49" charset="0"/>
                <a:ea typeface="Times New Roman" panose="02020603050405020304" pitchFamily="18" charset="0"/>
                <a:cs typeface="Courier New" panose="02070309020205020404" pitchFamily="49" charset="0"/>
              </a:rPr>
              <a:t>        k8s-dashboard                          &lt;none&gt;   *                              80        6d17h</a:t>
            </a:r>
            <a:endParaRPr lang="en-IN" sz="800" kern="1400" dirty="0">
              <a:solidFill>
                <a:srgbClr val="0A0908"/>
              </a:solidFill>
              <a:effectLst/>
              <a:latin typeface="Courier New" panose="02070309020205020404" pitchFamily="49" charset="0"/>
              <a:ea typeface="Times New Roman" panose="02020603050405020304" pitchFamily="18" charset="0"/>
              <a:cs typeface="Courier New" panose="02070309020205020404" pitchFamily="49" charset="0"/>
            </a:endParaRPr>
          </a:p>
          <a:p>
            <a:pPr marL="342900" lvl="1" indent="0">
              <a:lnSpc>
                <a:spcPct val="107000"/>
              </a:lnSpc>
              <a:spcBef>
                <a:spcPts val="300"/>
              </a:spcBef>
              <a:spcAft>
                <a:spcPts val="300"/>
              </a:spcAft>
              <a:buNone/>
            </a:pPr>
            <a:r>
              <a:rPr lang="en-US" sz="800" kern="1400" dirty="0" err="1">
                <a:solidFill>
                  <a:srgbClr val="0A0908"/>
                </a:solidFill>
                <a:effectLst/>
                <a:highlight>
                  <a:srgbClr val="FFFF00"/>
                </a:highlight>
                <a:latin typeface="Courier New" panose="02070309020205020404" pitchFamily="49" charset="0"/>
                <a:ea typeface="Times New Roman" panose="02020603050405020304" pitchFamily="18" charset="0"/>
                <a:cs typeface="Courier New" panose="02070309020205020404" pitchFamily="49" charset="0"/>
              </a:rPr>
              <a:t>ncms</a:t>
            </a:r>
            <a:r>
              <a:rPr lang="en-US" sz="800" kern="1400" dirty="0">
                <a:solidFill>
                  <a:srgbClr val="0A0908"/>
                </a:solidFill>
                <a:effectLst/>
                <a:highlight>
                  <a:srgbClr val="FFFF00"/>
                </a:highlight>
                <a:latin typeface="Courier New" panose="02070309020205020404" pitchFamily="49" charset="0"/>
                <a:ea typeface="Times New Roman" panose="02020603050405020304" pitchFamily="18" charset="0"/>
                <a:cs typeface="Courier New" panose="02070309020205020404" pitchFamily="49" charset="0"/>
              </a:rPr>
              <a:t>        k8s-dashboard-gk-keycloak-gatekeeper   &lt;none&gt;   *                              80, 443   393d</a:t>
            </a:r>
            <a:endParaRPr lang="en-IN" sz="800" kern="1400" dirty="0">
              <a:solidFill>
                <a:srgbClr val="0A0908"/>
              </a:solidFill>
              <a:effectLst/>
              <a:highlight>
                <a:srgbClr val="FFFF00"/>
              </a:highlight>
              <a:latin typeface="Courier New" panose="02070309020205020404" pitchFamily="49" charset="0"/>
              <a:ea typeface="Times New Roman" panose="02020603050405020304" pitchFamily="18" charset="0"/>
              <a:cs typeface="Courier New" panose="02070309020205020404" pitchFamily="49" charset="0"/>
            </a:endParaRPr>
          </a:p>
          <a:p>
            <a:pPr marL="342900" lvl="1" indent="0">
              <a:lnSpc>
                <a:spcPct val="107000"/>
              </a:lnSpc>
              <a:spcBef>
                <a:spcPts val="300"/>
              </a:spcBef>
              <a:spcAft>
                <a:spcPts val="300"/>
              </a:spcAft>
              <a:buNone/>
            </a:pPr>
            <a:r>
              <a:rPr lang="en-US" sz="900" kern="1400" dirty="0">
                <a:solidFill>
                  <a:srgbClr val="0A0908"/>
                </a:solidFill>
                <a:effectLst/>
                <a:latin typeface="Calibri" panose="020F0502020204030204" pitchFamily="34" charset="0"/>
                <a:ea typeface="Times New Roman" panose="02020603050405020304" pitchFamily="18" charset="0"/>
                <a:cs typeface="Calibri" panose="020F0502020204030204" pitchFamily="34" charset="0"/>
              </a:rPr>
              <a:t>[root@dcwusd07-ncs-masterbm-0 ~ (Active)]# </a:t>
            </a:r>
            <a:r>
              <a:rPr lang="en-US" sz="900" b="1" dirty="0">
                <a:solidFill>
                  <a:schemeClr val="accent1"/>
                </a:solidFill>
                <a:latin typeface="Calibri" panose="020F0502020204030204" pitchFamily="34" charset="0"/>
              </a:rPr>
              <a:t>helm ls -n </a:t>
            </a:r>
            <a:r>
              <a:rPr lang="en-US" sz="900" b="1" dirty="0" err="1">
                <a:solidFill>
                  <a:schemeClr val="accent1"/>
                </a:solidFill>
                <a:latin typeface="Calibri" panose="020F0502020204030204" pitchFamily="34" charset="0"/>
              </a:rPr>
              <a:t>ncms</a:t>
            </a:r>
            <a:r>
              <a:rPr lang="en-US" sz="900" b="1" dirty="0">
                <a:solidFill>
                  <a:schemeClr val="accent1"/>
                </a:solidFill>
                <a:latin typeface="Calibri" panose="020F0502020204030204" pitchFamily="34" charset="0"/>
              </a:rPr>
              <a:t> | grep k8s</a:t>
            </a:r>
          </a:p>
          <a:p>
            <a:pPr marL="342900" lvl="1" indent="0">
              <a:lnSpc>
                <a:spcPct val="107000"/>
              </a:lnSpc>
              <a:spcBef>
                <a:spcPts val="300"/>
              </a:spcBef>
              <a:spcAft>
                <a:spcPts val="300"/>
              </a:spcAft>
              <a:buNone/>
            </a:pPr>
            <a:r>
              <a:rPr lang="en-US" sz="800" kern="1400" dirty="0">
                <a:solidFill>
                  <a:srgbClr val="0A0908"/>
                </a:solidFill>
                <a:effectLst/>
                <a:highlight>
                  <a:srgbClr val="FFFF00"/>
                </a:highlight>
                <a:latin typeface="Courier New" panose="02070309020205020404" pitchFamily="49" charset="0"/>
                <a:ea typeface="Times New Roman" panose="02020603050405020304" pitchFamily="18" charset="0"/>
                <a:cs typeface="Courier New" panose="02070309020205020404" pitchFamily="49" charset="0"/>
              </a:rPr>
              <a:t>k8s-dashboard-gk            </a:t>
            </a:r>
            <a:r>
              <a:rPr lang="en-US" sz="800" kern="1400" dirty="0" err="1">
                <a:solidFill>
                  <a:srgbClr val="0A0908"/>
                </a:solidFill>
                <a:effectLst/>
                <a:highlight>
                  <a:srgbClr val="FFFF00"/>
                </a:highlight>
                <a:latin typeface="Courier New" panose="02070309020205020404" pitchFamily="49" charset="0"/>
                <a:ea typeface="Times New Roman" panose="02020603050405020304" pitchFamily="18" charset="0"/>
                <a:cs typeface="Courier New" panose="02070309020205020404" pitchFamily="49" charset="0"/>
              </a:rPr>
              <a:t>ncms</a:t>
            </a:r>
            <a:r>
              <a:rPr lang="en-US" sz="800" kern="1400" dirty="0">
                <a:solidFill>
                  <a:srgbClr val="0A0908"/>
                </a:solidFill>
                <a:effectLst/>
                <a:highlight>
                  <a:srgbClr val="FFFF00"/>
                </a:highlight>
                <a:latin typeface="Courier New" panose="02070309020205020404" pitchFamily="49" charset="0"/>
                <a:ea typeface="Times New Roman" panose="02020603050405020304" pitchFamily="18" charset="0"/>
                <a:cs typeface="Courier New" panose="02070309020205020404" pitchFamily="49" charset="0"/>
              </a:rPr>
              <a:t>   1   2023-12-26 11:17:01.340027182 +0000 UTC deployed  keycloak-gatekeeper-3.3.3        2.1.0</a:t>
            </a:r>
            <a:endParaRPr lang="en-IN" sz="800" kern="1400" dirty="0">
              <a:solidFill>
                <a:srgbClr val="0A0908"/>
              </a:solidFill>
              <a:effectLst/>
              <a:highlight>
                <a:srgbClr val="FFFF00"/>
              </a:highlight>
              <a:latin typeface="Courier New" panose="02070309020205020404" pitchFamily="49" charset="0"/>
              <a:ea typeface="Times New Roman" panose="02020603050405020304" pitchFamily="18" charset="0"/>
              <a:cs typeface="Courier New" panose="02070309020205020404" pitchFamily="49" charset="0"/>
            </a:endParaRPr>
          </a:p>
          <a:p>
            <a:pPr marL="342900" lvl="1" indent="0">
              <a:lnSpc>
                <a:spcPct val="107000"/>
              </a:lnSpc>
              <a:spcBef>
                <a:spcPts val="300"/>
              </a:spcBef>
              <a:spcAft>
                <a:spcPts val="300"/>
              </a:spcAft>
              <a:buNone/>
            </a:pPr>
            <a:r>
              <a:rPr lang="en-US" sz="800" kern="1400" dirty="0">
                <a:solidFill>
                  <a:srgbClr val="0A0908"/>
                </a:solidFill>
                <a:effectLst/>
                <a:latin typeface="Courier New" panose="02070309020205020404" pitchFamily="49" charset="0"/>
                <a:ea typeface="Times New Roman" panose="02020603050405020304" pitchFamily="18" charset="0"/>
                <a:cs typeface="Courier New" panose="02070309020205020404" pitchFamily="49" charset="0"/>
              </a:rPr>
              <a:t>k8s-dashboard-oauth2-proxy  </a:t>
            </a:r>
            <a:r>
              <a:rPr lang="en-US" sz="800" kern="1400" dirty="0" err="1">
                <a:solidFill>
                  <a:srgbClr val="0A0908"/>
                </a:solidFill>
                <a:effectLst/>
                <a:latin typeface="Courier New" panose="02070309020205020404" pitchFamily="49" charset="0"/>
                <a:ea typeface="Times New Roman" panose="02020603050405020304" pitchFamily="18" charset="0"/>
                <a:cs typeface="Courier New" panose="02070309020205020404" pitchFamily="49" charset="0"/>
              </a:rPr>
              <a:t>ncms</a:t>
            </a:r>
            <a:r>
              <a:rPr lang="en-US" sz="800" kern="1400" dirty="0">
                <a:solidFill>
                  <a:srgbClr val="0A0908"/>
                </a:solidFill>
                <a:effectLst/>
                <a:latin typeface="Courier New" panose="02070309020205020404" pitchFamily="49" charset="0"/>
                <a:ea typeface="Times New Roman" panose="02020603050405020304" pitchFamily="18" charset="0"/>
                <a:cs typeface="Courier New" panose="02070309020205020404" pitchFamily="49" charset="0"/>
              </a:rPr>
              <a:t>   1   2025-01-22 03:29:51.707633118 +0000 UTC deployed  oauth2-proxy-7.4.0               7.4.0</a:t>
            </a:r>
            <a:endParaRPr lang="en-IN" sz="800" kern="1400" dirty="0">
              <a:solidFill>
                <a:srgbClr val="0A0908"/>
              </a:solidFill>
              <a:effectLst/>
              <a:latin typeface="Courier New" panose="02070309020205020404" pitchFamily="49" charset="0"/>
              <a:ea typeface="Times New Roman" panose="02020603050405020304" pitchFamily="18" charset="0"/>
              <a:cs typeface="Courier New" panose="02070309020205020404" pitchFamily="49" charset="0"/>
            </a:endParaRPr>
          </a:p>
          <a:p>
            <a:pPr marL="342900" lvl="1" indent="0">
              <a:lnSpc>
                <a:spcPct val="107000"/>
              </a:lnSpc>
              <a:spcBef>
                <a:spcPts val="300"/>
              </a:spcBef>
              <a:spcAft>
                <a:spcPts val="300"/>
              </a:spcAft>
              <a:buNone/>
            </a:pPr>
            <a:r>
              <a:rPr lang="en-US" sz="900" kern="1400" dirty="0">
                <a:solidFill>
                  <a:srgbClr val="0A0908"/>
                </a:solidFill>
                <a:effectLst/>
                <a:latin typeface="Calibri" panose="020F0502020204030204" pitchFamily="34" charset="0"/>
                <a:ea typeface="Times New Roman" panose="02020603050405020304" pitchFamily="18" charset="0"/>
                <a:cs typeface="Calibri" panose="020F0502020204030204" pitchFamily="34" charset="0"/>
              </a:rPr>
              <a:t>[root@dcwusd07-ncs-masterbm-0 ~ (Active)]# </a:t>
            </a:r>
            <a:r>
              <a:rPr lang="en-US" sz="900" b="1" dirty="0">
                <a:solidFill>
                  <a:schemeClr val="accent1"/>
                </a:solidFill>
                <a:latin typeface="Calibri" panose="020F0502020204030204" pitchFamily="34" charset="0"/>
              </a:rPr>
              <a:t>helm uninstall -n </a:t>
            </a:r>
            <a:r>
              <a:rPr lang="en-US" sz="900" b="1" dirty="0" err="1">
                <a:solidFill>
                  <a:schemeClr val="accent1"/>
                </a:solidFill>
                <a:latin typeface="Calibri" panose="020F0502020204030204" pitchFamily="34" charset="0"/>
              </a:rPr>
              <a:t>ncms</a:t>
            </a:r>
            <a:r>
              <a:rPr lang="en-US" sz="900" b="1" dirty="0">
                <a:solidFill>
                  <a:schemeClr val="accent1"/>
                </a:solidFill>
                <a:latin typeface="Calibri" panose="020F0502020204030204" pitchFamily="34" charset="0"/>
              </a:rPr>
              <a:t> k8s-dashboard-gk</a:t>
            </a:r>
            <a:endParaRPr lang="en-IN" sz="900" b="1" dirty="0">
              <a:solidFill>
                <a:schemeClr val="accent1"/>
              </a:solidFill>
              <a:latin typeface="Calibri" panose="020F0502020204030204" pitchFamily="34" charset="0"/>
            </a:endParaRPr>
          </a:p>
          <a:p>
            <a:pPr marL="342900" lvl="1" indent="0">
              <a:lnSpc>
                <a:spcPct val="107000"/>
              </a:lnSpc>
              <a:spcBef>
                <a:spcPts val="300"/>
              </a:spcBef>
              <a:spcAft>
                <a:spcPts val="300"/>
              </a:spcAft>
              <a:buNone/>
            </a:pPr>
            <a:r>
              <a:rPr lang="en-US" sz="900" kern="1400" dirty="0">
                <a:solidFill>
                  <a:srgbClr val="0A0908"/>
                </a:solidFill>
                <a:effectLst/>
                <a:latin typeface="Calibri" panose="020F0502020204030204" pitchFamily="34" charset="0"/>
                <a:ea typeface="Times New Roman" panose="02020603050405020304" pitchFamily="18" charset="0"/>
                <a:cs typeface="Calibri" panose="020F0502020204030204" pitchFamily="34" charset="0"/>
              </a:rPr>
              <a:t>release "k8s-dashboard-gk" uninstalled</a:t>
            </a:r>
            <a:endParaRPr lang="en-IN" sz="900" kern="1400" dirty="0">
              <a:solidFill>
                <a:srgbClr val="0A0908"/>
              </a:solidFill>
              <a:effectLst/>
              <a:latin typeface="Calibri" panose="020F0502020204030204" pitchFamily="34" charset="0"/>
              <a:ea typeface="Times New Roman" panose="02020603050405020304" pitchFamily="18" charset="0"/>
              <a:cs typeface="Calibri" panose="020F0502020204030204" pitchFamily="34" charset="0"/>
            </a:endParaRPr>
          </a:p>
          <a:p>
            <a:pPr marL="342900" lvl="1" indent="0">
              <a:lnSpc>
                <a:spcPct val="107000"/>
              </a:lnSpc>
              <a:spcBef>
                <a:spcPts val="300"/>
              </a:spcBef>
              <a:spcAft>
                <a:spcPts val="300"/>
              </a:spcAft>
              <a:buNone/>
            </a:pPr>
            <a:r>
              <a:rPr lang="en-US" sz="900" kern="1400" dirty="0">
                <a:solidFill>
                  <a:srgbClr val="0A0908"/>
                </a:solidFill>
                <a:effectLst/>
                <a:latin typeface="Calibri" panose="020F0502020204030204" pitchFamily="34" charset="0"/>
                <a:ea typeface="Times New Roman" panose="02020603050405020304" pitchFamily="18" charset="0"/>
                <a:cs typeface="Calibri" panose="020F0502020204030204" pitchFamily="34" charset="0"/>
              </a:rPr>
              <a:t>[root@dcwusd07-ncs-masterbm-0 ~ (Active)]# </a:t>
            </a:r>
            <a:r>
              <a:rPr lang="en-US" sz="900" b="1" dirty="0" err="1">
                <a:solidFill>
                  <a:schemeClr val="accent1"/>
                </a:solidFill>
                <a:latin typeface="Calibri" panose="020F0502020204030204" pitchFamily="34" charset="0"/>
              </a:rPr>
              <a:t>kubectl</a:t>
            </a:r>
            <a:r>
              <a:rPr lang="en-US" sz="900" b="1" dirty="0">
                <a:solidFill>
                  <a:schemeClr val="accent1"/>
                </a:solidFill>
                <a:latin typeface="Calibri" panose="020F0502020204030204" pitchFamily="34" charset="0"/>
              </a:rPr>
              <a:t> get ingress -A | grep "k8s-dashboard-gk-keycloak-gatekeeper"</a:t>
            </a:r>
            <a:endParaRPr lang="en-IN" sz="900" b="1" dirty="0">
              <a:solidFill>
                <a:schemeClr val="accent1"/>
              </a:solidFill>
              <a:latin typeface="Calibri" panose="020F0502020204030204" pitchFamily="34" charset="0"/>
            </a:endParaRPr>
          </a:p>
          <a:p>
            <a:pPr marL="342900" lvl="1" indent="0">
              <a:spcBef>
                <a:spcPts val="300"/>
              </a:spcBef>
              <a:spcAft>
                <a:spcPts val="300"/>
              </a:spcAft>
              <a:buNone/>
            </a:pPr>
            <a:r>
              <a:rPr lang="en-IN" sz="900" kern="100" dirty="0">
                <a:solidFill>
                  <a:srgbClr val="0A0908"/>
                </a:solidFill>
                <a:effectLst/>
                <a:latin typeface="Calibri" panose="020F0502020204030204" pitchFamily="34" charset="0"/>
                <a:ea typeface="Calibri" panose="020F0502020204030204" pitchFamily="34" charset="0"/>
                <a:cs typeface="Calibri" panose="020F0502020204030204" pitchFamily="34" charset="0"/>
              </a:rPr>
              <a:t>[root@dcwusd07-ncs-masterbm-0 ~ (Active)]#</a:t>
            </a:r>
          </a:p>
          <a:p>
            <a:pPr marL="0" indent="0">
              <a:spcBef>
                <a:spcPts val="300"/>
              </a:spcBef>
              <a:spcAft>
                <a:spcPts val="300"/>
              </a:spcAft>
              <a:buNone/>
            </a:pPr>
            <a:endParaRPr lang="en-IN" sz="900" b="1" kern="100" dirty="0">
              <a:solidFill>
                <a:srgbClr val="0A0908"/>
              </a:solidFill>
              <a:latin typeface="Calibri" panose="020F0502020204030204" pitchFamily="34" charset="0"/>
              <a:ea typeface="Times New Roman" panose="02020603050405020304" pitchFamily="18" charset="0"/>
              <a:cs typeface="Calibri" panose="020F0502020204030204" pitchFamily="34" charset="0"/>
            </a:endParaRPr>
          </a:p>
          <a:p>
            <a:pPr marL="0" indent="0">
              <a:spcBef>
                <a:spcPts val="300"/>
              </a:spcBef>
              <a:spcAft>
                <a:spcPts val="300"/>
              </a:spcAft>
              <a:buNone/>
            </a:pPr>
            <a:endParaRPr lang="en-US" sz="900" b="1" kern="0" dirty="0">
              <a:solidFill>
                <a:srgbClr val="0A0908"/>
              </a:solidFill>
              <a:effectLst/>
              <a:latin typeface="Calibri" panose="020F0502020204030204" pitchFamily="34" charset="0"/>
              <a:ea typeface="Times New Roman" panose="02020603050405020304" pitchFamily="18" charset="0"/>
              <a:cs typeface="Calibri" panose="020F0502020204030204" pitchFamily="34" charset="0"/>
            </a:endParaRPr>
          </a:p>
          <a:p>
            <a:pPr marL="0" indent="0">
              <a:lnSpc>
                <a:spcPct val="107000"/>
              </a:lnSpc>
              <a:spcBef>
                <a:spcPts val="0"/>
              </a:spcBef>
              <a:buNone/>
            </a:pPr>
            <a:endParaRPr lang="en-IN" sz="900" kern="1400" dirty="0">
              <a:effectLst/>
              <a:latin typeface="Calibri" panose="020F0502020204030204" pitchFamily="34" charset="0"/>
              <a:ea typeface="Times New Roman" panose="02020603050405020304" pitchFamily="18" charset="0"/>
              <a:cs typeface="Calibri" panose="020F0502020204030204" pitchFamily="34" charset="0"/>
            </a:endParaRPr>
          </a:p>
          <a:p>
            <a:pPr marL="0" indent="0">
              <a:lnSpc>
                <a:spcPct val="107000"/>
              </a:lnSpc>
              <a:spcBef>
                <a:spcPts val="0"/>
              </a:spcBef>
              <a:buNone/>
            </a:pPr>
            <a:endParaRPr lang="en-US" sz="900" kern="1400" dirty="0">
              <a:solidFill>
                <a:srgbClr val="0A0908"/>
              </a:solidFill>
              <a:latin typeface="Calibri" panose="020F0502020204030204" pitchFamily="34" charset="0"/>
              <a:cs typeface="Calibri" panose="020F0502020204030204" pitchFamily="34" charset="0"/>
            </a:endParaRPr>
          </a:p>
          <a:p>
            <a:pPr marL="0" indent="0">
              <a:lnSpc>
                <a:spcPct val="107000"/>
              </a:lnSpc>
              <a:spcBef>
                <a:spcPts val="0"/>
              </a:spcBef>
              <a:buNone/>
            </a:pPr>
            <a:endParaRPr lang="en-US" sz="900" kern="1400" dirty="0">
              <a:solidFill>
                <a:srgbClr val="0A090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1364059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3D5C98-0F01-0EE9-FEF5-73BD1EAE2B89}"/>
            </a:ext>
          </a:extLst>
        </p:cNvPr>
        <p:cNvGrpSpPr/>
        <p:nvPr/>
      </p:nvGrpSpPr>
      <p:grpSpPr>
        <a:xfrm>
          <a:off x="0" y="0"/>
          <a:ext cx="0" cy="0"/>
          <a:chOff x="0" y="0"/>
          <a:chExt cx="0" cy="0"/>
        </a:xfrm>
      </p:grpSpPr>
      <p:sp>
        <p:nvSpPr>
          <p:cNvPr id="10" name="Text Placeholder 9">
            <a:extLst>
              <a:ext uri="{FF2B5EF4-FFF2-40B4-BE49-F238E27FC236}">
                <a16:creationId xmlns:a16="http://schemas.microsoft.com/office/drawing/2014/main" id="{ACA57D45-3B02-2BF8-A970-D320D62B031A}"/>
              </a:ext>
            </a:extLst>
          </p:cNvPr>
          <p:cNvSpPr>
            <a:spLocks noGrp="1"/>
          </p:cNvSpPr>
          <p:nvPr>
            <p:ph type="body" sz="quarter" idx="12"/>
          </p:nvPr>
        </p:nvSpPr>
        <p:spPr>
          <a:xfrm>
            <a:off x="330518" y="162545"/>
            <a:ext cx="8312742" cy="423864"/>
          </a:xfrm>
        </p:spPr>
        <p:txBody>
          <a:bodyPr/>
          <a:lstStyle/>
          <a:p>
            <a:r>
              <a:rPr lang="en-GB" b="1" dirty="0">
                <a:solidFill>
                  <a:schemeClr val="tx2">
                    <a:lumMod val="75000"/>
                    <a:lumOff val="25000"/>
                  </a:schemeClr>
                </a:solidFill>
                <a:latin typeface="+mj-lt"/>
              </a:rPr>
              <a:t>Issue-12: </a:t>
            </a:r>
            <a:r>
              <a:rPr lang="en-US" b="1" dirty="0">
                <a:solidFill>
                  <a:schemeClr val="tx2">
                    <a:lumMod val="75000"/>
                    <a:lumOff val="25000"/>
                  </a:schemeClr>
                </a:solidFill>
                <a:latin typeface="+mj-lt"/>
              </a:rPr>
              <a:t>ICE report shows NCS23.10 version</a:t>
            </a:r>
          </a:p>
        </p:txBody>
      </p:sp>
      <p:sp>
        <p:nvSpPr>
          <p:cNvPr id="4" name="Footer Placeholder 3">
            <a:extLst>
              <a:ext uri="{FF2B5EF4-FFF2-40B4-BE49-F238E27FC236}">
                <a16:creationId xmlns:a16="http://schemas.microsoft.com/office/drawing/2014/main" id="{0A582BD3-4684-6800-D502-25E2CECBE6B0}"/>
              </a:ext>
            </a:extLst>
          </p:cNvPr>
          <p:cNvSpPr>
            <a:spLocks noGrp="1"/>
          </p:cNvSpPr>
          <p:nvPr>
            <p:ph type="ftr" sz="quarter" idx="3"/>
          </p:nvPr>
        </p:nvSpPr>
        <p:spPr/>
        <p:txBody>
          <a:bodyPr/>
          <a:lstStyle/>
          <a:p>
            <a:r>
              <a:rPr lang="en-US" dirty="0"/>
              <a:t>Nokia Internal</a:t>
            </a:r>
          </a:p>
        </p:txBody>
      </p:sp>
      <p:sp>
        <p:nvSpPr>
          <p:cNvPr id="2" name="Text Placeholder 7">
            <a:extLst>
              <a:ext uri="{FF2B5EF4-FFF2-40B4-BE49-F238E27FC236}">
                <a16:creationId xmlns:a16="http://schemas.microsoft.com/office/drawing/2014/main" id="{B15D2DEE-3155-8F3D-6796-C9F55367D927}"/>
              </a:ext>
            </a:extLst>
          </p:cNvPr>
          <p:cNvSpPr txBox="1">
            <a:spLocks/>
          </p:cNvSpPr>
          <p:nvPr/>
        </p:nvSpPr>
        <p:spPr>
          <a:xfrm>
            <a:off x="254746" y="577783"/>
            <a:ext cx="8634507" cy="4280772"/>
          </a:xfrm>
          <a:prstGeom prst="rect">
            <a:avLst/>
          </a:prstGeom>
        </p:spPr>
        <p:txBody>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spcBef>
                <a:spcPts val="0"/>
              </a:spcBef>
              <a:buNone/>
            </a:pPr>
            <a:r>
              <a:rPr lang="en-US" sz="1400" b="1" dirty="0">
                <a:solidFill>
                  <a:srgbClr val="0A0908"/>
                </a:solidFill>
                <a:latin typeface="Calibri" panose="020F0502020204030204" pitchFamily="34" charset="0"/>
                <a:cs typeface="Calibri" panose="020F0502020204030204" pitchFamily="34" charset="0"/>
              </a:rPr>
              <a:t>Issue:-</a:t>
            </a:r>
          </a:p>
          <a:p>
            <a:pPr marL="0" indent="0">
              <a:lnSpc>
                <a:spcPct val="107000"/>
              </a:lnSpc>
              <a:spcBef>
                <a:spcPts val="300"/>
              </a:spcBef>
              <a:spcAft>
                <a:spcPts val="300"/>
              </a:spcAft>
              <a:buNone/>
            </a:pPr>
            <a:r>
              <a:rPr lang="en-US" sz="900" kern="1400" dirty="0">
                <a:solidFill>
                  <a:srgbClr val="0A0908"/>
                </a:solidFill>
                <a:latin typeface="Calibri" panose="020F0502020204030204" pitchFamily="34" charset="0"/>
                <a:cs typeface="Calibri" panose="020F0502020204030204" pitchFamily="34" charset="0"/>
              </a:rPr>
              <a:t>After NCS24.7 upgrade, the ICE report still shows NCS version as NCS23.10. </a:t>
            </a:r>
            <a:r>
              <a:rPr lang="en-IN" sz="900" kern="100" dirty="0">
                <a:solidFill>
                  <a:srgbClr val="0A0908"/>
                </a:solidFill>
                <a:latin typeface="Calibri" panose="020F0502020204030204" pitchFamily="34" charset="0"/>
                <a:ea typeface="Times New Roman" panose="02020603050405020304" pitchFamily="18" charset="0"/>
                <a:cs typeface="Calibri" panose="020F0502020204030204" pitchFamily="34" charset="0"/>
              </a:rPr>
              <a:t>The ICE tool gets the NCS version from this file:  /opt/</a:t>
            </a:r>
            <a:r>
              <a:rPr lang="en-IN" sz="900" kern="100" dirty="0" err="1">
                <a:solidFill>
                  <a:srgbClr val="0A0908"/>
                </a:solidFill>
                <a:latin typeface="Calibri" panose="020F0502020204030204" pitchFamily="34" charset="0"/>
                <a:ea typeface="Times New Roman" panose="02020603050405020304" pitchFamily="18" charset="0"/>
                <a:cs typeface="Calibri" panose="020F0502020204030204" pitchFamily="34" charset="0"/>
              </a:rPr>
              <a:t>nokia</a:t>
            </a:r>
            <a:r>
              <a:rPr lang="en-IN" sz="900" kern="100" dirty="0">
                <a:solidFill>
                  <a:srgbClr val="0A0908"/>
                </a:solidFill>
                <a:latin typeface="Calibri" panose="020F0502020204030204" pitchFamily="34" charset="0"/>
                <a:ea typeface="Times New Roman" panose="02020603050405020304" pitchFamily="18" charset="0"/>
                <a:cs typeface="Calibri" panose="020F0502020204030204" pitchFamily="34" charset="0"/>
              </a:rPr>
              <a:t>/images/</a:t>
            </a:r>
            <a:r>
              <a:rPr lang="en-IN" sz="900" kern="100" dirty="0" err="1">
                <a:solidFill>
                  <a:srgbClr val="0A0908"/>
                </a:solidFill>
                <a:latin typeface="Calibri" panose="020F0502020204030204" pitchFamily="34" charset="0"/>
                <a:ea typeface="Times New Roman" panose="02020603050405020304" pitchFamily="18" charset="0"/>
                <a:cs typeface="Calibri" panose="020F0502020204030204" pitchFamily="34" charset="0"/>
              </a:rPr>
              <a:t>bcmt_images</a:t>
            </a:r>
            <a:r>
              <a:rPr lang="en-IN" sz="900" kern="100" dirty="0">
                <a:solidFill>
                  <a:srgbClr val="0A0908"/>
                </a:solidFill>
                <a:latin typeface="Calibri" panose="020F0502020204030204" pitchFamily="34" charset="0"/>
                <a:ea typeface="Times New Roman" panose="02020603050405020304" pitchFamily="18" charset="0"/>
                <a:cs typeface="Calibri" panose="020F0502020204030204" pitchFamily="34" charset="0"/>
              </a:rPr>
              <a:t>/</a:t>
            </a:r>
            <a:r>
              <a:rPr lang="en-IN" sz="900" kern="100" dirty="0" err="1">
                <a:solidFill>
                  <a:srgbClr val="0A0908"/>
                </a:solidFill>
                <a:latin typeface="Calibri" panose="020F0502020204030204" pitchFamily="34" charset="0"/>
                <a:ea typeface="Times New Roman" panose="02020603050405020304" pitchFamily="18" charset="0"/>
                <a:cs typeface="Calibri" panose="020F0502020204030204" pitchFamily="34" charset="0"/>
              </a:rPr>
              <a:t>BCMT_VARS.yml</a:t>
            </a:r>
            <a:r>
              <a:rPr lang="en-IN" sz="900" kern="100" dirty="0">
                <a:solidFill>
                  <a:srgbClr val="0A0908"/>
                </a:solidFill>
                <a:latin typeface="Calibri" panose="020F0502020204030204" pitchFamily="34" charset="0"/>
                <a:ea typeface="Times New Roman" panose="02020603050405020304" pitchFamily="18" charset="0"/>
                <a:cs typeface="Calibri" panose="020F0502020204030204" pitchFamily="34" charset="0"/>
              </a:rPr>
              <a:t> and if does not exist, then checks via other method. </a:t>
            </a:r>
          </a:p>
          <a:p>
            <a:pPr marL="0" indent="0">
              <a:spcBef>
                <a:spcPts val="300"/>
              </a:spcBef>
              <a:spcAft>
                <a:spcPts val="300"/>
              </a:spcAft>
              <a:buNone/>
            </a:pPr>
            <a:r>
              <a:rPr lang="en-IN" sz="900" kern="100" dirty="0" err="1">
                <a:solidFill>
                  <a:srgbClr val="0A0908"/>
                </a:solidFill>
                <a:latin typeface="Calibri" panose="020F0502020204030204" pitchFamily="34" charset="0"/>
                <a:ea typeface="Times New Roman" panose="02020603050405020304" pitchFamily="18" charset="0"/>
                <a:cs typeface="Calibri" panose="020F0502020204030204" pitchFamily="34" charset="0"/>
              </a:rPr>
              <a:t>BCMT_VARS.yml</a:t>
            </a:r>
            <a:r>
              <a:rPr lang="en-IN" sz="900" kern="100" dirty="0">
                <a:solidFill>
                  <a:srgbClr val="0A0908"/>
                </a:solidFill>
                <a:latin typeface="Calibri" panose="020F0502020204030204" pitchFamily="34" charset="0"/>
                <a:ea typeface="Times New Roman" panose="02020603050405020304" pitchFamily="18" charset="0"/>
                <a:cs typeface="Calibri" panose="020F0502020204030204" pitchFamily="34" charset="0"/>
              </a:rPr>
              <a:t> contains old NCS23.10 related data even after NCS24.7 upgrade.</a:t>
            </a:r>
          </a:p>
          <a:p>
            <a:pPr marL="342900" lvl="1" indent="0">
              <a:spcBef>
                <a:spcPts val="300"/>
              </a:spcBef>
              <a:spcAft>
                <a:spcPts val="300"/>
              </a:spcAft>
              <a:buNone/>
            </a:pPr>
            <a:r>
              <a:rPr lang="en-IN" sz="800" kern="100" dirty="0">
                <a:solidFill>
                  <a:srgbClr val="0A0908"/>
                </a:solidFill>
                <a:latin typeface="Calibri" panose="020F0502020204030204" pitchFamily="34" charset="0"/>
                <a:ea typeface="Times New Roman" panose="02020603050405020304" pitchFamily="18" charset="0"/>
                <a:cs typeface="Calibri" panose="020F0502020204030204" pitchFamily="34" charset="0"/>
              </a:rPr>
              <a:t>[cbis-admin@ncseppdl01-ncs-masterbm-0 ~ (Active)]$ </a:t>
            </a:r>
            <a:r>
              <a:rPr lang="en-IN" sz="800" b="1" dirty="0" err="1">
                <a:solidFill>
                  <a:schemeClr val="accent1"/>
                </a:solidFill>
                <a:latin typeface="Calibri" panose="020F0502020204030204" pitchFamily="34" charset="0"/>
              </a:rPr>
              <a:t>sudo</a:t>
            </a:r>
            <a:r>
              <a:rPr lang="en-IN" sz="800" b="1" dirty="0">
                <a:solidFill>
                  <a:schemeClr val="accent1"/>
                </a:solidFill>
                <a:latin typeface="Calibri" panose="020F0502020204030204" pitchFamily="34" charset="0"/>
              </a:rPr>
              <a:t> cat /opt/</a:t>
            </a:r>
            <a:r>
              <a:rPr lang="en-IN" sz="800" b="1" dirty="0" err="1">
                <a:solidFill>
                  <a:schemeClr val="accent1"/>
                </a:solidFill>
                <a:latin typeface="Calibri" panose="020F0502020204030204" pitchFamily="34" charset="0"/>
              </a:rPr>
              <a:t>nokia</a:t>
            </a:r>
            <a:r>
              <a:rPr lang="en-IN" sz="800" b="1" dirty="0">
                <a:solidFill>
                  <a:schemeClr val="accent1"/>
                </a:solidFill>
                <a:latin typeface="Calibri" panose="020F0502020204030204" pitchFamily="34" charset="0"/>
              </a:rPr>
              <a:t>/images/</a:t>
            </a:r>
            <a:r>
              <a:rPr lang="en-IN" sz="800" b="1" dirty="0" err="1">
                <a:solidFill>
                  <a:schemeClr val="accent1"/>
                </a:solidFill>
                <a:latin typeface="Calibri" panose="020F0502020204030204" pitchFamily="34" charset="0"/>
              </a:rPr>
              <a:t>bcmt_images</a:t>
            </a:r>
            <a:r>
              <a:rPr lang="en-IN" sz="800" b="1" dirty="0">
                <a:solidFill>
                  <a:schemeClr val="accent1"/>
                </a:solidFill>
                <a:latin typeface="Calibri" panose="020F0502020204030204" pitchFamily="34" charset="0"/>
              </a:rPr>
              <a:t>/</a:t>
            </a:r>
            <a:r>
              <a:rPr lang="en-IN" sz="800" b="1" dirty="0" err="1">
                <a:solidFill>
                  <a:schemeClr val="accent1"/>
                </a:solidFill>
                <a:latin typeface="Calibri" panose="020F0502020204030204" pitchFamily="34" charset="0"/>
              </a:rPr>
              <a:t>BCMT_VARS.yml</a:t>
            </a:r>
            <a:endParaRPr lang="en-IN" sz="800" b="1" dirty="0">
              <a:solidFill>
                <a:schemeClr val="accent1"/>
              </a:solidFill>
              <a:latin typeface="Calibri" panose="020F0502020204030204" pitchFamily="34" charset="0"/>
            </a:endParaRPr>
          </a:p>
          <a:p>
            <a:pPr marL="342900" lvl="1" indent="0">
              <a:spcBef>
                <a:spcPts val="300"/>
              </a:spcBef>
              <a:spcAft>
                <a:spcPts val="300"/>
              </a:spcAft>
              <a:buNone/>
            </a:pPr>
            <a:r>
              <a:rPr lang="en-IN" sz="800" kern="100" dirty="0">
                <a:solidFill>
                  <a:srgbClr val="0A0908"/>
                </a:solidFill>
                <a:latin typeface="Calibri" panose="020F0502020204030204" pitchFamily="34" charset="0"/>
                <a:ea typeface="Times New Roman" panose="02020603050405020304" pitchFamily="18" charset="0"/>
                <a:cs typeface="Calibri" panose="020F0502020204030204" pitchFamily="34" charset="0"/>
              </a:rPr>
              <a:t>    </a:t>
            </a:r>
            <a:r>
              <a:rPr lang="en-IN" sz="800" kern="100" dirty="0" err="1">
                <a:solidFill>
                  <a:srgbClr val="0A0908"/>
                </a:solidFill>
                <a:latin typeface="Calibri" panose="020F0502020204030204" pitchFamily="34" charset="0"/>
                <a:ea typeface="Times New Roman" panose="02020603050405020304" pitchFamily="18" charset="0"/>
                <a:cs typeface="Calibri" panose="020F0502020204030204" pitchFamily="34" charset="0"/>
              </a:rPr>
              <a:t>bcmt_url</a:t>
            </a:r>
            <a:r>
              <a:rPr lang="en-IN" sz="800" kern="100" dirty="0">
                <a:solidFill>
                  <a:srgbClr val="0A0908"/>
                </a:solidFill>
                <a:latin typeface="Calibri" panose="020F0502020204030204" pitchFamily="34" charset="0"/>
                <a:ea typeface="Times New Roman" panose="02020603050405020304" pitchFamily="18" charset="0"/>
                <a:cs typeface="Calibri" panose="020F0502020204030204" pitchFamily="34" charset="0"/>
              </a:rPr>
              <a:t>: https://repo.cci.nokia.net/cbis-generic-candidates/cbis_vlab_repo/23.10.0/ncs/616/BCMT/csf-bcmt-daily-23.10.0-616-os8.tgz</a:t>
            </a:r>
          </a:p>
          <a:p>
            <a:pPr marL="342900" lvl="1" indent="0">
              <a:spcBef>
                <a:spcPts val="300"/>
              </a:spcBef>
              <a:spcAft>
                <a:spcPts val="300"/>
              </a:spcAft>
              <a:buNone/>
            </a:pPr>
            <a:r>
              <a:rPr lang="en-IN" sz="800" kern="100" dirty="0">
                <a:solidFill>
                  <a:srgbClr val="0A0908"/>
                </a:solidFill>
                <a:highlight>
                  <a:srgbClr val="FFFF00"/>
                </a:highlight>
                <a:latin typeface="Calibri" panose="020F0502020204030204" pitchFamily="34" charset="0"/>
                <a:ea typeface="Times New Roman" panose="02020603050405020304" pitchFamily="18" charset="0"/>
                <a:cs typeface="Calibri" panose="020F0502020204030204" pitchFamily="34" charset="0"/>
              </a:rPr>
              <a:t>    </a:t>
            </a:r>
            <a:r>
              <a:rPr lang="en-IN" sz="800" kern="100" dirty="0" err="1">
                <a:solidFill>
                  <a:srgbClr val="0A0908"/>
                </a:solidFill>
                <a:highlight>
                  <a:srgbClr val="FFFF00"/>
                </a:highlight>
                <a:latin typeface="Calibri" panose="020F0502020204030204" pitchFamily="34" charset="0"/>
                <a:ea typeface="Times New Roman" panose="02020603050405020304" pitchFamily="18" charset="0"/>
                <a:cs typeface="Calibri" panose="020F0502020204030204" pitchFamily="34" charset="0"/>
              </a:rPr>
              <a:t>bcmt_file_name</a:t>
            </a:r>
            <a:r>
              <a:rPr lang="en-IN" sz="800" kern="100" dirty="0">
                <a:solidFill>
                  <a:srgbClr val="0A0908"/>
                </a:solidFill>
                <a:highlight>
                  <a:srgbClr val="FFFF00"/>
                </a:highlight>
                <a:latin typeface="Calibri" panose="020F0502020204030204" pitchFamily="34" charset="0"/>
                <a:ea typeface="Times New Roman" panose="02020603050405020304" pitchFamily="18" charset="0"/>
                <a:cs typeface="Calibri" panose="020F0502020204030204" pitchFamily="34" charset="0"/>
              </a:rPr>
              <a:t>: csf-bcmt-daily-23.10.0-616-os8.tgz</a:t>
            </a:r>
          </a:p>
          <a:p>
            <a:pPr marL="342900" lvl="1" indent="0">
              <a:spcBef>
                <a:spcPts val="300"/>
              </a:spcBef>
              <a:spcAft>
                <a:spcPts val="300"/>
              </a:spcAft>
              <a:buNone/>
            </a:pPr>
            <a:r>
              <a:rPr lang="en-IN" sz="800" kern="100" dirty="0">
                <a:solidFill>
                  <a:srgbClr val="0A0908"/>
                </a:solidFill>
                <a:highlight>
                  <a:srgbClr val="FFFF00"/>
                </a:highlight>
                <a:latin typeface="Calibri" panose="020F0502020204030204" pitchFamily="34" charset="0"/>
                <a:ea typeface="Times New Roman" panose="02020603050405020304" pitchFamily="18" charset="0"/>
                <a:cs typeface="Calibri" panose="020F0502020204030204" pitchFamily="34" charset="0"/>
              </a:rPr>
              <a:t>    </a:t>
            </a:r>
            <a:r>
              <a:rPr lang="en-IN" sz="800" kern="100" dirty="0" err="1">
                <a:solidFill>
                  <a:srgbClr val="0A0908"/>
                </a:solidFill>
                <a:highlight>
                  <a:srgbClr val="FFFF00"/>
                </a:highlight>
                <a:latin typeface="Calibri" panose="020F0502020204030204" pitchFamily="34" charset="0"/>
                <a:ea typeface="Times New Roman" panose="02020603050405020304" pitchFamily="18" charset="0"/>
                <a:cs typeface="Calibri" panose="020F0502020204030204" pitchFamily="34" charset="0"/>
              </a:rPr>
              <a:t>bcmt_ver</a:t>
            </a:r>
            <a:r>
              <a:rPr lang="en-IN" sz="800" kern="100" dirty="0">
                <a:solidFill>
                  <a:srgbClr val="0A0908"/>
                </a:solidFill>
                <a:highlight>
                  <a:srgbClr val="FFFF00"/>
                </a:highlight>
                <a:latin typeface="Calibri" panose="020F0502020204030204" pitchFamily="34" charset="0"/>
                <a:ea typeface="Times New Roman" panose="02020603050405020304" pitchFamily="18" charset="0"/>
                <a:cs typeface="Calibri" panose="020F0502020204030204" pitchFamily="34" charset="0"/>
              </a:rPr>
              <a:t>: 23.10.0-616</a:t>
            </a:r>
          </a:p>
          <a:p>
            <a:pPr marL="342900" lvl="1" indent="0">
              <a:spcBef>
                <a:spcPts val="300"/>
              </a:spcBef>
              <a:spcAft>
                <a:spcPts val="300"/>
              </a:spcAft>
              <a:buNone/>
            </a:pPr>
            <a:r>
              <a:rPr lang="en-IN" sz="800" kern="100" dirty="0">
                <a:solidFill>
                  <a:srgbClr val="0A0908"/>
                </a:solidFill>
                <a:highlight>
                  <a:srgbClr val="FFFF00"/>
                </a:highlight>
                <a:latin typeface="Calibri" panose="020F0502020204030204" pitchFamily="34" charset="0"/>
                <a:ea typeface="Times New Roman" panose="02020603050405020304" pitchFamily="18" charset="0"/>
                <a:cs typeface="Calibri" panose="020F0502020204030204" pitchFamily="34" charset="0"/>
              </a:rPr>
              <a:t>    </a:t>
            </a:r>
            <a:r>
              <a:rPr lang="en-IN" sz="800" kern="100" dirty="0" err="1">
                <a:solidFill>
                  <a:srgbClr val="0A0908"/>
                </a:solidFill>
                <a:highlight>
                  <a:srgbClr val="FFFF00"/>
                </a:highlight>
                <a:latin typeface="Calibri" panose="020F0502020204030204" pitchFamily="34" charset="0"/>
                <a:ea typeface="Times New Roman" panose="02020603050405020304" pitchFamily="18" charset="0"/>
                <a:cs typeface="Calibri" panose="020F0502020204030204" pitchFamily="34" charset="0"/>
              </a:rPr>
              <a:t>bcmt_ver_main</a:t>
            </a:r>
            <a:r>
              <a:rPr lang="en-IN" sz="800" kern="100" dirty="0">
                <a:solidFill>
                  <a:srgbClr val="0A0908"/>
                </a:solidFill>
                <a:highlight>
                  <a:srgbClr val="FFFF00"/>
                </a:highlight>
                <a:latin typeface="Calibri" panose="020F0502020204030204" pitchFamily="34" charset="0"/>
                <a:ea typeface="Times New Roman" panose="02020603050405020304" pitchFamily="18" charset="0"/>
                <a:cs typeface="Calibri" panose="020F0502020204030204" pitchFamily="34" charset="0"/>
              </a:rPr>
              <a:t>: 23.10.0</a:t>
            </a:r>
          </a:p>
          <a:p>
            <a:pPr marL="342900" lvl="1" indent="0">
              <a:spcBef>
                <a:spcPts val="300"/>
              </a:spcBef>
              <a:spcAft>
                <a:spcPts val="300"/>
              </a:spcAft>
              <a:buNone/>
            </a:pPr>
            <a:r>
              <a:rPr lang="en-IN" sz="800" kern="100" dirty="0">
                <a:solidFill>
                  <a:srgbClr val="0A0908"/>
                </a:solidFill>
                <a:highlight>
                  <a:srgbClr val="FFFF00"/>
                </a:highlight>
                <a:latin typeface="Calibri" panose="020F0502020204030204" pitchFamily="34" charset="0"/>
                <a:ea typeface="Times New Roman" panose="02020603050405020304" pitchFamily="18" charset="0"/>
                <a:cs typeface="Calibri" panose="020F0502020204030204" pitchFamily="34" charset="0"/>
              </a:rPr>
              <a:t>    </a:t>
            </a:r>
            <a:r>
              <a:rPr lang="en-IN" sz="800" kern="100" dirty="0" err="1">
                <a:solidFill>
                  <a:srgbClr val="0A0908"/>
                </a:solidFill>
                <a:highlight>
                  <a:srgbClr val="FFFF00"/>
                </a:highlight>
                <a:latin typeface="Calibri" panose="020F0502020204030204" pitchFamily="34" charset="0"/>
                <a:ea typeface="Times New Roman" panose="02020603050405020304" pitchFamily="18" charset="0"/>
                <a:cs typeface="Calibri" panose="020F0502020204030204" pitchFamily="34" charset="0"/>
              </a:rPr>
              <a:t>bcmt_ver_sub</a:t>
            </a:r>
            <a:r>
              <a:rPr lang="en-IN" sz="800" kern="100" dirty="0">
                <a:solidFill>
                  <a:srgbClr val="0A0908"/>
                </a:solidFill>
                <a:highlight>
                  <a:srgbClr val="FFFF00"/>
                </a:highlight>
                <a:latin typeface="Calibri" panose="020F0502020204030204" pitchFamily="34" charset="0"/>
                <a:ea typeface="Times New Roman" panose="02020603050405020304" pitchFamily="18" charset="0"/>
                <a:cs typeface="Calibri" panose="020F0502020204030204" pitchFamily="34" charset="0"/>
              </a:rPr>
              <a:t>: 616</a:t>
            </a:r>
          </a:p>
          <a:p>
            <a:pPr marL="342900" lvl="1" indent="0">
              <a:spcBef>
                <a:spcPts val="300"/>
              </a:spcBef>
              <a:spcAft>
                <a:spcPts val="300"/>
              </a:spcAft>
              <a:buNone/>
            </a:pPr>
            <a:r>
              <a:rPr lang="en-IN" sz="800" kern="100" dirty="0">
                <a:solidFill>
                  <a:srgbClr val="0A0908"/>
                </a:solidFill>
                <a:latin typeface="Calibri" panose="020F0502020204030204" pitchFamily="34" charset="0"/>
                <a:ea typeface="Times New Roman" panose="02020603050405020304" pitchFamily="18" charset="0"/>
                <a:cs typeface="Calibri" panose="020F0502020204030204" pitchFamily="34" charset="0"/>
              </a:rPr>
              <a:t>    </a:t>
            </a:r>
            <a:r>
              <a:rPr lang="en-IN" sz="800" kern="100" dirty="0" err="1">
                <a:solidFill>
                  <a:srgbClr val="0A0908"/>
                </a:solidFill>
                <a:latin typeface="Calibri" panose="020F0502020204030204" pitchFamily="34" charset="0"/>
                <a:ea typeface="Times New Roman" panose="02020603050405020304" pitchFamily="18" charset="0"/>
                <a:cs typeface="Calibri" panose="020F0502020204030204" pitchFamily="34" charset="0"/>
              </a:rPr>
              <a:t>bcmt_config_files_url</a:t>
            </a:r>
            <a:r>
              <a:rPr lang="en-IN" sz="800" kern="100" dirty="0">
                <a:solidFill>
                  <a:srgbClr val="0A0908"/>
                </a:solidFill>
                <a:latin typeface="Calibri" panose="020F0502020204030204" pitchFamily="34" charset="0"/>
                <a:ea typeface="Times New Roman" panose="02020603050405020304" pitchFamily="18" charset="0"/>
                <a:cs typeface="Calibri" panose="020F0502020204030204" pitchFamily="34" charset="0"/>
              </a:rPr>
              <a:t>: https://repo.cci.nokia.net/artifactory/csf-generic-delivered-local/BCMT/bcmt-config-files-23.10.0-522.zip</a:t>
            </a:r>
          </a:p>
          <a:p>
            <a:pPr marL="342900" lvl="1" indent="0">
              <a:spcBef>
                <a:spcPts val="300"/>
              </a:spcBef>
              <a:spcAft>
                <a:spcPts val="300"/>
              </a:spcAft>
              <a:buNone/>
            </a:pPr>
            <a:r>
              <a:rPr lang="en-IN" sz="800" kern="100" dirty="0">
                <a:solidFill>
                  <a:srgbClr val="0A0908"/>
                </a:solidFill>
                <a:latin typeface="Calibri" panose="020F0502020204030204" pitchFamily="34" charset="0"/>
                <a:ea typeface="Times New Roman" panose="02020603050405020304" pitchFamily="18" charset="0"/>
                <a:cs typeface="Calibri" panose="020F0502020204030204" pitchFamily="34" charset="0"/>
              </a:rPr>
              <a:t>    </a:t>
            </a:r>
            <a:r>
              <a:rPr lang="en-IN" sz="800" kern="100" dirty="0" err="1">
                <a:solidFill>
                  <a:srgbClr val="0A0908"/>
                </a:solidFill>
                <a:latin typeface="Calibri" panose="020F0502020204030204" pitchFamily="34" charset="0"/>
                <a:ea typeface="Times New Roman" panose="02020603050405020304" pitchFamily="18" charset="0"/>
                <a:cs typeface="Calibri" panose="020F0502020204030204" pitchFamily="34" charset="0"/>
              </a:rPr>
              <a:t>bcmt_config_files_name</a:t>
            </a:r>
            <a:r>
              <a:rPr lang="en-IN" sz="800" kern="100" dirty="0">
                <a:solidFill>
                  <a:srgbClr val="0A0908"/>
                </a:solidFill>
                <a:latin typeface="Calibri" panose="020F0502020204030204" pitchFamily="34" charset="0"/>
                <a:ea typeface="Times New Roman" panose="02020603050405020304" pitchFamily="18" charset="0"/>
                <a:cs typeface="Calibri" panose="020F0502020204030204" pitchFamily="34" charset="0"/>
              </a:rPr>
              <a:t>: bcmt-config-files-23.10.0-522.zip</a:t>
            </a:r>
          </a:p>
          <a:p>
            <a:pPr marL="342900" lvl="1" indent="0">
              <a:spcBef>
                <a:spcPts val="300"/>
              </a:spcBef>
              <a:spcAft>
                <a:spcPts val="300"/>
              </a:spcAft>
              <a:buNone/>
            </a:pPr>
            <a:r>
              <a:rPr lang="en-IN" sz="800" kern="100" dirty="0">
                <a:solidFill>
                  <a:srgbClr val="0A0908"/>
                </a:solidFill>
                <a:latin typeface="Calibri" panose="020F0502020204030204" pitchFamily="34" charset="0"/>
                <a:ea typeface="Times New Roman" panose="02020603050405020304" pitchFamily="18" charset="0"/>
                <a:cs typeface="Calibri" panose="020F0502020204030204" pitchFamily="34" charset="0"/>
              </a:rPr>
              <a:t>[cbis-admin@ncseppdl01-ncs-masterbm-0 ~ (Active)]$ </a:t>
            </a:r>
          </a:p>
          <a:p>
            <a:pPr marL="0" indent="0">
              <a:spcBef>
                <a:spcPts val="300"/>
              </a:spcBef>
              <a:spcAft>
                <a:spcPts val="300"/>
              </a:spcAft>
              <a:buNone/>
            </a:pPr>
            <a:r>
              <a:rPr lang="en-US" sz="900" kern="100" dirty="0">
                <a:solidFill>
                  <a:srgbClr val="0A0908"/>
                </a:solidFill>
                <a:latin typeface="Calibri" panose="020F0502020204030204" pitchFamily="34" charset="0"/>
                <a:cs typeface="Calibri" panose="020F0502020204030204" pitchFamily="34" charset="0"/>
              </a:rPr>
              <a:t>In NCS24.7 upgrade, the correct BCMT file is located under /root/</a:t>
            </a:r>
            <a:r>
              <a:rPr lang="en-US" sz="900" kern="100" dirty="0" err="1">
                <a:solidFill>
                  <a:srgbClr val="0A0908"/>
                </a:solidFill>
                <a:latin typeface="Calibri" panose="020F0502020204030204" pitchFamily="34" charset="0"/>
                <a:cs typeface="Calibri" panose="020F0502020204030204" pitchFamily="34" charset="0"/>
              </a:rPr>
              <a:t>cbis</a:t>
            </a:r>
            <a:r>
              <a:rPr lang="en-US" sz="900" kern="100" dirty="0">
                <a:solidFill>
                  <a:srgbClr val="0A0908"/>
                </a:solidFill>
                <a:latin typeface="Calibri" panose="020F0502020204030204" pitchFamily="34" charset="0"/>
                <a:cs typeface="Calibri" panose="020F0502020204030204" pitchFamily="34" charset="0"/>
              </a:rPr>
              <a:t>/</a:t>
            </a:r>
            <a:r>
              <a:rPr lang="en-US" sz="900" kern="100" dirty="0" err="1">
                <a:solidFill>
                  <a:srgbClr val="0A0908"/>
                </a:solidFill>
                <a:latin typeface="Calibri" panose="020F0502020204030204" pitchFamily="34" charset="0"/>
                <a:cs typeface="Calibri" panose="020F0502020204030204" pitchFamily="34" charset="0"/>
              </a:rPr>
              <a:t>docker_images</a:t>
            </a:r>
            <a:r>
              <a:rPr lang="en-US" sz="900" kern="100" dirty="0">
                <a:solidFill>
                  <a:srgbClr val="0A0908"/>
                </a:solidFill>
                <a:latin typeface="Calibri" panose="020F0502020204030204" pitchFamily="34" charset="0"/>
                <a:cs typeface="Calibri" panose="020F0502020204030204" pitchFamily="34" charset="0"/>
              </a:rPr>
              <a:t>/</a:t>
            </a:r>
            <a:r>
              <a:rPr lang="en-US" sz="900" kern="100" dirty="0" err="1">
                <a:solidFill>
                  <a:srgbClr val="0A0908"/>
                </a:solidFill>
                <a:latin typeface="Calibri" panose="020F0502020204030204" pitchFamily="34" charset="0"/>
                <a:cs typeface="Calibri" panose="020F0502020204030204" pitchFamily="34" charset="0"/>
              </a:rPr>
              <a:t>bcmt_images</a:t>
            </a:r>
            <a:r>
              <a:rPr lang="en-US" sz="900" kern="100" dirty="0">
                <a:solidFill>
                  <a:srgbClr val="0A0908"/>
                </a:solidFill>
                <a:latin typeface="Calibri" panose="020F0502020204030204" pitchFamily="34" charset="0"/>
                <a:cs typeface="Calibri" panose="020F0502020204030204" pitchFamily="34" charset="0"/>
              </a:rPr>
              <a:t>/</a:t>
            </a:r>
            <a:endParaRPr lang="en-US" sz="900" b="1" kern="0" dirty="0">
              <a:solidFill>
                <a:srgbClr val="0A0908"/>
              </a:solidFill>
              <a:effectLst/>
              <a:latin typeface="Calibri" panose="020F0502020204030204" pitchFamily="34" charset="0"/>
              <a:ea typeface="Times New Roman" panose="02020603050405020304" pitchFamily="18" charset="0"/>
              <a:cs typeface="Calibri" panose="020F0502020204030204" pitchFamily="34" charset="0"/>
            </a:endParaRPr>
          </a:p>
          <a:p>
            <a:pPr marL="342900" lvl="1" indent="0">
              <a:spcBef>
                <a:spcPts val="300"/>
              </a:spcBef>
              <a:spcAft>
                <a:spcPts val="300"/>
              </a:spcAft>
              <a:buNone/>
            </a:pPr>
            <a:r>
              <a:rPr lang="en-US" sz="800" kern="100" dirty="0">
                <a:solidFill>
                  <a:srgbClr val="0A0908"/>
                </a:solidFill>
                <a:latin typeface="Calibri" panose="020F0502020204030204" pitchFamily="34" charset="0"/>
                <a:cs typeface="Calibri" panose="020F0502020204030204" pitchFamily="34" charset="0"/>
              </a:rPr>
              <a:t>[root@ncseppdl01-ncs-masterbm-0 ~ (Active)]# </a:t>
            </a:r>
            <a:r>
              <a:rPr lang="en-US" sz="800" b="1" dirty="0">
                <a:solidFill>
                  <a:schemeClr val="accent1"/>
                </a:solidFill>
                <a:latin typeface="Calibri" panose="020F0502020204030204" pitchFamily="34" charset="0"/>
              </a:rPr>
              <a:t>cat /root/</a:t>
            </a:r>
            <a:r>
              <a:rPr lang="en-US" sz="800" b="1" dirty="0" err="1">
                <a:solidFill>
                  <a:schemeClr val="accent1"/>
                </a:solidFill>
                <a:latin typeface="Calibri" panose="020F0502020204030204" pitchFamily="34" charset="0"/>
              </a:rPr>
              <a:t>cbis</a:t>
            </a:r>
            <a:r>
              <a:rPr lang="en-US" sz="800" b="1" dirty="0">
                <a:solidFill>
                  <a:schemeClr val="accent1"/>
                </a:solidFill>
                <a:latin typeface="Calibri" panose="020F0502020204030204" pitchFamily="34" charset="0"/>
              </a:rPr>
              <a:t>/</a:t>
            </a:r>
            <a:r>
              <a:rPr lang="en-US" sz="800" b="1" dirty="0" err="1">
                <a:solidFill>
                  <a:schemeClr val="accent1"/>
                </a:solidFill>
                <a:latin typeface="Calibri" panose="020F0502020204030204" pitchFamily="34" charset="0"/>
              </a:rPr>
              <a:t>docker_images</a:t>
            </a:r>
            <a:r>
              <a:rPr lang="en-US" sz="800" b="1" dirty="0">
                <a:solidFill>
                  <a:schemeClr val="accent1"/>
                </a:solidFill>
                <a:latin typeface="Calibri" panose="020F0502020204030204" pitchFamily="34" charset="0"/>
              </a:rPr>
              <a:t>/</a:t>
            </a:r>
            <a:r>
              <a:rPr lang="en-US" sz="800" b="1" dirty="0" err="1">
                <a:solidFill>
                  <a:schemeClr val="accent1"/>
                </a:solidFill>
                <a:latin typeface="Calibri" panose="020F0502020204030204" pitchFamily="34" charset="0"/>
              </a:rPr>
              <a:t>bcmt_images</a:t>
            </a:r>
            <a:r>
              <a:rPr lang="en-US" sz="800" b="1" dirty="0">
                <a:solidFill>
                  <a:schemeClr val="accent1"/>
                </a:solidFill>
                <a:latin typeface="Calibri" panose="020F0502020204030204" pitchFamily="34" charset="0"/>
              </a:rPr>
              <a:t>/</a:t>
            </a:r>
            <a:r>
              <a:rPr lang="en-US" sz="800" b="1" dirty="0" err="1">
                <a:solidFill>
                  <a:schemeClr val="accent1"/>
                </a:solidFill>
                <a:latin typeface="Calibri" panose="020F0502020204030204" pitchFamily="34" charset="0"/>
              </a:rPr>
              <a:t>BCMT_VARS.yml</a:t>
            </a:r>
            <a:endParaRPr lang="en-US" sz="800" b="1" dirty="0">
              <a:solidFill>
                <a:schemeClr val="accent1"/>
              </a:solidFill>
              <a:latin typeface="Calibri" panose="020F0502020204030204" pitchFamily="34" charset="0"/>
            </a:endParaRPr>
          </a:p>
          <a:p>
            <a:pPr marL="342900" lvl="1" indent="0">
              <a:spcBef>
                <a:spcPts val="300"/>
              </a:spcBef>
              <a:spcAft>
                <a:spcPts val="300"/>
              </a:spcAft>
              <a:buNone/>
            </a:pPr>
            <a:r>
              <a:rPr lang="en-US" sz="800" kern="100" dirty="0" err="1">
                <a:solidFill>
                  <a:srgbClr val="0A0908"/>
                </a:solidFill>
                <a:latin typeface="Calibri" panose="020F0502020204030204" pitchFamily="34" charset="0"/>
                <a:cs typeface="Calibri" panose="020F0502020204030204" pitchFamily="34" charset="0"/>
              </a:rPr>
              <a:t>bcmt_url</a:t>
            </a:r>
            <a:r>
              <a:rPr lang="en-US" sz="800" kern="100" dirty="0">
                <a:solidFill>
                  <a:srgbClr val="0A0908"/>
                </a:solidFill>
                <a:latin typeface="Calibri" panose="020F0502020204030204" pitchFamily="34" charset="0"/>
                <a:cs typeface="Calibri" panose="020F0502020204030204" pitchFamily="34" charset="0"/>
              </a:rPr>
              <a:t>: https://repo.cci.nokia.net/cbis-generic-candidates/cbis_vlab_repo/24.7.0/ncs/370/BCMT/csf-bcmt-daily-24.7.0-370-os8.tgz</a:t>
            </a:r>
          </a:p>
          <a:p>
            <a:pPr marL="342900" lvl="1" indent="0">
              <a:spcBef>
                <a:spcPts val="300"/>
              </a:spcBef>
              <a:spcAft>
                <a:spcPts val="300"/>
              </a:spcAft>
              <a:buNone/>
            </a:pPr>
            <a:r>
              <a:rPr lang="en-US" sz="800" kern="100" dirty="0" err="1">
                <a:solidFill>
                  <a:srgbClr val="0A0908"/>
                </a:solidFill>
                <a:latin typeface="Calibri" panose="020F0502020204030204" pitchFamily="34" charset="0"/>
                <a:cs typeface="Calibri" panose="020F0502020204030204" pitchFamily="34" charset="0"/>
              </a:rPr>
              <a:t>bcmt_file_name</a:t>
            </a:r>
            <a:r>
              <a:rPr lang="en-US" sz="800" kern="100" dirty="0">
                <a:solidFill>
                  <a:srgbClr val="0A0908"/>
                </a:solidFill>
                <a:latin typeface="Calibri" panose="020F0502020204030204" pitchFamily="34" charset="0"/>
                <a:cs typeface="Calibri" panose="020F0502020204030204" pitchFamily="34" charset="0"/>
              </a:rPr>
              <a:t>: csf-bcmt-daily-24.7.0-370-os8.tgz</a:t>
            </a:r>
          </a:p>
          <a:p>
            <a:pPr marL="342900" lvl="1" indent="0">
              <a:spcBef>
                <a:spcPts val="300"/>
              </a:spcBef>
              <a:spcAft>
                <a:spcPts val="300"/>
              </a:spcAft>
              <a:buNone/>
            </a:pPr>
            <a:r>
              <a:rPr lang="en-US" sz="800" kern="100" dirty="0" err="1">
                <a:solidFill>
                  <a:srgbClr val="0A0908"/>
                </a:solidFill>
                <a:highlight>
                  <a:srgbClr val="00FF00"/>
                </a:highlight>
                <a:latin typeface="Calibri" panose="020F0502020204030204" pitchFamily="34" charset="0"/>
                <a:cs typeface="Calibri" panose="020F0502020204030204" pitchFamily="34" charset="0"/>
              </a:rPr>
              <a:t>bcmt_ver</a:t>
            </a:r>
            <a:r>
              <a:rPr lang="en-US" sz="800" kern="100" dirty="0">
                <a:solidFill>
                  <a:srgbClr val="0A0908"/>
                </a:solidFill>
                <a:highlight>
                  <a:srgbClr val="00FF00"/>
                </a:highlight>
                <a:latin typeface="Calibri" panose="020F0502020204030204" pitchFamily="34" charset="0"/>
                <a:cs typeface="Calibri" panose="020F0502020204030204" pitchFamily="34" charset="0"/>
              </a:rPr>
              <a:t>: 24.7.0-370</a:t>
            </a:r>
          </a:p>
          <a:p>
            <a:pPr marL="342900" lvl="1" indent="0">
              <a:spcBef>
                <a:spcPts val="300"/>
              </a:spcBef>
              <a:spcAft>
                <a:spcPts val="300"/>
              </a:spcAft>
              <a:buNone/>
            </a:pPr>
            <a:r>
              <a:rPr lang="en-US" sz="800" kern="100" dirty="0" err="1">
                <a:solidFill>
                  <a:srgbClr val="0A0908"/>
                </a:solidFill>
                <a:highlight>
                  <a:srgbClr val="00FF00"/>
                </a:highlight>
                <a:latin typeface="Calibri" panose="020F0502020204030204" pitchFamily="34" charset="0"/>
                <a:cs typeface="Calibri" panose="020F0502020204030204" pitchFamily="34" charset="0"/>
              </a:rPr>
              <a:t>bcmt_ver_main</a:t>
            </a:r>
            <a:r>
              <a:rPr lang="en-US" sz="800" kern="100" dirty="0">
                <a:solidFill>
                  <a:srgbClr val="0A0908"/>
                </a:solidFill>
                <a:highlight>
                  <a:srgbClr val="00FF00"/>
                </a:highlight>
                <a:latin typeface="Calibri" panose="020F0502020204030204" pitchFamily="34" charset="0"/>
                <a:cs typeface="Calibri" panose="020F0502020204030204" pitchFamily="34" charset="0"/>
              </a:rPr>
              <a:t>: 24.7.0</a:t>
            </a:r>
          </a:p>
          <a:p>
            <a:pPr marL="342900" lvl="1" indent="0">
              <a:spcBef>
                <a:spcPts val="300"/>
              </a:spcBef>
              <a:spcAft>
                <a:spcPts val="300"/>
              </a:spcAft>
              <a:buNone/>
            </a:pPr>
            <a:r>
              <a:rPr lang="en-US" sz="800" kern="100" dirty="0" err="1">
                <a:solidFill>
                  <a:srgbClr val="0A0908"/>
                </a:solidFill>
                <a:highlight>
                  <a:srgbClr val="00FF00"/>
                </a:highlight>
                <a:latin typeface="Calibri" panose="020F0502020204030204" pitchFamily="34" charset="0"/>
                <a:cs typeface="Calibri" panose="020F0502020204030204" pitchFamily="34" charset="0"/>
              </a:rPr>
              <a:t>bcmt_ver_sub</a:t>
            </a:r>
            <a:r>
              <a:rPr lang="en-US" sz="800" kern="100" dirty="0">
                <a:solidFill>
                  <a:srgbClr val="0A0908"/>
                </a:solidFill>
                <a:highlight>
                  <a:srgbClr val="00FF00"/>
                </a:highlight>
                <a:latin typeface="Calibri" panose="020F0502020204030204" pitchFamily="34" charset="0"/>
                <a:cs typeface="Calibri" panose="020F0502020204030204" pitchFamily="34" charset="0"/>
              </a:rPr>
              <a:t>: 370</a:t>
            </a:r>
          </a:p>
          <a:p>
            <a:pPr marL="342900" lvl="1" indent="0">
              <a:spcBef>
                <a:spcPts val="300"/>
              </a:spcBef>
              <a:spcAft>
                <a:spcPts val="300"/>
              </a:spcAft>
              <a:buNone/>
            </a:pPr>
            <a:r>
              <a:rPr lang="en-US" sz="800" kern="100" dirty="0" err="1">
                <a:solidFill>
                  <a:srgbClr val="0A0908"/>
                </a:solidFill>
                <a:latin typeface="Calibri" panose="020F0502020204030204" pitchFamily="34" charset="0"/>
                <a:cs typeface="Calibri" panose="020F0502020204030204" pitchFamily="34" charset="0"/>
              </a:rPr>
              <a:t>bcmt_config_files_url</a:t>
            </a:r>
            <a:r>
              <a:rPr lang="en-US" sz="800" kern="100" dirty="0">
                <a:solidFill>
                  <a:srgbClr val="0A0908"/>
                </a:solidFill>
                <a:latin typeface="Calibri" panose="020F0502020204030204" pitchFamily="34" charset="0"/>
                <a:cs typeface="Calibri" panose="020F0502020204030204" pitchFamily="34" charset="0"/>
              </a:rPr>
              <a:t>: https://repo.cci.nokia.net/artifactory/csf-generic-delivered-local/BCMT/bcmt-config-files-23.10.0-522.zip</a:t>
            </a:r>
          </a:p>
          <a:p>
            <a:pPr marL="342900" lvl="1" indent="0">
              <a:spcBef>
                <a:spcPts val="300"/>
              </a:spcBef>
              <a:spcAft>
                <a:spcPts val="300"/>
              </a:spcAft>
              <a:buNone/>
            </a:pPr>
            <a:r>
              <a:rPr lang="en-US" sz="800" kern="100" dirty="0" err="1">
                <a:solidFill>
                  <a:srgbClr val="0A0908"/>
                </a:solidFill>
                <a:latin typeface="Calibri" panose="020F0502020204030204" pitchFamily="34" charset="0"/>
                <a:cs typeface="Calibri" panose="020F0502020204030204" pitchFamily="34" charset="0"/>
              </a:rPr>
              <a:t>bcmt_config_files_name</a:t>
            </a:r>
            <a:r>
              <a:rPr lang="en-US" sz="800" kern="100" dirty="0">
                <a:solidFill>
                  <a:srgbClr val="0A0908"/>
                </a:solidFill>
                <a:latin typeface="Calibri" panose="020F0502020204030204" pitchFamily="34" charset="0"/>
                <a:cs typeface="Calibri" panose="020F0502020204030204" pitchFamily="34" charset="0"/>
              </a:rPr>
              <a:t>: bcmt-config-files-23.10.0-522.zip</a:t>
            </a:r>
          </a:p>
          <a:p>
            <a:pPr marL="342900" lvl="1" indent="0">
              <a:spcBef>
                <a:spcPts val="300"/>
              </a:spcBef>
              <a:spcAft>
                <a:spcPts val="300"/>
              </a:spcAft>
              <a:buNone/>
            </a:pPr>
            <a:r>
              <a:rPr lang="en-US" sz="800" kern="100" dirty="0">
                <a:solidFill>
                  <a:srgbClr val="0A0908"/>
                </a:solidFill>
                <a:latin typeface="Calibri" panose="020F0502020204030204" pitchFamily="34" charset="0"/>
                <a:cs typeface="Calibri" panose="020F0502020204030204" pitchFamily="34" charset="0"/>
              </a:rPr>
              <a:t>[root@ncseppdl01-ncs-masterbm-0 ~ (Active)]#</a:t>
            </a:r>
          </a:p>
          <a:p>
            <a:pPr marL="0" indent="0">
              <a:spcBef>
                <a:spcPts val="300"/>
              </a:spcBef>
              <a:spcAft>
                <a:spcPts val="300"/>
              </a:spcAft>
              <a:buNone/>
            </a:pPr>
            <a:endParaRPr lang="en-US" sz="900" b="1" kern="0" dirty="0">
              <a:solidFill>
                <a:srgbClr val="0A0908"/>
              </a:solidFill>
              <a:effectLst/>
              <a:latin typeface="Calibri" panose="020F0502020204030204" pitchFamily="34" charset="0"/>
              <a:ea typeface="Times New Roman" panose="02020603050405020304" pitchFamily="18" charset="0"/>
              <a:cs typeface="Calibri" panose="020F0502020204030204" pitchFamily="34" charset="0"/>
            </a:endParaRPr>
          </a:p>
          <a:p>
            <a:pPr marL="0" indent="0">
              <a:lnSpc>
                <a:spcPct val="107000"/>
              </a:lnSpc>
              <a:spcBef>
                <a:spcPts val="0"/>
              </a:spcBef>
              <a:buNone/>
            </a:pPr>
            <a:endParaRPr lang="en-US" sz="900" kern="1400" dirty="0">
              <a:solidFill>
                <a:srgbClr val="0A0908"/>
              </a:solidFill>
              <a:latin typeface="Calibri" panose="020F0502020204030204" pitchFamily="34" charset="0"/>
              <a:cs typeface="Calibri" panose="020F0502020204030204" pitchFamily="34" charset="0"/>
            </a:endParaRPr>
          </a:p>
          <a:p>
            <a:pPr marL="0" indent="0">
              <a:lnSpc>
                <a:spcPct val="107000"/>
              </a:lnSpc>
              <a:spcBef>
                <a:spcPts val="0"/>
              </a:spcBef>
              <a:buNone/>
            </a:pPr>
            <a:endParaRPr lang="en-US" sz="900" kern="1400" dirty="0">
              <a:solidFill>
                <a:srgbClr val="0A090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0338848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276518-7675-2C5C-2FE4-5DCFA87E9BB5}"/>
            </a:ext>
          </a:extLst>
        </p:cNvPr>
        <p:cNvGrpSpPr/>
        <p:nvPr/>
      </p:nvGrpSpPr>
      <p:grpSpPr>
        <a:xfrm>
          <a:off x="0" y="0"/>
          <a:ext cx="0" cy="0"/>
          <a:chOff x="0" y="0"/>
          <a:chExt cx="0" cy="0"/>
        </a:xfrm>
      </p:grpSpPr>
      <p:sp>
        <p:nvSpPr>
          <p:cNvPr id="10" name="Text Placeholder 9">
            <a:extLst>
              <a:ext uri="{FF2B5EF4-FFF2-40B4-BE49-F238E27FC236}">
                <a16:creationId xmlns:a16="http://schemas.microsoft.com/office/drawing/2014/main" id="{89669EF8-3456-3D9D-BBE4-CAA67543689B}"/>
              </a:ext>
            </a:extLst>
          </p:cNvPr>
          <p:cNvSpPr>
            <a:spLocks noGrp="1"/>
          </p:cNvSpPr>
          <p:nvPr>
            <p:ph type="body" sz="quarter" idx="12"/>
          </p:nvPr>
        </p:nvSpPr>
        <p:spPr>
          <a:xfrm>
            <a:off x="330518" y="162545"/>
            <a:ext cx="8312742" cy="423864"/>
          </a:xfrm>
        </p:spPr>
        <p:txBody>
          <a:bodyPr/>
          <a:lstStyle/>
          <a:p>
            <a:r>
              <a:rPr lang="en-GB" b="1" dirty="0">
                <a:solidFill>
                  <a:schemeClr val="tx2">
                    <a:lumMod val="75000"/>
                    <a:lumOff val="25000"/>
                  </a:schemeClr>
                </a:solidFill>
                <a:latin typeface="+mj-lt"/>
              </a:rPr>
              <a:t>Issue-12: </a:t>
            </a:r>
            <a:r>
              <a:rPr lang="en-US" b="1" dirty="0">
                <a:solidFill>
                  <a:schemeClr val="tx2">
                    <a:lumMod val="75000"/>
                    <a:lumOff val="25000"/>
                  </a:schemeClr>
                </a:solidFill>
                <a:latin typeface="+mj-lt"/>
              </a:rPr>
              <a:t>ICE report shows NCS23.10 version- Cont..</a:t>
            </a:r>
          </a:p>
        </p:txBody>
      </p:sp>
      <p:sp>
        <p:nvSpPr>
          <p:cNvPr id="4" name="Footer Placeholder 3">
            <a:extLst>
              <a:ext uri="{FF2B5EF4-FFF2-40B4-BE49-F238E27FC236}">
                <a16:creationId xmlns:a16="http://schemas.microsoft.com/office/drawing/2014/main" id="{46999104-4E9D-04B1-88E4-E306D9F6F072}"/>
              </a:ext>
            </a:extLst>
          </p:cNvPr>
          <p:cNvSpPr>
            <a:spLocks noGrp="1"/>
          </p:cNvSpPr>
          <p:nvPr>
            <p:ph type="ftr" sz="quarter" idx="3"/>
          </p:nvPr>
        </p:nvSpPr>
        <p:spPr/>
        <p:txBody>
          <a:bodyPr/>
          <a:lstStyle/>
          <a:p>
            <a:r>
              <a:rPr lang="en-US" dirty="0"/>
              <a:t>Nokia Internal</a:t>
            </a:r>
          </a:p>
        </p:txBody>
      </p:sp>
      <p:sp>
        <p:nvSpPr>
          <p:cNvPr id="2" name="Text Placeholder 7">
            <a:extLst>
              <a:ext uri="{FF2B5EF4-FFF2-40B4-BE49-F238E27FC236}">
                <a16:creationId xmlns:a16="http://schemas.microsoft.com/office/drawing/2014/main" id="{6F0F5C46-2FFB-ECA5-A9CD-8AD0AFB6C6A5}"/>
              </a:ext>
            </a:extLst>
          </p:cNvPr>
          <p:cNvSpPr txBox="1">
            <a:spLocks/>
          </p:cNvSpPr>
          <p:nvPr/>
        </p:nvSpPr>
        <p:spPr>
          <a:xfrm>
            <a:off x="254746" y="577783"/>
            <a:ext cx="8634507" cy="4280772"/>
          </a:xfrm>
          <a:prstGeom prst="rect">
            <a:avLst/>
          </a:prstGeom>
        </p:spPr>
        <p:txBody>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spcBef>
                <a:spcPts val="0"/>
              </a:spcBef>
              <a:buNone/>
            </a:pPr>
            <a:r>
              <a:rPr lang="en-US" sz="1400" b="1" dirty="0">
                <a:solidFill>
                  <a:srgbClr val="0A0908"/>
                </a:solidFill>
                <a:latin typeface="Calibri" panose="020F0502020204030204" pitchFamily="34" charset="0"/>
                <a:cs typeface="Calibri" panose="020F0502020204030204" pitchFamily="34" charset="0"/>
              </a:rPr>
              <a:t>Solution:-</a:t>
            </a:r>
          </a:p>
          <a:p>
            <a:pPr marL="0" indent="0">
              <a:lnSpc>
                <a:spcPct val="107000"/>
              </a:lnSpc>
              <a:spcBef>
                <a:spcPts val="300"/>
              </a:spcBef>
              <a:spcAft>
                <a:spcPts val="300"/>
              </a:spcAft>
              <a:buNone/>
            </a:pPr>
            <a:r>
              <a:rPr lang="en-US" sz="900" kern="1400" dirty="0">
                <a:solidFill>
                  <a:srgbClr val="0A0908"/>
                </a:solidFill>
                <a:latin typeface="Calibri" panose="020F0502020204030204" pitchFamily="34" charset="0"/>
                <a:cs typeface="Calibri" panose="020F0502020204030204" pitchFamily="34" charset="0"/>
              </a:rPr>
              <a:t>Replace the correct </a:t>
            </a:r>
            <a:r>
              <a:rPr lang="en-US" sz="900" kern="1400" dirty="0" err="1">
                <a:solidFill>
                  <a:srgbClr val="0A0908"/>
                </a:solidFill>
                <a:latin typeface="Calibri" panose="020F0502020204030204" pitchFamily="34" charset="0"/>
                <a:cs typeface="Calibri" panose="020F0502020204030204" pitchFamily="34" charset="0"/>
              </a:rPr>
              <a:t>BCMT_VARS.yml</a:t>
            </a:r>
            <a:r>
              <a:rPr lang="en-US" sz="900" kern="1400" dirty="0">
                <a:solidFill>
                  <a:srgbClr val="0A0908"/>
                </a:solidFill>
                <a:latin typeface="Calibri" panose="020F0502020204030204" pitchFamily="34" charset="0"/>
                <a:cs typeface="Calibri" panose="020F0502020204030204" pitchFamily="34" charset="0"/>
              </a:rPr>
              <a:t> on all the master nodes (cluster) or on all the central manager nodes (central)</a:t>
            </a:r>
          </a:p>
          <a:p>
            <a:pPr marL="0" indent="0">
              <a:lnSpc>
                <a:spcPct val="107000"/>
              </a:lnSpc>
              <a:spcBef>
                <a:spcPts val="300"/>
              </a:spcBef>
              <a:spcAft>
                <a:spcPts val="300"/>
              </a:spcAft>
              <a:buNone/>
            </a:pPr>
            <a:endParaRPr lang="en-US" sz="900" kern="1400" dirty="0">
              <a:solidFill>
                <a:srgbClr val="0A0908"/>
              </a:solidFill>
              <a:latin typeface="Calibri" panose="020F0502020204030204" pitchFamily="34" charset="0"/>
              <a:cs typeface="Calibri" panose="020F0502020204030204" pitchFamily="34" charset="0"/>
            </a:endParaRPr>
          </a:p>
          <a:p>
            <a:pPr marL="342900" lvl="1" indent="0">
              <a:lnSpc>
                <a:spcPct val="107000"/>
              </a:lnSpc>
              <a:spcBef>
                <a:spcPts val="300"/>
              </a:spcBef>
              <a:spcAft>
                <a:spcPts val="300"/>
              </a:spcAft>
              <a:buNone/>
            </a:pPr>
            <a:r>
              <a:rPr lang="en-US" sz="900" kern="1400" dirty="0">
                <a:solidFill>
                  <a:srgbClr val="0A0908"/>
                </a:solidFill>
                <a:latin typeface="Calibri" panose="020F0502020204030204" pitchFamily="34" charset="0"/>
                <a:cs typeface="Calibri" panose="020F0502020204030204" pitchFamily="34" charset="0"/>
              </a:rPr>
              <a:t>[root@ncseppdl01-ncs-masterbm-0 </a:t>
            </a:r>
            <a:r>
              <a:rPr lang="en-US" sz="900" kern="1400" dirty="0" err="1">
                <a:solidFill>
                  <a:srgbClr val="0A0908"/>
                </a:solidFill>
                <a:latin typeface="Calibri" panose="020F0502020204030204" pitchFamily="34" charset="0"/>
                <a:cs typeface="Calibri" panose="020F0502020204030204" pitchFamily="34" charset="0"/>
              </a:rPr>
              <a:t>cbis</a:t>
            </a:r>
            <a:r>
              <a:rPr lang="en-US" sz="900" kern="1400" dirty="0">
                <a:solidFill>
                  <a:srgbClr val="0A0908"/>
                </a:solidFill>
                <a:latin typeface="Calibri" panose="020F0502020204030204" pitchFamily="34" charset="0"/>
                <a:cs typeface="Calibri" panose="020F0502020204030204" pitchFamily="34" charset="0"/>
              </a:rPr>
              <a:t>-admin (Active)]# </a:t>
            </a:r>
            <a:r>
              <a:rPr lang="en-US" sz="900" b="1" dirty="0">
                <a:solidFill>
                  <a:schemeClr val="accent1"/>
                </a:solidFill>
                <a:latin typeface="Calibri" panose="020F0502020204030204" pitchFamily="34" charset="0"/>
              </a:rPr>
              <a:t>cp /root/</a:t>
            </a:r>
            <a:r>
              <a:rPr lang="en-US" sz="900" b="1" dirty="0" err="1">
                <a:solidFill>
                  <a:schemeClr val="accent1"/>
                </a:solidFill>
                <a:latin typeface="Calibri" panose="020F0502020204030204" pitchFamily="34" charset="0"/>
              </a:rPr>
              <a:t>cbis</a:t>
            </a:r>
            <a:r>
              <a:rPr lang="en-US" sz="900" b="1" dirty="0">
                <a:solidFill>
                  <a:schemeClr val="accent1"/>
                </a:solidFill>
                <a:latin typeface="Calibri" panose="020F0502020204030204" pitchFamily="34" charset="0"/>
              </a:rPr>
              <a:t>/</a:t>
            </a:r>
            <a:r>
              <a:rPr lang="en-US" sz="900" b="1" dirty="0" err="1">
                <a:solidFill>
                  <a:schemeClr val="accent1"/>
                </a:solidFill>
                <a:latin typeface="Calibri" panose="020F0502020204030204" pitchFamily="34" charset="0"/>
              </a:rPr>
              <a:t>docker_images</a:t>
            </a:r>
            <a:r>
              <a:rPr lang="en-US" sz="900" b="1" dirty="0">
                <a:solidFill>
                  <a:schemeClr val="accent1"/>
                </a:solidFill>
                <a:latin typeface="Calibri" panose="020F0502020204030204" pitchFamily="34" charset="0"/>
              </a:rPr>
              <a:t>/</a:t>
            </a:r>
            <a:r>
              <a:rPr lang="en-US" sz="900" b="1" dirty="0" err="1">
                <a:solidFill>
                  <a:schemeClr val="accent1"/>
                </a:solidFill>
                <a:latin typeface="Calibri" panose="020F0502020204030204" pitchFamily="34" charset="0"/>
              </a:rPr>
              <a:t>bcmt_images</a:t>
            </a:r>
            <a:r>
              <a:rPr lang="en-US" sz="900" b="1" dirty="0">
                <a:solidFill>
                  <a:schemeClr val="accent1"/>
                </a:solidFill>
                <a:latin typeface="Calibri" panose="020F0502020204030204" pitchFamily="34" charset="0"/>
              </a:rPr>
              <a:t>/</a:t>
            </a:r>
            <a:r>
              <a:rPr lang="en-US" sz="900" b="1" dirty="0" err="1">
                <a:solidFill>
                  <a:schemeClr val="accent1"/>
                </a:solidFill>
                <a:latin typeface="Calibri" panose="020F0502020204030204" pitchFamily="34" charset="0"/>
              </a:rPr>
              <a:t>BCMT_VARS.yml</a:t>
            </a:r>
            <a:r>
              <a:rPr lang="en-US" sz="900" b="1" dirty="0">
                <a:solidFill>
                  <a:schemeClr val="accent1"/>
                </a:solidFill>
                <a:latin typeface="Calibri" panose="020F0502020204030204" pitchFamily="34" charset="0"/>
              </a:rPr>
              <a:t> /opt/</a:t>
            </a:r>
            <a:r>
              <a:rPr lang="en-US" sz="900" b="1" dirty="0" err="1">
                <a:solidFill>
                  <a:schemeClr val="accent1"/>
                </a:solidFill>
                <a:latin typeface="Calibri" panose="020F0502020204030204" pitchFamily="34" charset="0"/>
              </a:rPr>
              <a:t>nokia</a:t>
            </a:r>
            <a:r>
              <a:rPr lang="en-US" sz="900" b="1" dirty="0">
                <a:solidFill>
                  <a:schemeClr val="accent1"/>
                </a:solidFill>
                <a:latin typeface="Calibri" panose="020F0502020204030204" pitchFamily="34" charset="0"/>
              </a:rPr>
              <a:t>/images/</a:t>
            </a:r>
            <a:r>
              <a:rPr lang="en-US" sz="900" b="1" dirty="0" err="1">
                <a:solidFill>
                  <a:schemeClr val="accent1"/>
                </a:solidFill>
                <a:latin typeface="Calibri" panose="020F0502020204030204" pitchFamily="34" charset="0"/>
              </a:rPr>
              <a:t>bcmt_images</a:t>
            </a:r>
            <a:r>
              <a:rPr lang="en-US" sz="900" b="1" dirty="0">
                <a:solidFill>
                  <a:schemeClr val="accent1"/>
                </a:solidFill>
                <a:latin typeface="Calibri" panose="020F0502020204030204" pitchFamily="34" charset="0"/>
              </a:rPr>
              <a:t>/</a:t>
            </a:r>
          </a:p>
          <a:p>
            <a:pPr marL="342900" lvl="1" indent="0">
              <a:lnSpc>
                <a:spcPct val="107000"/>
              </a:lnSpc>
              <a:spcBef>
                <a:spcPts val="300"/>
              </a:spcBef>
              <a:spcAft>
                <a:spcPts val="300"/>
              </a:spcAft>
              <a:buNone/>
            </a:pPr>
            <a:r>
              <a:rPr lang="en-US" sz="900" kern="1400" dirty="0">
                <a:solidFill>
                  <a:srgbClr val="0A0908"/>
                </a:solidFill>
                <a:latin typeface="Calibri" panose="020F0502020204030204" pitchFamily="34" charset="0"/>
                <a:cs typeface="Calibri" panose="020F0502020204030204" pitchFamily="34" charset="0"/>
              </a:rPr>
              <a:t>cp: overwrite '/opt/</a:t>
            </a:r>
            <a:r>
              <a:rPr lang="en-US" sz="900" kern="1400" dirty="0" err="1">
                <a:solidFill>
                  <a:srgbClr val="0A0908"/>
                </a:solidFill>
                <a:latin typeface="Calibri" panose="020F0502020204030204" pitchFamily="34" charset="0"/>
                <a:cs typeface="Calibri" panose="020F0502020204030204" pitchFamily="34" charset="0"/>
              </a:rPr>
              <a:t>nokia</a:t>
            </a:r>
            <a:r>
              <a:rPr lang="en-US" sz="900" kern="1400" dirty="0">
                <a:solidFill>
                  <a:srgbClr val="0A0908"/>
                </a:solidFill>
                <a:latin typeface="Calibri" panose="020F0502020204030204" pitchFamily="34" charset="0"/>
                <a:cs typeface="Calibri" panose="020F0502020204030204" pitchFamily="34" charset="0"/>
              </a:rPr>
              <a:t>/images/</a:t>
            </a:r>
            <a:r>
              <a:rPr lang="en-US" sz="900" kern="1400" dirty="0" err="1">
                <a:solidFill>
                  <a:srgbClr val="0A0908"/>
                </a:solidFill>
                <a:latin typeface="Calibri" panose="020F0502020204030204" pitchFamily="34" charset="0"/>
                <a:cs typeface="Calibri" panose="020F0502020204030204" pitchFamily="34" charset="0"/>
              </a:rPr>
              <a:t>bcmt_images</a:t>
            </a:r>
            <a:r>
              <a:rPr lang="en-US" sz="900" kern="1400" dirty="0">
                <a:solidFill>
                  <a:srgbClr val="0A0908"/>
                </a:solidFill>
                <a:latin typeface="Calibri" panose="020F0502020204030204" pitchFamily="34" charset="0"/>
                <a:cs typeface="Calibri" panose="020F0502020204030204" pitchFamily="34" charset="0"/>
              </a:rPr>
              <a:t>/</a:t>
            </a:r>
            <a:r>
              <a:rPr lang="en-US" sz="900" kern="1400" dirty="0" err="1">
                <a:solidFill>
                  <a:srgbClr val="0A0908"/>
                </a:solidFill>
                <a:latin typeface="Calibri" panose="020F0502020204030204" pitchFamily="34" charset="0"/>
                <a:cs typeface="Calibri" panose="020F0502020204030204" pitchFamily="34" charset="0"/>
              </a:rPr>
              <a:t>BCMT_VARS.yml</a:t>
            </a:r>
            <a:r>
              <a:rPr lang="en-US" sz="900" kern="1400" dirty="0">
                <a:solidFill>
                  <a:srgbClr val="0A0908"/>
                </a:solidFill>
                <a:latin typeface="Calibri" panose="020F0502020204030204" pitchFamily="34" charset="0"/>
                <a:cs typeface="Calibri" panose="020F0502020204030204" pitchFamily="34" charset="0"/>
              </a:rPr>
              <a:t>’? </a:t>
            </a:r>
            <a:r>
              <a:rPr lang="en-US" sz="900" b="1" dirty="0">
                <a:solidFill>
                  <a:schemeClr val="accent1"/>
                </a:solidFill>
                <a:latin typeface="Calibri" panose="020F0502020204030204" pitchFamily="34" charset="0"/>
              </a:rPr>
              <a:t>Y</a:t>
            </a:r>
          </a:p>
          <a:p>
            <a:pPr marL="342900" lvl="1" indent="0">
              <a:lnSpc>
                <a:spcPct val="107000"/>
              </a:lnSpc>
              <a:spcBef>
                <a:spcPts val="300"/>
              </a:spcBef>
              <a:spcAft>
                <a:spcPts val="300"/>
              </a:spcAft>
              <a:buNone/>
            </a:pPr>
            <a:r>
              <a:rPr lang="en-US" sz="900" kern="1400" dirty="0">
                <a:solidFill>
                  <a:srgbClr val="0A0908"/>
                </a:solidFill>
                <a:latin typeface="Calibri" panose="020F0502020204030204" pitchFamily="34" charset="0"/>
                <a:cs typeface="Calibri" panose="020F0502020204030204" pitchFamily="34" charset="0"/>
              </a:rPr>
              <a:t>[root@ncseppdl01-ncs-masterbm-0 </a:t>
            </a:r>
            <a:r>
              <a:rPr lang="en-US" sz="900" kern="1400" dirty="0" err="1">
                <a:solidFill>
                  <a:srgbClr val="0A0908"/>
                </a:solidFill>
                <a:latin typeface="Calibri" panose="020F0502020204030204" pitchFamily="34" charset="0"/>
                <a:cs typeface="Calibri" panose="020F0502020204030204" pitchFamily="34" charset="0"/>
              </a:rPr>
              <a:t>cbis</a:t>
            </a:r>
            <a:r>
              <a:rPr lang="en-US" sz="900" kern="1400" dirty="0">
                <a:solidFill>
                  <a:srgbClr val="0A0908"/>
                </a:solidFill>
                <a:latin typeface="Calibri" panose="020F0502020204030204" pitchFamily="34" charset="0"/>
                <a:cs typeface="Calibri" panose="020F0502020204030204" pitchFamily="34" charset="0"/>
              </a:rPr>
              <a:t>-admin (Active)]#</a:t>
            </a:r>
          </a:p>
          <a:p>
            <a:pPr marL="0" indent="0">
              <a:spcBef>
                <a:spcPts val="300"/>
              </a:spcBef>
              <a:spcAft>
                <a:spcPts val="300"/>
              </a:spcAft>
              <a:buNone/>
            </a:pPr>
            <a:endParaRPr lang="en-US" sz="900" b="1" kern="0" dirty="0">
              <a:solidFill>
                <a:srgbClr val="0A0908"/>
              </a:solidFill>
              <a:effectLst/>
              <a:latin typeface="Calibri" panose="020F0502020204030204" pitchFamily="34" charset="0"/>
              <a:ea typeface="Times New Roman" panose="02020603050405020304" pitchFamily="18" charset="0"/>
              <a:cs typeface="Calibri" panose="020F0502020204030204" pitchFamily="34" charset="0"/>
            </a:endParaRPr>
          </a:p>
          <a:p>
            <a:pPr marL="0" indent="0">
              <a:lnSpc>
                <a:spcPct val="107000"/>
              </a:lnSpc>
              <a:spcBef>
                <a:spcPts val="0"/>
              </a:spcBef>
              <a:buNone/>
            </a:pPr>
            <a:endParaRPr lang="en-US" sz="900" kern="1400" dirty="0">
              <a:solidFill>
                <a:srgbClr val="0A0908"/>
              </a:solidFill>
              <a:latin typeface="Calibri" panose="020F0502020204030204" pitchFamily="34" charset="0"/>
              <a:cs typeface="Calibri" panose="020F0502020204030204" pitchFamily="34" charset="0"/>
            </a:endParaRPr>
          </a:p>
          <a:p>
            <a:pPr marL="0" indent="0">
              <a:lnSpc>
                <a:spcPct val="107000"/>
              </a:lnSpc>
              <a:spcBef>
                <a:spcPts val="0"/>
              </a:spcBef>
              <a:buNone/>
            </a:pPr>
            <a:endParaRPr lang="en-US" sz="900" kern="1400" dirty="0">
              <a:solidFill>
                <a:srgbClr val="0A090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1285584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3E3A7D-643E-16C3-4268-E18218BE42C7}"/>
            </a:ext>
          </a:extLst>
        </p:cNvPr>
        <p:cNvGrpSpPr/>
        <p:nvPr/>
      </p:nvGrpSpPr>
      <p:grpSpPr>
        <a:xfrm>
          <a:off x="0" y="0"/>
          <a:ext cx="0" cy="0"/>
          <a:chOff x="0" y="0"/>
          <a:chExt cx="0" cy="0"/>
        </a:xfrm>
      </p:grpSpPr>
      <p:sp>
        <p:nvSpPr>
          <p:cNvPr id="10" name="Text Placeholder 9">
            <a:extLst>
              <a:ext uri="{FF2B5EF4-FFF2-40B4-BE49-F238E27FC236}">
                <a16:creationId xmlns:a16="http://schemas.microsoft.com/office/drawing/2014/main" id="{10C687B1-655C-7BB9-5C7F-D152B2861E17}"/>
              </a:ext>
            </a:extLst>
          </p:cNvPr>
          <p:cNvSpPr>
            <a:spLocks noGrp="1"/>
          </p:cNvSpPr>
          <p:nvPr>
            <p:ph type="body" sz="quarter" idx="12"/>
          </p:nvPr>
        </p:nvSpPr>
        <p:spPr>
          <a:xfrm>
            <a:off x="330518" y="162545"/>
            <a:ext cx="8312742" cy="423864"/>
          </a:xfrm>
        </p:spPr>
        <p:txBody>
          <a:bodyPr/>
          <a:lstStyle/>
          <a:p>
            <a:r>
              <a:rPr lang="en-GB" b="1" dirty="0">
                <a:solidFill>
                  <a:schemeClr val="tx2">
                    <a:lumMod val="75000"/>
                    <a:lumOff val="25000"/>
                  </a:schemeClr>
                </a:solidFill>
                <a:latin typeface="+mj-lt"/>
              </a:rPr>
              <a:t>More learning…</a:t>
            </a:r>
            <a:endParaRPr lang="en-US" b="1" dirty="0">
              <a:solidFill>
                <a:schemeClr val="tx2">
                  <a:lumMod val="75000"/>
                  <a:lumOff val="25000"/>
                </a:schemeClr>
              </a:solidFill>
              <a:latin typeface="+mj-lt"/>
            </a:endParaRPr>
          </a:p>
        </p:txBody>
      </p:sp>
      <p:sp>
        <p:nvSpPr>
          <p:cNvPr id="4" name="Footer Placeholder 3">
            <a:extLst>
              <a:ext uri="{FF2B5EF4-FFF2-40B4-BE49-F238E27FC236}">
                <a16:creationId xmlns:a16="http://schemas.microsoft.com/office/drawing/2014/main" id="{44430507-4766-DB82-5AD9-15A460B80E50}"/>
              </a:ext>
            </a:extLst>
          </p:cNvPr>
          <p:cNvSpPr>
            <a:spLocks noGrp="1"/>
          </p:cNvSpPr>
          <p:nvPr>
            <p:ph type="ftr" sz="quarter" idx="3"/>
          </p:nvPr>
        </p:nvSpPr>
        <p:spPr/>
        <p:txBody>
          <a:bodyPr/>
          <a:lstStyle/>
          <a:p>
            <a:r>
              <a:rPr lang="en-US" dirty="0"/>
              <a:t>Nokia Internal</a:t>
            </a:r>
          </a:p>
        </p:txBody>
      </p:sp>
      <p:sp>
        <p:nvSpPr>
          <p:cNvPr id="2" name="Text Placeholder 7">
            <a:extLst>
              <a:ext uri="{FF2B5EF4-FFF2-40B4-BE49-F238E27FC236}">
                <a16:creationId xmlns:a16="http://schemas.microsoft.com/office/drawing/2014/main" id="{8BC34AC6-F325-A789-AFF4-DFAF9BCC8939}"/>
              </a:ext>
            </a:extLst>
          </p:cNvPr>
          <p:cNvSpPr txBox="1">
            <a:spLocks/>
          </p:cNvSpPr>
          <p:nvPr/>
        </p:nvSpPr>
        <p:spPr>
          <a:xfrm>
            <a:off x="254746" y="582096"/>
            <a:ext cx="8634507" cy="4280772"/>
          </a:xfrm>
          <a:prstGeom prst="rect">
            <a:avLst/>
          </a:prstGeom>
        </p:spPr>
        <p:txBody>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nSpc>
                <a:spcPct val="100000"/>
              </a:lnSpc>
              <a:spcBef>
                <a:spcPts val="300"/>
              </a:spcBef>
              <a:spcAft>
                <a:spcPts val="300"/>
              </a:spcAft>
            </a:pPr>
            <a:r>
              <a:rPr lang="en-US" sz="900" kern="1400" dirty="0">
                <a:solidFill>
                  <a:srgbClr val="0A0908"/>
                </a:solidFill>
                <a:latin typeface="Calibri" panose="020F0502020204030204" pitchFamily="34" charset="0"/>
                <a:cs typeface="Calibri" panose="020F0502020204030204" pitchFamily="34" charset="0"/>
              </a:rPr>
              <a:t>Use “resume” option instead of “upgrade” option for retriggering the NCS upgrade in case of upgrade failure. Prepare upgrade step can not be resumed.</a:t>
            </a:r>
          </a:p>
          <a:p>
            <a:pPr>
              <a:lnSpc>
                <a:spcPct val="100000"/>
              </a:lnSpc>
              <a:spcBef>
                <a:spcPts val="300"/>
              </a:spcBef>
              <a:spcAft>
                <a:spcPts val="300"/>
              </a:spcAft>
            </a:pPr>
            <a:r>
              <a:rPr lang="en-US" sz="900" kern="1400" dirty="0">
                <a:solidFill>
                  <a:srgbClr val="0A0908"/>
                </a:solidFill>
                <a:latin typeface="Calibri" panose="020F0502020204030204" pitchFamily="34" charset="0"/>
                <a:cs typeface="Calibri" panose="020F0502020204030204" pitchFamily="34" charset="0"/>
              </a:rPr>
              <a:t>Don’t reboot any node while the NCS upgrade is in progress.</a:t>
            </a:r>
          </a:p>
          <a:p>
            <a:pPr>
              <a:lnSpc>
                <a:spcPct val="100000"/>
              </a:lnSpc>
              <a:spcBef>
                <a:spcPts val="300"/>
              </a:spcBef>
              <a:spcAft>
                <a:spcPts val="300"/>
              </a:spcAft>
            </a:pPr>
            <a:r>
              <a:rPr lang="en-US" sz="900" kern="1400" dirty="0">
                <a:solidFill>
                  <a:srgbClr val="0A0908"/>
                </a:solidFill>
                <a:latin typeface="Calibri" panose="020F0502020204030204" pitchFamily="34" charset="0"/>
                <a:cs typeface="Calibri" panose="020F0502020204030204" pitchFamily="34" charset="0"/>
              </a:rPr>
              <a:t>Check the </a:t>
            </a:r>
            <a:r>
              <a:rPr lang="en-US" sz="900" kern="1400" dirty="0" err="1">
                <a:solidFill>
                  <a:srgbClr val="0A0908"/>
                </a:solidFill>
                <a:latin typeface="Calibri" panose="020F0502020204030204" pitchFamily="34" charset="0"/>
                <a:cs typeface="Calibri" panose="020F0502020204030204" pitchFamily="34" charset="0"/>
              </a:rPr>
              <a:t>cbis</a:t>
            </a:r>
            <a:r>
              <a:rPr lang="en-US" sz="900" kern="1400" dirty="0">
                <a:solidFill>
                  <a:srgbClr val="0A0908"/>
                </a:solidFill>
                <a:latin typeface="Calibri" panose="020F0502020204030204" pitchFamily="34" charset="0"/>
                <a:cs typeface="Calibri" panose="020F0502020204030204" pitchFamily="34" charset="0"/>
              </a:rPr>
              <a:t> manager POD status after upgrade manager plugin removal and addition</a:t>
            </a:r>
          </a:p>
          <a:p>
            <a:pPr>
              <a:lnSpc>
                <a:spcPct val="100000"/>
              </a:lnSpc>
              <a:spcBef>
                <a:spcPts val="300"/>
              </a:spcBef>
              <a:spcAft>
                <a:spcPts val="300"/>
              </a:spcAft>
            </a:pPr>
            <a:r>
              <a:rPr lang="en-US" sz="900" kern="1400" dirty="0">
                <a:solidFill>
                  <a:srgbClr val="0A0908"/>
                </a:solidFill>
                <a:latin typeface="Calibri" panose="020F0502020204030204" pitchFamily="34" charset="0"/>
                <a:cs typeface="Calibri" panose="020F0502020204030204" pitchFamily="34" charset="0"/>
              </a:rPr>
              <a:t>Update the “Expire Password” policy to 999 in </a:t>
            </a:r>
            <a:r>
              <a:rPr lang="en-US" sz="900" kern="1400" dirty="0" err="1">
                <a:solidFill>
                  <a:srgbClr val="0A0908"/>
                </a:solidFill>
                <a:latin typeface="Calibri" panose="020F0502020204030204" pitchFamily="34" charset="0"/>
                <a:cs typeface="Calibri" panose="020F0502020204030204" pitchFamily="34" charset="0"/>
              </a:rPr>
              <a:t>keycloak</a:t>
            </a:r>
            <a:r>
              <a:rPr lang="en-US" sz="900" kern="1400" dirty="0">
                <a:solidFill>
                  <a:srgbClr val="0A0908"/>
                </a:solidFill>
                <a:latin typeface="Calibri" panose="020F0502020204030204" pitchFamily="34" charset="0"/>
                <a:cs typeface="Calibri" panose="020F0502020204030204" pitchFamily="34" charset="0"/>
              </a:rPr>
              <a:t> after </a:t>
            </a:r>
            <a:r>
              <a:rPr lang="en-US" sz="900" kern="1400" dirty="0" err="1">
                <a:solidFill>
                  <a:srgbClr val="0A0908"/>
                </a:solidFill>
                <a:latin typeface="Calibri" panose="020F0502020204030204" pitchFamily="34" charset="0"/>
                <a:cs typeface="Calibri" panose="020F0502020204030204" pitchFamily="34" charset="0"/>
              </a:rPr>
              <a:t>masterbm</a:t>
            </a:r>
            <a:r>
              <a:rPr lang="en-US" sz="900" kern="1400" dirty="0">
                <a:solidFill>
                  <a:srgbClr val="0A0908"/>
                </a:solidFill>
                <a:latin typeface="Calibri" panose="020F0502020204030204" pitchFamily="34" charset="0"/>
                <a:cs typeface="Calibri" panose="020F0502020204030204" pitchFamily="34" charset="0"/>
              </a:rPr>
              <a:t> upgrade.</a:t>
            </a:r>
          </a:p>
          <a:p>
            <a:pPr>
              <a:lnSpc>
                <a:spcPct val="100000"/>
              </a:lnSpc>
              <a:spcBef>
                <a:spcPts val="300"/>
              </a:spcBef>
              <a:spcAft>
                <a:spcPts val="300"/>
              </a:spcAft>
            </a:pPr>
            <a:r>
              <a:rPr lang="en-US" sz="900" kern="1400" dirty="0">
                <a:solidFill>
                  <a:srgbClr val="0A0908"/>
                </a:solidFill>
                <a:latin typeface="Calibri" panose="020F0502020204030204" pitchFamily="34" charset="0"/>
                <a:cs typeface="Calibri" panose="020F0502020204030204" pitchFamily="34" charset="0"/>
              </a:rPr>
              <a:t>NCS23.10 prepare upgrade progress is not visible in NCS manager UI, ensure the NCS prepare upgrade is successful and not failed before upgrading the next step</a:t>
            </a:r>
          </a:p>
          <a:p>
            <a:pPr algn="just">
              <a:lnSpc>
                <a:spcPct val="100000"/>
              </a:lnSpc>
              <a:spcBef>
                <a:spcPts val="300"/>
              </a:spcBef>
              <a:spcAft>
                <a:spcPts val="300"/>
              </a:spcAft>
            </a:pPr>
            <a:r>
              <a:rPr lang="en-US" sz="900" kern="1400" dirty="0">
                <a:solidFill>
                  <a:srgbClr val="0A0908"/>
                </a:solidFill>
                <a:latin typeface="Calibri" panose="020F0502020204030204" pitchFamily="34" charset="0"/>
                <a:cs typeface="Calibri" panose="020F0502020204030204" pitchFamily="34" charset="0"/>
              </a:rPr>
              <a:t>NCS24.7 Upgrade- Ensure only one SSH connection is active on central manager node-0 (Central) or on masterbm-0 (Cluster). This is to avoid upgrade failure with “</a:t>
            </a:r>
            <a:r>
              <a:rPr lang="en-IN" sz="900" kern="1400" dirty="0">
                <a:solidFill>
                  <a:srgbClr val="0A0908"/>
                </a:solidFill>
                <a:latin typeface="Calibri" panose="020F0502020204030204" pitchFamily="34" charset="0"/>
                <a:cs typeface="Calibri" panose="020F0502020204030204" pitchFamily="34" charset="0"/>
              </a:rPr>
              <a:t>Too many simultaneous logins” error</a:t>
            </a:r>
            <a:r>
              <a:rPr lang="en-US" sz="900" kern="1400" dirty="0">
                <a:solidFill>
                  <a:srgbClr val="0A0908"/>
                </a:solidFill>
                <a:latin typeface="Calibri" panose="020F0502020204030204" pitchFamily="34" charset="0"/>
                <a:cs typeface="Calibri" panose="020F0502020204030204" pitchFamily="34" charset="0"/>
              </a:rPr>
              <a:t> </a:t>
            </a:r>
          </a:p>
          <a:p>
            <a:pPr marL="342900" lvl="1" indent="0">
              <a:lnSpc>
                <a:spcPct val="100000"/>
              </a:lnSpc>
              <a:spcBef>
                <a:spcPts val="300"/>
              </a:spcBef>
              <a:spcAft>
                <a:spcPts val="300"/>
              </a:spcAft>
              <a:buNone/>
            </a:pPr>
            <a:r>
              <a:rPr lang="en-IN" sz="900" kern="1400" dirty="0">
                <a:solidFill>
                  <a:srgbClr val="FF0000"/>
                </a:solidFill>
                <a:latin typeface="Calibri" panose="020F0502020204030204" pitchFamily="34" charset="0"/>
                <a:cs typeface="Calibri" panose="020F0502020204030204" pitchFamily="34" charset="0"/>
              </a:rPr>
              <a:t>message: </a:t>
            </a:r>
            <a:r>
              <a:rPr lang="en-IN" sz="900" kern="1400" dirty="0" err="1">
                <a:solidFill>
                  <a:srgbClr val="FF0000"/>
                </a:solidFill>
                <a:latin typeface="Calibri" panose="020F0502020204030204" pitchFamily="34" charset="0"/>
                <a:cs typeface="Calibri" panose="020F0502020204030204" pitchFamily="34" charset="0"/>
              </a:rPr>
              <a:t>CbisException</a:t>
            </a:r>
            <a:r>
              <a:rPr lang="en-IN" sz="900" kern="1400" dirty="0">
                <a:solidFill>
                  <a:srgbClr val="FF0000"/>
                </a:solidFill>
                <a:latin typeface="Calibri" panose="020F0502020204030204" pitchFamily="34" charset="0"/>
                <a:cs typeface="Calibri" panose="020F0502020204030204" pitchFamily="34" charset="0"/>
              </a:rPr>
              <a:t>: Command execution failed: </a:t>
            </a:r>
            <a:r>
              <a:rPr lang="en-IN" sz="900" kern="1400" dirty="0" err="1">
                <a:solidFill>
                  <a:srgbClr val="FF0000"/>
                </a:solidFill>
                <a:latin typeface="Calibri" panose="020F0502020204030204" pitchFamily="34" charset="0"/>
                <a:cs typeface="Calibri" panose="020F0502020204030204" pitchFamily="34" charset="0"/>
              </a:rPr>
              <a:t>CbisException</a:t>
            </a:r>
            <a:r>
              <a:rPr lang="en-IN" sz="900" kern="1400" dirty="0">
                <a:solidFill>
                  <a:srgbClr val="FF0000"/>
                </a:solidFill>
                <a:latin typeface="Calibri" panose="020F0502020204030204" pitchFamily="34" charset="0"/>
                <a:cs typeface="Calibri" panose="020F0502020204030204" pitchFamily="34" charset="0"/>
              </a:rPr>
              <a:t>: error occurred during command:</a:t>
            </a:r>
          </a:p>
          <a:p>
            <a:pPr marL="342900" lvl="1" indent="0">
              <a:lnSpc>
                <a:spcPct val="100000"/>
              </a:lnSpc>
              <a:spcBef>
                <a:spcPts val="300"/>
              </a:spcBef>
              <a:spcAft>
                <a:spcPts val="300"/>
              </a:spcAft>
              <a:buNone/>
            </a:pPr>
            <a:r>
              <a:rPr lang="en-IN" sz="900" kern="1400" dirty="0" err="1">
                <a:solidFill>
                  <a:srgbClr val="FF0000"/>
                </a:solidFill>
                <a:latin typeface="Calibri" panose="020F0502020204030204" pitchFamily="34" charset="0"/>
                <a:cs typeface="Calibri" panose="020F0502020204030204" pitchFamily="34" charset="0"/>
              </a:rPr>
              <a:t>sudo</a:t>
            </a:r>
            <a:r>
              <a:rPr lang="en-IN" sz="900" kern="1400" dirty="0">
                <a:solidFill>
                  <a:srgbClr val="FF0000"/>
                </a:solidFill>
                <a:latin typeface="Calibri" panose="020F0502020204030204" pitchFamily="34" charset="0"/>
                <a:cs typeface="Calibri" panose="020F0502020204030204" pitchFamily="34" charset="0"/>
              </a:rPr>
              <a:t> </a:t>
            </a:r>
            <a:r>
              <a:rPr lang="en-IN" sz="900" kern="1400" dirty="0" err="1">
                <a:solidFill>
                  <a:srgbClr val="FF0000"/>
                </a:solidFill>
                <a:latin typeface="Calibri" panose="020F0502020204030204" pitchFamily="34" charset="0"/>
                <a:cs typeface="Calibri" panose="020F0502020204030204" pitchFamily="34" charset="0"/>
              </a:rPr>
              <a:t>mkdir</a:t>
            </a:r>
            <a:r>
              <a:rPr lang="en-IN" sz="900" kern="1400" dirty="0">
                <a:solidFill>
                  <a:srgbClr val="FF0000"/>
                </a:solidFill>
                <a:latin typeface="Calibri" panose="020F0502020204030204" pitchFamily="34" charset="0"/>
                <a:cs typeface="Calibri" panose="020F0502020204030204" pitchFamily="34" charset="0"/>
              </a:rPr>
              <a:t> -p /opt/install/data/</a:t>
            </a:r>
          </a:p>
          <a:p>
            <a:pPr marL="342900" lvl="1" indent="0">
              <a:lnSpc>
                <a:spcPct val="100000"/>
              </a:lnSpc>
              <a:spcBef>
                <a:spcPts val="300"/>
              </a:spcBef>
              <a:spcAft>
                <a:spcPts val="300"/>
              </a:spcAft>
              <a:buNone/>
            </a:pPr>
            <a:r>
              <a:rPr lang="en-IN" sz="900" kern="1400" dirty="0">
                <a:solidFill>
                  <a:srgbClr val="FF0000"/>
                </a:solidFill>
                <a:latin typeface="Calibri" panose="020F0502020204030204" pitchFamily="34" charset="0"/>
                <a:cs typeface="Calibri" panose="020F0502020204030204" pitchFamily="34" charset="0"/>
              </a:rPr>
              <a:t> error:</a:t>
            </a:r>
          </a:p>
          <a:p>
            <a:pPr marL="342900" lvl="1" indent="0">
              <a:lnSpc>
                <a:spcPct val="100000"/>
              </a:lnSpc>
              <a:spcBef>
                <a:spcPts val="300"/>
              </a:spcBef>
              <a:spcAft>
                <a:spcPts val="300"/>
              </a:spcAft>
              <a:buNone/>
            </a:pPr>
            <a:r>
              <a:rPr lang="en-IN" sz="900" kern="1400" dirty="0">
                <a:solidFill>
                  <a:srgbClr val="FF0000"/>
                </a:solidFill>
                <a:latin typeface="Calibri" panose="020F0502020204030204" pitchFamily="34" charset="0"/>
                <a:cs typeface="Calibri" panose="020F0502020204030204" pitchFamily="34" charset="0"/>
              </a:rPr>
              <a:t> *** Too many simultaneous logins ***</a:t>
            </a:r>
          </a:p>
          <a:p>
            <a:pPr marL="342900" lvl="1" indent="0">
              <a:lnSpc>
                <a:spcPct val="100000"/>
              </a:lnSpc>
              <a:spcBef>
                <a:spcPts val="300"/>
              </a:spcBef>
              <a:spcAft>
                <a:spcPts val="300"/>
              </a:spcAft>
              <a:buNone/>
            </a:pPr>
            <a:r>
              <a:rPr lang="en-IN" sz="900" kern="1400" dirty="0">
                <a:solidFill>
                  <a:srgbClr val="FF0000"/>
                </a:solidFill>
                <a:latin typeface="Calibri" panose="020F0502020204030204" pitchFamily="34" charset="0"/>
                <a:cs typeface="Calibri" panose="020F0502020204030204" pitchFamily="34" charset="0"/>
              </a:rPr>
              <a:t> exit status: 1</a:t>
            </a:r>
          </a:p>
          <a:p>
            <a:pPr>
              <a:lnSpc>
                <a:spcPct val="100000"/>
              </a:lnSpc>
              <a:spcBef>
                <a:spcPts val="300"/>
              </a:spcBef>
              <a:spcAft>
                <a:spcPts val="300"/>
              </a:spcAft>
            </a:pPr>
            <a:r>
              <a:rPr lang="en-IN" sz="900" kern="1400" dirty="0">
                <a:solidFill>
                  <a:srgbClr val="0A0908"/>
                </a:solidFill>
                <a:latin typeface="Calibri" panose="020F0502020204030204" pitchFamily="34" charset="0"/>
                <a:cs typeface="Calibri" panose="020F0502020204030204" pitchFamily="34" charset="0"/>
              </a:rPr>
              <a:t>Before NCS24.7 Upgrade:</a:t>
            </a:r>
          </a:p>
          <a:p>
            <a:pPr lvl="1">
              <a:lnSpc>
                <a:spcPct val="100000"/>
              </a:lnSpc>
              <a:spcBef>
                <a:spcPts val="300"/>
              </a:spcBef>
              <a:spcAft>
                <a:spcPts val="300"/>
              </a:spcAft>
            </a:pPr>
            <a:r>
              <a:rPr lang="en-IN" sz="900" kern="1400" dirty="0">
                <a:solidFill>
                  <a:srgbClr val="0A0908"/>
                </a:solidFill>
                <a:latin typeface="Calibri" panose="020F0502020204030204" pitchFamily="34" charset="0"/>
                <a:cs typeface="Calibri" panose="020F0502020204030204" pitchFamily="34" charset="0"/>
              </a:rPr>
              <a:t>Tenant security policy from PSP to OPA for all the tenants</a:t>
            </a:r>
          </a:p>
          <a:p>
            <a:pPr lvl="1">
              <a:lnSpc>
                <a:spcPct val="100000"/>
              </a:lnSpc>
              <a:spcBef>
                <a:spcPts val="300"/>
              </a:spcBef>
              <a:spcAft>
                <a:spcPts val="300"/>
              </a:spcAft>
            </a:pPr>
            <a:r>
              <a:rPr lang="en-IN" sz="900" kern="1400" dirty="0">
                <a:solidFill>
                  <a:srgbClr val="0A0908"/>
                </a:solidFill>
                <a:latin typeface="Calibri" panose="020F0502020204030204" pitchFamily="34" charset="0"/>
                <a:cs typeface="Calibri" panose="020F0502020204030204" pitchFamily="34" charset="0"/>
              </a:rPr>
              <a:t>Application upgrade to support OPA security policy</a:t>
            </a:r>
          </a:p>
          <a:p>
            <a:pPr lvl="1">
              <a:lnSpc>
                <a:spcPct val="100000"/>
              </a:lnSpc>
              <a:spcBef>
                <a:spcPts val="300"/>
              </a:spcBef>
              <a:spcAft>
                <a:spcPts val="300"/>
              </a:spcAft>
            </a:pPr>
            <a:r>
              <a:rPr lang="en-IN" sz="900" kern="1400" dirty="0">
                <a:solidFill>
                  <a:srgbClr val="0A0908"/>
                </a:solidFill>
                <a:latin typeface="Calibri" panose="020F0502020204030204" pitchFamily="34" charset="0"/>
                <a:cs typeface="Calibri" panose="020F0502020204030204" pitchFamily="34" charset="0"/>
              </a:rPr>
              <a:t>CPU allocation increase on worker/edge nodes by 2</a:t>
            </a:r>
          </a:p>
          <a:p>
            <a:pPr>
              <a:lnSpc>
                <a:spcPct val="100000"/>
              </a:lnSpc>
              <a:spcBef>
                <a:spcPts val="300"/>
              </a:spcBef>
              <a:spcAft>
                <a:spcPts val="300"/>
              </a:spcAft>
            </a:pPr>
            <a:r>
              <a:rPr lang="en-IN" sz="900" b="1" kern="1400" dirty="0">
                <a:solidFill>
                  <a:srgbClr val="0A0908"/>
                </a:solidFill>
                <a:latin typeface="Calibri" panose="020F0502020204030204" pitchFamily="34" charset="0"/>
                <a:cs typeface="Calibri" panose="020F0502020204030204" pitchFamily="34" charset="0"/>
              </a:rPr>
              <a:t>NCS Upgrade troubleshooting guide: </a:t>
            </a:r>
            <a:r>
              <a:rPr lang="en-US" sz="900" dirty="0">
                <a:latin typeface="Calibri" panose="020F0502020204030204" pitchFamily="34" charset="0"/>
                <a:cs typeface="Calibri" panose="020F0502020204030204" pitchFamily="34" charset="0"/>
                <a:hlinkClick r:id="rId2"/>
              </a:rPr>
              <a:t>NCS Troubleshooting Guide from NCS 24.7</a:t>
            </a:r>
            <a:endParaRPr lang="en-US" sz="900" dirty="0">
              <a:latin typeface="Calibri" panose="020F0502020204030204" pitchFamily="34" charset="0"/>
              <a:cs typeface="Calibri" panose="020F0502020204030204" pitchFamily="34" charset="0"/>
            </a:endParaRPr>
          </a:p>
          <a:p>
            <a:pPr>
              <a:lnSpc>
                <a:spcPct val="100000"/>
              </a:lnSpc>
              <a:spcBef>
                <a:spcPts val="300"/>
              </a:spcBef>
              <a:spcAft>
                <a:spcPts val="300"/>
              </a:spcAft>
            </a:pPr>
            <a:r>
              <a:rPr lang="en-US" sz="900" b="1" kern="1400" dirty="0">
                <a:solidFill>
                  <a:srgbClr val="0A0908"/>
                </a:solidFill>
                <a:latin typeface="Calibri" panose="020F0502020204030204" pitchFamily="34" charset="0"/>
                <a:cs typeface="Calibri" panose="020F0502020204030204" pitchFamily="34" charset="0"/>
              </a:rPr>
              <a:t>NCS Upgrade Lesson Learned: </a:t>
            </a:r>
            <a:r>
              <a:rPr lang="en-US" sz="900" dirty="0">
                <a:latin typeface="Calibri" panose="020F0502020204030204" pitchFamily="34" charset="0"/>
                <a:cs typeface="Calibri" panose="020F0502020204030204" pitchFamily="34" charset="0"/>
                <a:hlinkClick r:id="rId3"/>
              </a:rPr>
              <a:t>NCS Upgrade - Lessons Learned and Best Practices - </a:t>
            </a:r>
            <a:r>
              <a:rPr lang="en-US" sz="900" dirty="0" err="1">
                <a:latin typeface="Calibri" panose="020F0502020204030204" pitchFamily="34" charset="0"/>
                <a:cs typeface="Calibri" panose="020F0502020204030204" pitchFamily="34" charset="0"/>
                <a:hlinkClick r:id="rId3"/>
              </a:rPr>
              <a:t>CloudBand</a:t>
            </a:r>
            <a:r>
              <a:rPr lang="en-US" sz="900" dirty="0">
                <a:latin typeface="Calibri" panose="020F0502020204030204" pitchFamily="34" charset="0"/>
                <a:cs typeface="Calibri" panose="020F0502020204030204" pitchFamily="34" charset="0"/>
                <a:hlinkClick r:id="rId3"/>
              </a:rPr>
              <a:t> Customer Success - Dashboard</a:t>
            </a:r>
            <a:endParaRPr lang="en-IN" sz="900" kern="1400" dirty="0">
              <a:solidFill>
                <a:srgbClr val="0A090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6142951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93359286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357E96F-6909-4AB2-AD25-75F80D99DA76}"/>
              </a:ext>
            </a:extLst>
          </p:cNvPr>
          <p:cNvSpPr>
            <a:spLocks noGrp="1"/>
          </p:cNvSpPr>
          <p:nvPr>
            <p:ph type="body" sz="quarter" idx="12"/>
          </p:nvPr>
        </p:nvSpPr>
        <p:spPr/>
        <p:txBody>
          <a:bodyPr/>
          <a:lstStyle/>
          <a:p>
            <a:r>
              <a:rPr lang="en-US" dirty="0"/>
              <a:t>Copyright and confidentiality</a:t>
            </a:r>
          </a:p>
        </p:txBody>
      </p:sp>
      <p:sp>
        <p:nvSpPr>
          <p:cNvPr id="3" name="Text Placeholder 2">
            <a:extLst>
              <a:ext uri="{FF2B5EF4-FFF2-40B4-BE49-F238E27FC236}">
                <a16:creationId xmlns:a16="http://schemas.microsoft.com/office/drawing/2014/main" id="{2FA0C128-256B-404C-B138-DBE640D34BA8}"/>
              </a:ext>
            </a:extLst>
          </p:cNvPr>
          <p:cNvSpPr>
            <a:spLocks noGrp="1"/>
          </p:cNvSpPr>
          <p:nvPr>
            <p:ph type="body" sz="quarter" idx="13"/>
          </p:nvPr>
        </p:nvSpPr>
        <p:spPr/>
        <p:txBody>
          <a:bodyPr/>
          <a:lstStyle/>
          <a:p>
            <a:r>
              <a:rPr lang="en-GB" dirty="0"/>
              <a:t> </a:t>
            </a:r>
          </a:p>
        </p:txBody>
      </p:sp>
      <p:sp>
        <p:nvSpPr>
          <p:cNvPr id="7" name="Footer Placeholder 6">
            <a:extLst>
              <a:ext uri="{FF2B5EF4-FFF2-40B4-BE49-F238E27FC236}">
                <a16:creationId xmlns:a16="http://schemas.microsoft.com/office/drawing/2014/main" id="{372448A6-34DF-4E7A-8BA7-A9D0E225C25A}"/>
              </a:ext>
            </a:extLst>
          </p:cNvPr>
          <p:cNvSpPr>
            <a:spLocks noGrp="1"/>
          </p:cNvSpPr>
          <p:nvPr>
            <p:ph type="ftr" sz="quarter" idx="3"/>
          </p:nvPr>
        </p:nvSpPr>
        <p:spPr/>
        <p:txBody>
          <a:bodyPr/>
          <a:lstStyle/>
          <a:p>
            <a:r>
              <a:rPr lang="en-US"/>
              <a:t>Apply appropriate data classification. Apply document ID (if applicable).</a:t>
            </a:r>
            <a:endParaRPr lang="en-US" dirty="0"/>
          </a:p>
        </p:txBody>
      </p:sp>
      <p:sp>
        <p:nvSpPr>
          <p:cNvPr id="10" name="Text Placeholder 4">
            <a:extLst>
              <a:ext uri="{FF2B5EF4-FFF2-40B4-BE49-F238E27FC236}">
                <a16:creationId xmlns:a16="http://schemas.microsoft.com/office/drawing/2014/main" id="{2E7CFBB7-C0D0-4D61-9889-F3BED7799A91}"/>
              </a:ext>
            </a:extLst>
          </p:cNvPr>
          <p:cNvSpPr txBox="1">
            <a:spLocks/>
          </p:cNvSpPr>
          <p:nvPr/>
        </p:nvSpPr>
        <p:spPr>
          <a:xfrm>
            <a:off x="417600" y="1439531"/>
            <a:ext cx="8308800" cy="2808312"/>
          </a:xfrm>
          <a:prstGeom prst="rect">
            <a:avLst/>
          </a:prstGeom>
        </p:spPr>
        <p:txBody>
          <a:bodyPr lIns="0" tIns="0" rIns="0" bIns="0" numCol="3" spcCol="144000">
            <a:normAutofit/>
          </a:bodyPr>
          <a:lstStyle>
            <a:lvl1pPr marL="0" indent="0" algn="l" defTabSz="914400" rtl="0" eaLnBrk="1" latinLnBrk="0" hangingPunct="1">
              <a:spcBef>
                <a:spcPts val="0"/>
              </a:spcBef>
              <a:spcAft>
                <a:spcPts val="600"/>
              </a:spcAft>
              <a:buFont typeface="Arial" panose="020B0604020202020204" pitchFamily="34" charset="0"/>
              <a:buNone/>
              <a:defRPr sz="1600" kern="1200">
                <a:solidFill>
                  <a:schemeClr val="tx2"/>
                </a:solidFill>
                <a:latin typeface="Nokia Pure Text Light" panose="020B0403020202020204" pitchFamily="34" charset="0"/>
                <a:ea typeface="Nokia Pure Text Light" panose="020B0403020202020204" pitchFamily="34" charset="0"/>
                <a:cs typeface="+mn-cs"/>
              </a:defRPr>
            </a:lvl1pPr>
            <a:lvl2pPr marL="230400" indent="0" algn="l" defTabSz="914400" rtl="0" eaLnBrk="1" latinLnBrk="0" hangingPunct="1">
              <a:spcBef>
                <a:spcPts val="0"/>
              </a:spcBef>
              <a:spcAft>
                <a:spcPts val="600"/>
              </a:spcAft>
              <a:buFont typeface="Arial" panose="020B0604020202020204" pitchFamily="34" charset="0"/>
              <a:buNone/>
              <a:defRPr sz="1400" kern="1200">
                <a:solidFill>
                  <a:schemeClr val="tx2"/>
                </a:solidFill>
                <a:latin typeface="Nokia Pure Text Light" panose="020B0403020202020204" pitchFamily="34" charset="0"/>
                <a:ea typeface="Nokia Pure Text Light" panose="020B0403020202020204" pitchFamily="34" charset="0"/>
                <a:cs typeface="+mn-cs"/>
              </a:defRPr>
            </a:lvl2pPr>
            <a:lvl3pPr marL="462600" indent="0" algn="l" defTabSz="914400" rtl="0" eaLnBrk="1" latinLnBrk="0" hangingPunct="1">
              <a:spcBef>
                <a:spcPts val="0"/>
              </a:spcBef>
              <a:spcAft>
                <a:spcPts val="600"/>
              </a:spcAft>
              <a:buFont typeface="Arial" panose="020B0604020202020204" pitchFamily="34" charset="0"/>
              <a:buNone/>
              <a:defRPr sz="1200" kern="1200">
                <a:solidFill>
                  <a:schemeClr val="tx2"/>
                </a:solidFill>
                <a:latin typeface="Nokia Pure Text Light" panose="020B0403020202020204" pitchFamily="34" charset="0"/>
                <a:ea typeface="Nokia Pure Text Light" panose="020B0403020202020204" pitchFamily="34" charset="0"/>
                <a:cs typeface="+mn-cs"/>
              </a:defRPr>
            </a:lvl3pPr>
            <a:lvl4pPr marL="693000" indent="0" algn="l" defTabSz="914400" rtl="0" eaLnBrk="1" latinLnBrk="0" hangingPunct="1">
              <a:spcBef>
                <a:spcPts val="0"/>
              </a:spcBef>
              <a:spcAft>
                <a:spcPts val="600"/>
              </a:spcAft>
              <a:buFont typeface="Arial" panose="020B0604020202020204" pitchFamily="34" charset="0"/>
              <a:buNone/>
              <a:defRPr sz="1000" kern="1200">
                <a:solidFill>
                  <a:schemeClr val="tx2"/>
                </a:solidFill>
                <a:latin typeface="Nokia Pure Text Light" panose="020B0403020202020204" pitchFamily="34" charset="0"/>
                <a:ea typeface="Nokia Pure Text Light" panose="020B0403020202020204" pitchFamily="34" charset="0"/>
                <a:cs typeface="+mn-cs"/>
              </a:defRPr>
            </a:lvl4pPr>
            <a:lvl5pPr marL="923400" indent="0" algn="l" defTabSz="914400" rtl="0" eaLnBrk="1" latinLnBrk="0" hangingPunct="1">
              <a:spcBef>
                <a:spcPts val="0"/>
              </a:spcBef>
              <a:spcAft>
                <a:spcPts val="600"/>
              </a:spcAft>
              <a:buFont typeface="Arial" panose="020B0604020202020204" pitchFamily="34" charset="0"/>
              <a:buNone/>
              <a:defRPr sz="800" kern="1200">
                <a:solidFill>
                  <a:schemeClr val="tx2"/>
                </a:solidFill>
                <a:latin typeface="Nokia Pure Text Light" panose="020B0403020202020204" pitchFamily="34" charset="0"/>
                <a:ea typeface="Nokia Pure Text Light" panose="020B0403020202020204" pitchFamily="34" charset="0"/>
                <a:cs typeface="+mn-cs"/>
              </a:defRPr>
            </a:lvl5pPr>
            <a:lvl6pPr marL="1382400" indent="-228600" algn="l" defTabSz="914400" rtl="0" eaLnBrk="1" latinLnBrk="0" hangingPunct="1">
              <a:spcBef>
                <a:spcPts val="0"/>
              </a:spcBef>
              <a:spcAft>
                <a:spcPts val="600"/>
              </a:spcAft>
              <a:buFont typeface="Nokia Pure Text" panose="020B0503020202020204" pitchFamily="34" charset="0"/>
              <a:buChar char="‒"/>
              <a:defRPr sz="800" kern="1200" baseline="0">
                <a:solidFill>
                  <a:schemeClr val="tx2"/>
                </a:solidFill>
                <a:latin typeface="Nokia Pure Text Light" panose="020B0403020202020204" pitchFamily="34" charset="0"/>
                <a:ea typeface="Nokia Pure Text Light" panose="020B0403020202020204" pitchFamily="34" charset="0"/>
                <a:cs typeface="+mn-cs"/>
              </a:defRPr>
            </a:lvl6pPr>
            <a:lvl7pPr marL="1612800" indent="-228600" algn="l" defTabSz="914400" rtl="0" eaLnBrk="1" latinLnBrk="0" hangingPunct="1">
              <a:spcBef>
                <a:spcPts val="0"/>
              </a:spcBef>
              <a:spcAft>
                <a:spcPts val="600"/>
              </a:spcAft>
              <a:buFont typeface="Arial" panose="020B0604020202020204" pitchFamily="34" charset="0"/>
              <a:buChar char="•"/>
              <a:defRPr sz="700" kern="1200">
                <a:solidFill>
                  <a:schemeClr val="tx2"/>
                </a:solidFill>
                <a:latin typeface="Nokia Pure Text Light" panose="020B0403020202020204" pitchFamily="34" charset="0"/>
                <a:ea typeface="Nokia Pure Text Light" panose="020B0403020202020204" pitchFamily="34" charset="0"/>
                <a:cs typeface="+mn-cs"/>
              </a:defRPr>
            </a:lvl7pPr>
            <a:lvl8pPr marL="1843200" indent="-228600" algn="l" defTabSz="914400" rtl="0" eaLnBrk="1" latinLnBrk="0" hangingPunct="1">
              <a:spcBef>
                <a:spcPts val="0"/>
              </a:spcBef>
              <a:spcAft>
                <a:spcPts val="600"/>
              </a:spcAft>
              <a:buFont typeface="Arial" panose="020B0604020202020204" pitchFamily="34" charset="0"/>
              <a:buChar char="•"/>
              <a:defRPr sz="600" kern="1200">
                <a:solidFill>
                  <a:schemeClr val="tx2"/>
                </a:solidFill>
                <a:latin typeface="Nokia Pure Text Light" panose="020B0403020202020204" pitchFamily="34" charset="0"/>
                <a:ea typeface="Nokia Pure Text Light" panose="020B0403020202020204" pitchFamily="34" charset="0"/>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ct val="0"/>
              </a:spcAft>
              <a:buClrTx/>
              <a:buSzTx/>
              <a:buFont typeface="Arial" panose="020B0604020202020204" pitchFamily="34" charset="0"/>
              <a:buNone/>
              <a:tabLst/>
              <a:defRPr/>
            </a:pPr>
            <a:r>
              <a:rPr kumimoji="0" lang="en-US" sz="900" b="0" i="0" u="none" strike="noStrike" kern="1200" cap="none" spc="0" normalizeH="0" baseline="0" noProof="0" dirty="0">
                <a:ln>
                  <a:noFill/>
                </a:ln>
                <a:effectLst/>
                <a:uLnTx/>
                <a:uFillTx/>
                <a:latin typeface="Nokia Pure Text Light" panose="020B0403020202020204" pitchFamily="34" charset="0"/>
                <a:ea typeface="Nokia Pure Text Light" panose="020B0403020202020204" pitchFamily="34" charset="0"/>
                <a:cs typeface="Arial" panose="020B0604020202020204" pitchFamily="34" charset="0"/>
              </a:rPr>
              <a:t>The contents of this document are proprietary </a:t>
            </a:r>
            <a:br>
              <a:rPr kumimoji="0" lang="en-US" sz="900" b="0" i="0" u="none" strike="noStrike" kern="1200" cap="none" spc="0" normalizeH="0" baseline="0" noProof="0" dirty="0">
                <a:ln>
                  <a:noFill/>
                </a:ln>
                <a:effectLst/>
                <a:uLnTx/>
                <a:uFillTx/>
                <a:latin typeface="Nokia Pure Text Light" panose="020B0403020202020204" pitchFamily="34" charset="0"/>
                <a:ea typeface="Nokia Pure Text Light" panose="020B0403020202020204" pitchFamily="34" charset="0"/>
                <a:cs typeface="Arial" panose="020B0604020202020204" pitchFamily="34" charset="0"/>
              </a:rPr>
            </a:br>
            <a:r>
              <a:rPr kumimoji="0" lang="en-US" sz="900" b="0" i="0" u="none" strike="noStrike" kern="1200" cap="none" spc="0" normalizeH="0" baseline="0" noProof="0" dirty="0">
                <a:ln>
                  <a:noFill/>
                </a:ln>
                <a:effectLst/>
                <a:uLnTx/>
                <a:uFillTx/>
                <a:latin typeface="Nokia Pure Text Light" panose="020B0403020202020204" pitchFamily="34" charset="0"/>
                <a:ea typeface="Nokia Pure Text Light" panose="020B0403020202020204" pitchFamily="34" charset="0"/>
                <a:cs typeface="Arial" panose="020B0604020202020204" pitchFamily="34" charset="0"/>
              </a:rPr>
              <a:t>and confidential property of Nokia. This document </a:t>
            </a:r>
            <a:br>
              <a:rPr kumimoji="0" lang="en-US" sz="900" b="0" i="0" u="none" strike="noStrike" kern="1200" cap="none" spc="0" normalizeH="0" baseline="0" noProof="0" dirty="0">
                <a:ln>
                  <a:noFill/>
                </a:ln>
                <a:effectLst/>
                <a:uLnTx/>
                <a:uFillTx/>
                <a:latin typeface="Nokia Pure Text Light" panose="020B0403020202020204" pitchFamily="34" charset="0"/>
                <a:ea typeface="Nokia Pure Text Light" panose="020B0403020202020204" pitchFamily="34" charset="0"/>
                <a:cs typeface="Arial" panose="020B0604020202020204" pitchFamily="34" charset="0"/>
              </a:rPr>
            </a:br>
            <a:r>
              <a:rPr kumimoji="0" lang="en-US" sz="900" b="0" i="0" u="none" strike="noStrike" kern="1200" cap="none" spc="0" normalizeH="0" baseline="0" noProof="0" dirty="0">
                <a:ln>
                  <a:noFill/>
                </a:ln>
                <a:effectLst/>
                <a:uLnTx/>
                <a:uFillTx/>
                <a:latin typeface="Nokia Pure Text Light" panose="020B0403020202020204" pitchFamily="34" charset="0"/>
                <a:ea typeface="Nokia Pure Text Light" panose="020B0403020202020204" pitchFamily="34" charset="0"/>
                <a:cs typeface="Arial" panose="020B0604020202020204" pitchFamily="34" charset="0"/>
              </a:rPr>
              <a:t>is provided subject to confidentiality obligations of </a:t>
            </a:r>
            <a:br>
              <a:rPr kumimoji="0" lang="en-US" sz="900" b="0" i="0" u="none" strike="noStrike" kern="1200" cap="none" spc="0" normalizeH="0" baseline="0" noProof="0" dirty="0">
                <a:ln>
                  <a:noFill/>
                </a:ln>
                <a:effectLst/>
                <a:uLnTx/>
                <a:uFillTx/>
                <a:latin typeface="Nokia Pure Text Light" panose="020B0403020202020204" pitchFamily="34" charset="0"/>
                <a:ea typeface="Nokia Pure Text Light" panose="020B0403020202020204" pitchFamily="34" charset="0"/>
                <a:cs typeface="Arial" panose="020B0604020202020204" pitchFamily="34" charset="0"/>
              </a:rPr>
            </a:br>
            <a:r>
              <a:rPr kumimoji="0" lang="en-US" sz="900" b="0" i="0" u="none" strike="noStrike" kern="1200" cap="none" spc="0" normalizeH="0" baseline="0" noProof="0" dirty="0">
                <a:ln>
                  <a:noFill/>
                </a:ln>
                <a:effectLst/>
                <a:uLnTx/>
                <a:uFillTx/>
                <a:latin typeface="Nokia Pure Text Light" panose="020B0403020202020204" pitchFamily="34" charset="0"/>
                <a:ea typeface="Nokia Pure Text Light" panose="020B0403020202020204" pitchFamily="34" charset="0"/>
                <a:cs typeface="Arial" panose="020B0604020202020204" pitchFamily="34" charset="0"/>
              </a:rPr>
              <a:t>the applicable agreement(s). </a:t>
            </a:r>
          </a:p>
          <a:p>
            <a:pPr marL="0" marR="0" lvl="0" indent="0" algn="l" defTabSz="914400" rtl="0" eaLnBrk="1" fontAlgn="auto" latinLnBrk="0" hangingPunct="1">
              <a:lnSpc>
                <a:spcPct val="100000"/>
              </a:lnSpc>
              <a:spcBef>
                <a:spcPts val="0"/>
              </a:spcBef>
              <a:spcAft>
                <a:spcPct val="0"/>
              </a:spcAft>
              <a:buClrTx/>
              <a:buSzTx/>
              <a:buFont typeface="Arial" panose="020B0604020202020204" pitchFamily="34" charset="0"/>
              <a:buNone/>
              <a:tabLst/>
              <a:defRPr/>
            </a:pPr>
            <a:endParaRPr kumimoji="0" lang="en-US" sz="900" b="0" i="0" u="none" strike="noStrike" kern="1200" cap="none" spc="0" normalizeH="0" baseline="0" noProof="0" dirty="0">
              <a:ln>
                <a:noFill/>
              </a:ln>
              <a:effectLst/>
              <a:uLnTx/>
              <a:uFillTx/>
              <a:latin typeface="Nokia Pure Text Light" panose="020B0403020202020204" pitchFamily="34" charset="0"/>
              <a:ea typeface="Nokia Pure Text Light" panose="020B0403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ct val="0"/>
              </a:spcAft>
              <a:buClrTx/>
              <a:buSzTx/>
              <a:buFont typeface="Arial" panose="020B0604020202020204" pitchFamily="34" charset="0"/>
              <a:buNone/>
              <a:tabLst/>
              <a:defRPr/>
            </a:pPr>
            <a:r>
              <a:rPr kumimoji="0" lang="en-US" sz="900" b="0" i="0" u="none" strike="noStrike" kern="1200" cap="none" spc="0" normalizeH="0" baseline="0" noProof="0" dirty="0">
                <a:ln>
                  <a:noFill/>
                </a:ln>
                <a:effectLst/>
                <a:uLnTx/>
                <a:uFillTx/>
                <a:latin typeface="Nokia Pure Text Light" panose="020B0403020202020204" pitchFamily="34" charset="0"/>
                <a:ea typeface="Nokia Pure Text Light" panose="020B0403020202020204" pitchFamily="34" charset="0"/>
                <a:cs typeface="Arial" panose="020B0604020202020204" pitchFamily="34" charset="0"/>
              </a:rPr>
              <a:t>This document is intended for use by Nokia’s customers and collaborators only for the purpose for which this document is submitted by Nokia. No part of this document may be reproduced or made available to the public or to any third party in any form or means without the prior written permission of Nokia. This document is to be used by properly trained professional personnel. Any use of the contents in this document is limited strictly to the use(s) specifically created in the applicable agreement(s) under which the document is submitted. The user of this document may voluntarily provide suggestions, comments or </a:t>
            </a:r>
            <a:br>
              <a:rPr kumimoji="0" lang="en-US" sz="900" b="0" i="0" u="none" strike="noStrike" kern="1200" cap="none" spc="0" normalizeH="0" baseline="0" noProof="0" dirty="0">
                <a:ln>
                  <a:noFill/>
                </a:ln>
                <a:effectLst/>
                <a:uLnTx/>
                <a:uFillTx/>
                <a:latin typeface="Nokia Pure Text Light" panose="020B0403020202020204" pitchFamily="34" charset="0"/>
                <a:ea typeface="Nokia Pure Text Light" panose="020B0403020202020204" pitchFamily="34" charset="0"/>
                <a:cs typeface="Arial" panose="020B0604020202020204" pitchFamily="34" charset="0"/>
              </a:rPr>
            </a:br>
            <a:r>
              <a:rPr kumimoji="0" lang="en-US" sz="900" b="0" i="0" u="none" strike="noStrike" kern="1200" cap="none" spc="0" normalizeH="0" baseline="0" noProof="0" dirty="0">
                <a:ln>
                  <a:noFill/>
                </a:ln>
                <a:effectLst/>
                <a:uLnTx/>
                <a:uFillTx/>
                <a:latin typeface="Nokia Pure Text Light" panose="020B0403020202020204" pitchFamily="34" charset="0"/>
                <a:ea typeface="Nokia Pure Text Light" panose="020B0403020202020204" pitchFamily="34" charset="0"/>
                <a:cs typeface="Arial" panose="020B0604020202020204" pitchFamily="34" charset="0"/>
              </a:rPr>
              <a:t>other feedback to Nokia in respect of the </a:t>
            </a:r>
            <a:br>
              <a:rPr kumimoji="0" lang="en-US" sz="900" b="0" i="0" u="none" strike="noStrike" kern="1200" cap="none" spc="0" normalizeH="0" baseline="0" noProof="0" dirty="0">
                <a:ln>
                  <a:noFill/>
                </a:ln>
                <a:effectLst/>
                <a:uLnTx/>
                <a:uFillTx/>
                <a:latin typeface="Nokia Pure Text Light" panose="020B0403020202020204" pitchFamily="34" charset="0"/>
                <a:ea typeface="Nokia Pure Text Light" panose="020B0403020202020204" pitchFamily="34" charset="0"/>
                <a:cs typeface="Arial" panose="020B0604020202020204" pitchFamily="34" charset="0"/>
              </a:rPr>
            </a:br>
            <a:r>
              <a:rPr kumimoji="0" lang="en-US" sz="900" b="0" i="0" u="none" strike="noStrike" kern="1200" cap="none" spc="0" normalizeH="0" baseline="0" noProof="0" dirty="0">
                <a:ln>
                  <a:noFill/>
                </a:ln>
                <a:effectLst/>
                <a:uLnTx/>
                <a:uFillTx/>
                <a:latin typeface="Nokia Pure Text Light" panose="020B0403020202020204" pitchFamily="34" charset="0"/>
                <a:ea typeface="Nokia Pure Text Light" panose="020B0403020202020204" pitchFamily="34" charset="0"/>
                <a:cs typeface="Arial" panose="020B0604020202020204" pitchFamily="34" charset="0"/>
              </a:rPr>
              <a:t>contents of this document ("Feedback"). </a:t>
            </a:r>
            <a:br>
              <a:rPr kumimoji="0" lang="en-US" sz="900" b="0" i="0" u="none" strike="noStrike" kern="1200" cap="none" spc="0" normalizeH="0" baseline="0" noProof="0" dirty="0">
                <a:ln>
                  <a:noFill/>
                </a:ln>
                <a:effectLst/>
                <a:uLnTx/>
                <a:uFillTx/>
                <a:latin typeface="Nokia Pure Text Light" panose="020B0403020202020204" pitchFamily="34" charset="0"/>
                <a:ea typeface="Nokia Pure Text Light" panose="020B0403020202020204" pitchFamily="34" charset="0"/>
                <a:cs typeface="Arial" panose="020B0604020202020204" pitchFamily="34" charset="0"/>
              </a:rPr>
            </a:br>
            <a:r>
              <a:rPr kumimoji="0" lang="en-US" sz="900" b="0" i="0" u="none" strike="noStrike" kern="1200" cap="none" spc="0" normalizeH="0" baseline="0" noProof="0" dirty="0">
                <a:ln>
                  <a:noFill/>
                </a:ln>
                <a:effectLst/>
                <a:uLnTx/>
                <a:uFillTx/>
                <a:latin typeface="Nokia Pure Text Light" panose="020B0403020202020204" pitchFamily="34" charset="0"/>
                <a:ea typeface="Nokia Pure Text Light" panose="020B0403020202020204" pitchFamily="34" charset="0"/>
                <a:cs typeface="Arial" panose="020B0604020202020204" pitchFamily="34" charset="0"/>
              </a:rPr>
              <a:t>Such Feedback may be used in Nokia products and related specifications or other documentation. Accordingly, if the user of this document gives </a:t>
            </a:r>
            <a:br>
              <a:rPr kumimoji="0" lang="en-US" sz="900" b="0" i="0" u="none" strike="noStrike" kern="1200" cap="none" spc="0" normalizeH="0" baseline="0" noProof="0" dirty="0">
                <a:ln>
                  <a:noFill/>
                </a:ln>
                <a:effectLst/>
                <a:uLnTx/>
                <a:uFillTx/>
                <a:latin typeface="Nokia Pure Text Light" panose="020B0403020202020204" pitchFamily="34" charset="0"/>
                <a:ea typeface="Nokia Pure Text Light" panose="020B0403020202020204" pitchFamily="34" charset="0"/>
                <a:cs typeface="Arial" panose="020B0604020202020204" pitchFamily="34" charset="0"/>
              </a:rPr>
            </a:br>
            <a:r>
              <a:rPr kumimoji="0" lang="en-US" sz="900" b="0" i="0" u="none" strike="noStrike" kern="1200" cap="none" spc="0" normalizeH="0" baseline="0" noProof="0" dirty="0">
                <a:ln>
                  <a:noFill/>
                </a:ln>
                <a:effectLst/>
                <a:uLnTx/>
                <a:uFillTx/>
                <a:latin typeface="Nokia Pure Text Light" panose="020B0403020202020204" pitchFamily="34" charset="0"/>
                <a:ea typeface="Nokia Pure Text Light" panose="020B0403020202020204" pitchFamily="34" charset="0"/>
                <a:cs typeface="Arial" panose="020B0604020202020204" pitchFamily="34" charset="0"/>
              </a:rPr>
              <a:t>Nokia Feedback on the contents of this document, Nokia may freely use, disclose, reproduce, license, distribute and otherwise commercialize the feedback in any Nokia product, technology, service, specification or other documentation. </a:t>
            </a:r>
          </a:p>
          <a:p>
            <a:pPr marL="0" marR="0" lvl="0" indent="0" algn="l" defTabSz="914400" rtl="0" eaLnBrk="1" fontAlgn="auto" latinLnBrk="0" hangingPunct="1">
              <a:lnSpc>
                <a:spcPct val="100000"/>
              </a:lnSpc>
              <a:spcBef>
                <a:spcPts val="0"/>
              </a:spcBef>
              <a:spcAft>
                <a:spcPct val="0"/>
              </a:spcAft>
              <a:buClrTx/>
              <a:buSzTx/>
              <a:buFont typeface="Arial" panose="020B0604020202020204" pitchFamily="34" charset="0"/>
              <a:buNone/>
              <a:tabLst/>
              <a:defRPr/>
            </a:pPr>
            <a:endParaRPr kumimoji="0" lang="en-US" sz="900" b="0" i="0" u="none" strike="noStrike" kern="1200" cap="none" spc="0" normalizeH="0" baseline="0" noProof="0" dirty="0">
              <a:ln>
                <a:noFill/>
              </a:ln>
              <a:effectLst/>
              <a:uLnTx/>
              <a:uFillTx/>
              <a:latin typeface="Nokia Pure Text Light" panose="020B0403020202020204" pitchFamily="34" charset="0"/>
              <a:ea typeface="Nokia Pure Text Light" panose="020B0403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ct val="0"/>
              </a:spcAft>
              <a:buClrTx/>
              <a:buSzTx/>
              <a:buFont typeface="Arial" panose="020B0604020202020204" pitchFamily="34" charset="0"/>
              <a:buNone/>
              <a:tabLst/>
              <a:defRPr/>
            </a:pPr>
            <a:r>
              <a:rPr kumimoji="0" lang="en-US" sz="900" b="0" i="0" u="none" strike="noStrike" kern="1200" cap="none" spc="0" normalizeH="0" baseline="0" noProof="0" dirty="0">
                <a:ln>
                  <a:noFill/>
                </a:ln>
                <a:effectLst/>
                <a:uLnTx/>
                <a:uFillTx/>
                <a:latin typeface="Nokia Pure Text Light" panose="020B0403020202020204" pitchFamily="34" charset="0"/>
                <a:ea typeface="Nokia Pure Text Light" panose="020B0403020202020204" pitchFamily="34" charset="0"/>
                <a:cs typeface="Arial" panose="020B0604020202020204" pitchFamily="34" charset="0"/>
              </a:rPr>
              <a:t>Nokia operates a policy of ongoing development. Nokia reserves the right to make changes and improvements to any of the products and/or services described in this document or withdraw </a:t>
            </a:r>
            <a:br>
              <a:rPr kumimoji="0" lang="en-US" sz="900" b="0" i="0" u="none" strike="noStrike" kern="1200" cap="none" spc="0" normalizeH="0" baseline="0" noProof="0" dirty="0">
                <a:ln>
                  <a:noFill/>
                </a:ln>
                <a:effectLst/>
                <a:uLnTx/>
                <a:uFillTx/>
                <a:latin typeface="Nokia Pure Text Light" panose="020B0403020202020204" pitchFamily="34" charset="0"/>
                <a:ea typeface="Nokia Pure Text Light" panose="020B0403020202020204" pitchFamily="34" charset="0"/>
                <a:cs typeface="Arial" panose="020B0604020202020204" pitchFamily="34" charset="0"/>
              </a:rPr>
            </a:br>
            <a:r>
              <a:rPr kumimoji="0" lang="en-US" sz="900" b="0" i="0" u="none" strike="noStrike" kern="1200" cap="none" spc="0" normalizeH="0" baseline="0" noProof="0" dirty="0">
                <a:ln>
                  <a:noFill/>
                </a:ln>
                <a:effectLst/>
                <a:uLnTx/>
                <a:uFillTx/>
                <a:latin typeface="Nokia Pure Text Light" panose="020B0403020202020204" pitchFamily="34" charset="0"/>
                <a:ea typeface="Nokia Pure Text Light" panose="020B0403020202020204" pitchFamily="34" charset="0"/>
                <a:cs typeface="Arial" panose="020B0604020202020204" pitchFamily="34" charset="0"/>
              </a:rPr>
              <a:t>this document at any time without prior notice. </a:t>
            </a:r>
          </a:p>
          <a:p>
            <a:pPr marL="0" marR="0" lvl="0" indent="0" algn="l" defTabSz="914400" rtl="0" eaLnBrk="1" fontAlgn="auto" latinLnBrk="0" hangingPunct="1">
              <a:lnSpc>
                <a:spcPct val="100000"/>
              </a:lnSpc>
              <a:spcBef>
                <a:spcPts val="0"/>
              </a:spcBef>
              <a:spcAft>
                <a:spcPct val="0"/>
              </a:spcAft>
              <a:buClrTx/>
              <a:buSzTx/>
              <a:buFont typeface="Arial" panose="020B0604020202020204" pitchFamily="34" charset="0"/>
              <a:buNone/>
              <a:tabLst/>
              <a:defRPr/>
            </a:pPr>
            <a:endParaRPr kumimoji="0" lang="en-US" sz="900" b="0" i="0" u="none" strike="noStrike" kern="1200" cap="none" spc="0" normalizeH="0" baseline="0" noProof="0" dirty="0">
              <a:ln>
                <a:noFill/>
              </a:ln>
              <a:effectLst/>
              <a:uLnTx/>
              <a:uFillTx/>
              <a:latin typeface="Nokia Pure Text Light" panose="020B0403020202020204" pitchFamily="34" charset="0"/>
              <a:ea typeface="Nokia Pure Text Light" panose="020B0403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ct val="0"/>
              </a:spcAft>
              <a:buClrTx/>
              <a:buSzTx/>
              <a:buFont typeface="Arial" panose="020B0604020202020204" pitchFamily="34" charset="0"/>
              <a:buNone/>
              <a:tabLst/>
              <a:defRPr/>
            </a:pPr>
            <a:r>
              <a:rPr kumimoji="0" lang="en-US" sz="900" b="0" i="0" u="none" strike="noStrike" kern="1200" cap="none" spc="0" normalizeH="0" baseline="0" noProof="0" dirty="0">
                <a:ln>
                  <a:noFill/>
                </a:ln>
                <a:effectLst/>
                <a:uLnTx/>
                <a:uFillTx/>
                <a:latin typeface="Nokia Pure Text Light" panose="020B0403020202020204" pitchFamily="34" charset="0"/>
                <a:ea typeface="Nokia Pure Text Light" panose="020B0403020202020204" pitchFamily="34" charset="0"/>
                <a:cs typeface="Arial" panose="020B0604020202020204" pitchFamily="34" charset="0"/>
              </a:rPr>
              <a:t>The contents of this document are provided </a:t>
            </a:r>
            <a:br>
              <a:rPr kumimoji="0" lang="en-US" sz="900" b="0" i="0" u="none" strike="noStrike" kern="1200" cap="none" spc="0" normalizeH="0" baseline="0" noProof="0" dirty="0">
                <a:ln>
                  <a:noFill/>
                </a:ln>
                <a:effectLst/>
                <a:uLnTx/>
                <a:uFillTx/>
                <a:latin typeface="Nokia Pure Text Light" panose="020B0403020202020204" pitchFamily="34" charset="0"/>
                <a:ea typeface="Nokia Pure Text Light" panose="020B0403020202020204" pitchFamily="34" charset="0"/>
                <a:cs typeface="Arial" panose="020B0604020202020204" pitchFamily="34" charset="0"/>
              </a:rPr>
            </a:br>
            <a:r>
              <a:rPr kumimoji="0" lang="en-US" sz="900" b="0" i="0" u="none" strike="noStrike" kern="1200" cap="none" spc="0" normalizeH="0" baseline="0" noProof="0" dirty="0">
                <a:ln>
                  <a:noFill/>
                </a:ln>
                <a:effectLst/>
                <a:uLnTx/>
                <a:uFillTx/>
                <a:latin typeface="Nokia Pure Text Light" panose="020B0403020202020204" pitchFamily="34" charset="0"/>
                <a:ea typeface="Nokia Pure Text Light" panose="020B0403020202020204" pitchFamily="34" charset="0"/>
                <a:cs typeface="Arial" panose="020B0604020202020204" pitchFamily="34" charset="0"/>
              </a:rPr>
              <a:t>"as is". Except as required by applicable law, no warranties of any kind, either express or implied, including, but not limited to, the implied warranties of merchantability and fitness for a particular purpose, are made in relation to the accuracy, reliability or contents of this document. NOKIA SHALL NOT BE RESPONSIBLE IN ANY EVENT FOR ERRORS IN THIS DOCUMENT or for any loss of data or income or any special, incidental, consequential, indirect or direct damages howsoever caused, that might arise from the use of this document or any contents of this document. </a:t>
            </a:r>
          </a:p>
          <a:p>
            <a:pPr marL="0" marR="0" lvl="0" indent="0" algn="l" defTabSz="914400" rtl="0" eaLnBrk="1" fontAlgn="auto" latinLnBrk="0" hangingPunct="1">
              <a:lnSpc>
                <a:spcPct val="100000"/>
              </a:lnSpc>
              <a:spcBef>
                <a:spcPts val="0"/>
              </a:spcBef>
              <a:spcAft>
                <a:spcPct val="0"/>
              </a:spcAft>
              <a:buClrTx/>
              <a:buSzTx/>
              <a:buFont typeface="Arial" panose="020B0604020202020204" pitchFamily="34" charset="0"/>
              <a:buNone/>
              <a:tabLst/>
              <a:defRPr/>
            </a:pPr>
            <a:endParaRPr kumimoji="0" lang="en-US" sz="900" b="0" i="0" u="none" strike="noStrike" kern="1200" cap="none" spc="0" normalizeH="0" baseline="0" noProof="0" dirty="0">
              <a:ln>
                <a:noFill/>
              </a:ln>
              <a:effectLst/>
              <a:uLnTx/>
              <a:uFillTx/>
              <a:latin typeface="Nokia Pure Text Light" panose="020B0403020202020204" pitchFamily="34" charset="0"/>
              <a:ea typeface="Nokia Pure Text Light" panose="020B0403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ct val="0"/>
              </a:spcAft>
              <a:buClrTx/>
              <a:buSzTx/>
              <a:buFont typeface="Arial" panose="020B0604020202020204" pitchFamily="34" charset="0"/>
              <a:buNone/>
              <a:tabLst/>
              <a:defRPr/>
            </a:pPr>
            <a:r>
              <a:rPr kumimoji="0" lang="en-US" sz="900" b="0" i="0" u="none" strike="noStrike" kern="1200" cap="none" spc="0" normalizeH="0" baseline="0" noProof="0" dirty="0">
                <a:ln>
                  <a:noFill/>
                </a:ln>
                <a:effectLst/>
                <a:uLnTx/>
                <a:uFillTx/>
                <a:latin typeface="Nokia Pure Text Light" panose="020B0403020202020204" pitchFamily="34" charset="0"/>
                <a:ea typeface="Nokia Pure Text Light" panose="020B0403020202020204" pitchFamily="34" charset="0"/>
                <a:cs typeface="Arial" panose="020B0604020202020204" pitchFamily="34" charset="0"/>
              </a:rPr>
              <a:t>This document and the product(s) it describes</a:t>
            </a:r>
            <a:br>
              <a:rPr kumimoji="0" lang="en-US" sz="900" b="0" i="0" u="none" strike="noStrike" kern="1200" cap="none" spc="0" normalizeH="0" baseline="0" noProof="0" dirty="0">
                <a:ln>
                  <a:noFill/>
                </a:ln>
                <a:effectLst/>
                <a:uLnTx/>
                <a:uFillTx/>
                <a:latin typeface="Nokia Pure Text Light" panose="020B0403020202020204" pitchFamily="34" charset="0"/>
                <a:ea typeface="Nokia Pure Text Light" panose="020B0403020202020204" pitchFamily="34" charset="0"/>
                <a:cs typeface="Arial" panose="020B0604020202020204" pitchFamily="34" charset="0"/>
              </a:rPr>
            </a:br>
            <a:r>
              <a:rPr kumimoji="0" lang="en-US" sz="900" b="0" i="0" u="none" strike="noStrike" kern="1200" cap="none" spc="0" normalizeH="0" baseline="0" noProof="0" dirty="0">
                <a:ln>
                  <a:noFill/>
                </a:ln>
                <a:effectLst/>
                <a:uLnTx/>
                <a:uFillTx/>
                <a:latin typeface="Nokia Pure Text Light" panose="020B0403020202020204" pitchFamily="34" charset="0"/>
                <a:ea typeface="Nokia Pure Text Light" panose="020B0403020202020204" pitchFamily="34" charset="0"/>
                <a:cs typeface="Arial" panose="020B0604020202020204" pitchFamily="34" charset="0"/>
              </a:rPr>
              <a:t>are protected by copyright according to the</a:t>
            </a:r>
            <a:br>
              <a:rPr kumimoji="0" lang="en-US" sz="900" b="0" i="0" u="none" strike="noStrike" kern="1200" cap="none" spc="0" normalizeH="0" baseline="0" noProof="0" dirty="0">
                <a:ln>
                  <a:noFill/>
                </a:ln>
                <a:effectLst/>
                <a:uLnTx/>
                <a:uFillTx/>
                <a:latin typeface="Nokia Pure Text Light" panose="020B0403020202020204" pitchFamily="34" charset="0"/>
                <a:ea typeface="Nokia Pure Text Light" panose="020B0403020202020204" pitchFamily="34" charset="0"/>
                <a:cs typeface="Arial" panose="020B0604020202020204" pitchFamily="34" charset="0"/>
              </a:rPr>
            </a:br>
            <a:r>
              <a:rPr kumimoji="0" lang="en-US" sz="900" b="0" i="0" u="none" strike="noStrike" kern="1200" cap="none" spc="0" normalizeH="0" baseline="0" noProof="0" dirty="0">
                <a:ln>
                  <a:noFill/>
                </a:ln>
                <a:effectLst/>
                <a:uLnTx/>
                <a:uFillTx/>
                <a:latin typeface="Nokia Pure Text Light" panose="020B0403020202020204" pitchFamily="34" charset="0"/>
                <a:ea typeface="Nokia Pure Text Light" panose="020B0403020202020204" pitchFamily="34" charset="0"/>
                <a:cs typeface="Arial" panose="020B0604020202020204" pitchFamily="34" charset="0"/>
              </a:rPr>
              <a:t>applicable laws. </a:t>
            </a:r>
          </a:p>
          <a:p>
            <a:pPr marL="0" marR="0" lvl="0" indent="0" algn="l" defTabSz="914400" rtl="0" eaLnBrk="1" fontAlgn="auto" latinLnBrk="0" hangingPunct="1">
              <a:lnSpc>
                <a:spcPct val="100000"/>
              </a:lnSpc>
              <a:spcBef>
                <a:spcPts val="0"/>
              </a:spcBef>
              <a:spcAft>
                <a:spcPct val="0"/>
              </a:spcAft>
              <a:buClrTx/>
              <a:buSzTx/>
              <a:buFont typeface="Arial" panose="020B0604020202020204" pitchFamily="34" charset="0"/>
              <a:buNone/>
              <a:tabLst/>
              <a:defRPr/>
            </a:pPr>
            <a:endParaRPr kumimoji="0" lang="en-US" sz="900" b="0" i="0" u="none" strike="noStrike" kern="1200" cap="none" spc="0" normalizeH="0" baseline="0" noProof="0" dirty="0">
              <a:ln>
                <a:noFill/>
              </a:ln>
              <a:effectLst/>
              <a:uLnTx/>
              <a:uFillTx/>
              <a:latin typeface="Nokia Pure Text Light" panose="020B0403020202020204" pitchFamily="34" charset="0"/>
              <a:ea typeface="Nokia Pure Text Light" panose="020B0403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ct val="0"/>
              </a:spcAft>
              <a:buClrTx/>
              <a:buSzTx/>
              <a:buFont typeface="Arial" panose="020B0604020202020204" pitchFamily="34" charset="0"/>
              <a:buNone/>
              <a:tabLst/>
              <a:defRPr/>
            </a:pPr>
            <a:r>
              <a:rPr kumimoji="0" lang="en-US" sz="900" b="0" i="0" u="none" strike="noStrike" kern="1200" cap="none" spc="0" normalizeH="0" baseline="0" noProof="0" dirty="0">
                <a:ln>
                  <a:noFill/>
                </a:ln>
                <a:effectLst/>
                <a:uLnTx/>
                <a:uFillTx/>
                <a:latin typeface="Nokia Pure Text Light" panose="020B0403020202020204" pitchFamily="34" charset="0"/>
                <a:ea typeface="Nokia Pure Text Light" panose="020B0403020202020204" pitchFamily="34" charset="0"/>
                <a:cs typeface="Arial" panose="020B0604020202020204" pitchFamily="34" charset="0"/>
              </a:rPr>
              <a:t>Nokia is a registered trademark of Nokia Corporation. Other product and company names mentioned herein may be trademarks or trade names of their respective owners.</a:t>
            </a:r>
            <a:endParaRPr kumimoji="0" lang="en-US" sz="900" b="0" i="0" u="none" strike="noStrike" kern="1200" cap="none" spc="0" normalizeH="0" baseline="0" noProof="0" dirty="0">
              <a:ln>
                <a:noFill/>
              </a:ln>
              <a:effectLst/>
              <a:uLnTx/>
              <a:uFillTx/>
              <a:latin typeface="Nokia Pure Text Light" panose="020B0403020202020204" pitchFamily="34" charset="0"/>
              <a:ea typeface="Nokia Pure Text Light" panose="020B0403020202020204" pitchFamily="34" charset="0"/>
              <a:cs typeface="+mn-cs"/>
            </a:endParaRPr>
          </a:p>
        </p:txBody>
      </p:sp>
      <p:cxnSp>
        <p:nvCxnSpPr>
          <p:cNvPr id="11" name="Straight Connector 10">
            <a:extLst>
              <a:ext uri="{FF2B5EF4-FFF2-40B4-BE49-F238E27FC236}">
                <a16:creationId xmlns:a16="http://schemas.microsoft.com/office/drawing/2014/main" id="{CAA3E0A3-741D-424C-860E-ED01C8EBD767}"/>
              </a:ext>
            </a:extLst>
          </p:cNvPr>
          <p:cNvCxnSpPr/>
          <p:nvPr/>
        </p:nvCxnSpPr>
        <p:spPr>
          <a:xfrm>
            <a:off x="417600" y="4361792"/>
            <a:ext cx="8318251" cy="0"/>
          </a:xfrm>
          <a:prstGeom prst="line">
            <a:avLst/>
          </a:prstGeom>
          <a:noFill/>
          <a:ln w="9525" cap="flat" cmpd="sng" algn="ctr">
            <a:solidFill>
              <a:schemeClr val="tx1"/>
            </a:solidFill>
            <a:prstDash val="solid"/>
          </a:ln>
          <a:effectLst/>
        </p:spPr>
      </p:cxnSp>
    </p:spTree>
    <p:extLst>
      <p:ext uri="{BB962C8B-B14F-4D97-AF65-F5344CB8AC3E}">
        <p14:creationId xmlns:p14="http://schemas.microsoft.com/office/powerpoint/2010/main" val="2903654751"/>
      </p:ext>
    </p:extLst>
  </p:cSld>
  <p:clrMapOvr>
    <a:masterClrMapping/>
  </p:clrMapOvr>
</p:sld>
</file>

<file path=ppt/theme/theme1.xml><?xml version="1.0" encoding="utf-8"?>
<a:theme xmlns:a="http://schemas.openxmlformats.org/drawingml/2006/main" name="1. White">
  <a:themeElements>
    <a:clrScheme name="Nokia 2023.1">
      <a:dk1>
        <a:srgbClr val="CCCCCC"/>
      </a:dk1>
      <a:lt1>
        <a:srgbClr val="FFFFFF"/>
      </a:lt1>
      <a:dk2>
        <a:srgbClr val="001135"/>
      </a:dk2>
      <a:lt2>
        <a:srgbClr val="666666"/>
      </a:lt2>
      <a:accent1>
        <a:srgbClr val="005AFF"/>
      </a:accent1>
      <a:accent2>
        <a:srgbClr val="23ABB6"/>
      </a:accent2>
      <a:accent3>
        <a:srgbClr val="37CC73"/>
      </a:accent3>
      <a:accent4>
        <a:srgbClr val="F47F31"/>
      </a:accent4>
      <a:accent5>
        <a:srgbClr val="E03DCD"/>
      </a:accent5>
      <a:accent6>
        <a:srgbClr val="7D33F2"/>
      </a:accent6>
      <a:hlink>
        <a:srgbClr val="001135"/>
      </a:hlink>
      <a:folHlink>
        <a:srgbClr val="005AFF"/>
      </a:folHlink>
    </a:clrScheme>
    <a:fontScheme name="Nokia 2023">
      <a:majorFont>
        <a:latin typeface="Nokia Pure Headline Light"/>
        <a:ea typeface=""/>
        <a:cs typeface=""/>
      </a:majorFont>
      <a:minorFont>
        <a:latin typeface="Nokia Pure Text Ligh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1"/>
        </a:solidFill>
        <a:ln>
          <a:noFill/>
        </a:ln>
      </a:spPr>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defPPr algn="l">
          <a:spcAft>
            <a:spcPts val="300"/>
          </a:spcAft>
          <a:buSzPct val="100000"/>
          <a:defRPr sz="1200" dirty="0" smtClean="0">
            <a:solidFill>
              <a:schemeClr val="tx2"/>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6350">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ln>
          <a:noFill/>
        </a:ln>
      </a:spPr>
      <a:bodyPr wrap="square" lIns="0" tIns="0" rIns="0" bIns="0" rtlCol="0">
        <a:noAutofit/>
      </a:bodyPr>
      <a:lstStyle>
        <a:defPPr marL="0" marR="0" indent="0" algn="l" defTabSz="180000" rtl="0" eaLnBrk="1" fontAlgn="auto" latinLnBrk="0" hangingPunct="1">
          <a:lnSpc>
            <a:spcPct val="100000"/>
          </a:lnSpc>
          <a:spcBef>
            <a:spcPts val="0"/>
          </a:spcBef>
          <a:spcAft>
            <a:spcPts val="300"/>
          </a:spcAft>
          <a:buClrTx/>
          <a:buSzTx/>
          <a:buFont typeface="+mj-lt"/>
          <a:buNone/>
          <a:tabLst>
            <a:tab pos="180000" algn="l"/>
          </a:tabLst>
          <a:defRPr kumimoji="0" sz="1200" b="0" i="0" u="none" strike="noStrike" kern="1200" cap="none" spc="0" normalizeH="0" baseline="0" noProof="0" dirty="0" smtClean="0">
            <a:ln>
              <a:noFill/>
            </a:ln>
            <a:solidFill>
              <a:schemeClr val="tx2"/>
            </a:solidFill>
            <a:effectLst/>
            <a:uLnTx/>
            <a:uFillTx/>
            <a:latin typeface="Nokia Pure Text Light"/>
            <a:ea typeface="+mn-ea"/>
            <a:cs typeface="+mn-cs"/>
          </a:defRPr>
        </a:defPPr>
      </a:lstStyle>
    </a:txDef>
  </a:objectDefaults>
  <a:extraClrSchemeLst/>
  <a:extLst>
    <a:ext uri="{05A4C25C-085E-4340-85A3-A5531E510DB2}">
      <thm15:themeFamily xmlns:thm15="http://schemas.microsoft.com/office/thememl/2012/main" name="Nokia - PowerPoint template 2023 v1.3" id="{DD0C3133-E3AE-47D2-A897-43496769EDE2}" vid="{7EB8784B-D8AE-47B4-BCC3-8AAF24F0E14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item1.xml><?xml version="1.0" encoding="utf-8"?>
<?mso-contentType ?>
<customXsn xmlns="http://schemas.microsoft.com/office/2006/metadata/customXsn">
  <xsnLocation/>
  <cached>True</cached>
  <openByDefault>True</openByDefault>
  <xsnScope/>
</customXsn>
</file>

<file path=customXml/item2.xml><?xml version="1.0" encoding="utf-8"?>
<ct:contentTypeSchema xmlns:ct="http://schemas.microsoft.com/office/2006/metadata/contentType" xmlns:ma="http://schemas.microsoft.com/office/2006/metadata/properties/metaAttributes" ct:_="" ma:_="" ma:contentTypeName="Nokia Document" ma:contentTypeID="0x010100CE50E52E7543470BBDD3827FE50C59CB003480BC6C8AD6C14AA3912F0FBDA089B1" ma:contentTypeVersion="22" ma:contentTypeDescription="Create Nokia Word Document" ma:contentTypeScope="" ma:versionID="544b3f7f90cd9cb0cf519e1e387e9a45">
  <xsd:schema xmlns:xsd="http://www.w3.org/2001/XMLSchema" xmlns:xs="http://www.w3.org/2001/XMLSchema" xmlns:p="http://schemas.microsoft.com/office/2006/metadata/properties" xmlns:ns2="71c5aaf6-e6ce-465b-b873-5148d2a4c105" targetNamespace="http://schemas.microsoft.com/office/2006/metadata/properties" ma:root="true" ma:fieldsID="0043c8f4dbc20e66a651380752cd078a" ns2:_="">
    <xsd:import namespace="71c5aaf6-e6ce-465b-b873-5148d2a4c105"/>
    <xsd:element name="properties">
      <xsd:complexType>
        <xsd:sequence>
          <xsd:element name="documentManagement">
            <xsd:complexType>
              <xsd:all>
                <xsd:element ref="ns2:DocumentType" minOccurs="0"/>
                <xsd:element ref="ns2:NokiaConfidentiality" minOccurs="0"/>
                <xsd:element ref="ns2:Owner" minOccurs="0"/>
                <xsd:element ref="ns2:_dlc_DocId" minOccurs="0"/>
                <xsd:element ref="ns2:_dlc_DocIdUrl" minOccurs="0"/>
                <xsd:element ref="ns2:_dlc_DocIdPersistId" minOccurs="0"/>
                <xsd:element ref="ns2:HideFromDelv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c5aaf6-e6ce-465b-b873-5148d2a4c105" elementFormDefault="qualified">
    <xsd:import namespace="http://schemas.microsoft.com/office/2006/documentManagement/types"/>
    <xsd:import namespace="http://schemas.microsoft.com/office/infopath/2007/PartnerControls"/>
    <xsd:element name="DocumentType" ma:index="8" nillable="true" ma:displayName="Document Type" ma:default="Description" ma:description="Document type specifies the content of the document" ma:format="Dropdown" ma:internalName="DocumentType" ma:readOnly="false">
      <xsd:simpleType>
        <xsd:restriction base="dms:Choice">
          <xsd:enumeration value="Policy"/>
          <xsd:enumeration value="Strategy"/>
          <xsd:enumeration value="Objectives / Targets"/>
          <xsd:enumeration value="Plan / Schedule"/>
          <xsd:enumeration value="Governance"/>
          <xsd:enumeration value="Organization"/>
          <xsd:enumeration value="Review Material"/>
          <xsd:enumeration value="Communication"/>
          <xsd:enumeration value="Minutes"/>
          <xsd:enumeration value="Training"/>
          <xsd:enumeration value="Standard Operating Procedure"/>
          <xsd:enumeration value="Process / Procedure / Standard"/>
          <xsd:enumeration value="Guideline / Manual / Instruction"/>
          <xsd:enumeration value="Description"/>
          <xsd:enumeration value="Form / Template"/>
          <xsd:enumeration value="Checklist"/>
          <xsd:enumeration value="Bid / Offer"/>
          <xsd:enumeration value="Contract / Order"/>
          <xsd:enumeration value="List"/>
          <xsd:enumeration value="Roadmap"/>
          <xsd:enumeration value="Requirement / Specification"/>
          <xsd:enumeration value="Design"/>
          <xsd:enumeration value="Concept / Proposal"/>
          <xsd:enumeration value="Measurement / KPI"/>
          <xsd:enumeration value="Report"/>
          <xsd:enumeration value="Best Practice / Lessons Learnt"/>
          <xsd:enumeration value="Analysis / Assessment"/>
          <xsd:enumeration value="Survey"/>
        </xsd:restriction>
      </xsd:simpleType>
    </xsd:element>
    <xsd:element name="NokiaConfidentiality" ma:index="9" nillable="true" ma:displayName="Nokia Confidentiality" ma:default="Nokia Internal Use" ma:format="Dropdown" ma:internalName="NokiaConfidentiality" ma:readOnly="false">
      <xsd:simpleType>
        <xsd:restriction base="dms:Choice">
          <xsd:enumeration value="Nokia Internal Use"/>
          <xsd:enumeration value="Confidential"/>
          <xsd:enumeration value="Secret"/>
          <xsd:enumeration value="Public"/>
        </xsd:restriction>
      </xsd:simpleType>
    </xsd:element>
    <xsd:element name="Owner" ma:index="10" nillable="true" ma:displayName="Owner" ma:description="Owner identifies the person or group who owns the document (default value is the same as the Creator of the document)" ma:internalName="Owner">
      <xsd:simpleType>
        <xsd:restriction base="dms:Text"/>
      </xsd:simpleType>
    </xsd:element>
    <xsd:element name="_dlc_DocId" ma:index="11" nillable="true" ma:displayName="Document ID Value" ma:description="The value of the document ID assigned to this item." ma:internalName="_dlc_DocId" ma:readOnly="true">
      <xsd:simpleType>
        <xsd:restriction base="dms:Text"/>
      </xsd:simpleType>
    </xsd:element>
    <xsd:element name="_dlc_DocIdUrl" ma:index="12"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3" nillable="true" ma:displayName="Persist ID" ma:description="Keep ID on add." ma:hidden="true" ma:internalName="_dlc_DocIdPersistId" ma:readOnly="true">
      <xsd:simpleType>
        <xsd:restriction base="dms:Boolean"/>
      </xsd:simpleType>
    </xsd:element>
    <xsd:element name="HideFromDelve" ma:index="14" nillable="true" ma:displayName="HideFromDelve" ma:default="0" ma:internalName="HideFromDelve">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SharedContentType xmlns="Microsoft.SharePoint.Taxonomy.ContentTypeSync" SourceId="34c87397-5fc1-491e-85e7-d6110dbe9cbd" ContentTypeId="0x010100CE50E52E7543470BBDD3827FE50C59CB" PreviousValue="false"/>
</file>

<file path=customXml/item4.xml><?xml version="1.0" encoding="utf-8"?>
<p:properties xmlns:p="http://schemas.microsoft.com/office/2006/metadata/properties" xmlns:xsi="http://www.w3.org/2001/XMLSchema-instance" xmlns:pc="http://schemas.microsoft.com/office/infopath/2007/PartnerControls">
  <documentManagement>
    <HideFromDelve xmlns="71c5aaf6-e6ce-465b-b873-5148d2a4c105">false</HideFromDelve>
    <_dlc_DocId xmlns="71c5aaf6-e6ce-465b-b873-5148d2a4c105">UBINPAPIQTLO-754791397-3726</_dlc_DocId>
    <_dlc_DocIdUrl xmlns="71c5aaf6-e6ce-465b-b873-5148d2a4c105">
      <Url>https://nokia.sharepoint.com/sites/CloudBand-ICE/_layouts/15/DocIdRedir.aspx?ID=UBINPAPIQTLO-754791397-3726</Url>
      <Description>UBINPAPIQTLO-754791397-3726</Description>
    </_dlc_DocIdUrl>
    <Owner xmlns="71c5aaf6-e6ce-465b-b873-5148d2a4c105" xsi:nil="true"/>
    <DocumentType xmlns="71c5aaf6-e6ce-465b-b873-5148d2a4c105">Description</DocumentType>
    <NokiaConfidentiality xmlns="71c5aaf6-e6ce-465b-b873-5148d2a4c105">Nokia Internal Use</NokiaConfidentiality>
  </documentManagement>
</p:properties>
</file>

<file path=customXml/item5.xml><?xml version="1.0" encoding="utf-8"?>
<?mso-contentType ?>
<FormTemplates xmlns="http://schemas.microsoft.com/sharepoint/v3/contenttype/forms">
  <Display>DocumentLibraryForm</Display>
  <Edit>DocumentLibraryForm</Edit>
  <New>DocumentLibraryForm</New>
</FormTemplates>
</file>

<file path=customXml/item6.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Props1.xml><?xml version="1.0" encoding="utf-8"?>
<ds:datastoreItem xmlns:ds="http://schemas.openxmlformats.org/officeDocument/2006/customXml" ds:itemID="{857CEE35-660F-4F07-859B-7C021030FBE3}">
  <ds:schemaRefs>
    <ds:schemaRef ds:uri="http://schemas.microsoft.com/office/2006/metadata/customXsn"/>
  </ds:schemaRefs>
</ds:datastoreItem>
</file>

<file path=customXml/itemProps2.xml><?xml version="1.0" encoding="utf-8"?>
<ds:datastoreItem xmlns:ds="http://schemas.openxmlformats.org/officeDocument/2006/customXml" ds:itemID="{4CCDAEC5-B679-4DD2-9BF9-C259B6F686A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c5aaf6-e6ce-465b-b873-5148d2a4c10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8B8898C-9436-4B1D-A45D-C8B90E2C51AF}">
  <ds:schemaRefs>
    <ds:schemaRef ds:uri="Microsoft.SharePoint.Taxonomy.ContentTypeSync"/>
  </ds:schemaRefs>
</ds:datastoreItem>
</file>

<file path=customXml/itemProps4.xml><?xml version="1.0" encoding="utf-8"?>
<ds:datastoreItem xmlns:ds="http://schemas.openxmlformats.org/officeDocument/2006/customXml" ds:itemID="{92FE0F08-6DC2-49C3-ADE3-5365AFB6E457}">
  <ds:schemaRefs>
    <ds:schemaRef ds:uri="http://purl.org/dc/terms/"/>
    <ds:schemaRef ds:uri="http://www.w3.org/XML/1998/namespace"/>
    <ds:schemaRef ds:uri="http://purl.org/dc/elements/1.1/"/>
    <ds:schemaRef ds:uri="http://schemas.openxmlformats.org/package/2006/metadata/core-properties"/>
    <ds:schemaRef ds:uri="http://purl.org/dc/dcmitype/"/>
    <ds:schemaRef ds:uri="71c5aaf6-e6ce-465b-b873-5148d2a4c105"/>
    <ds:schemaRef ds:uri="http://schemas.microsoft.com/office/2006/documentManagement/types"/>
    <ds:schemaRef ds:uri="http://schemas.microsoft.com/office/infopath/2007/PartnerControls"/>
    <ds:schemaRef ds:uri="http://schemas.microsoft.com/office/2006/metadata/properties"/>
  </ds:schemaRefs>
</ds:datastoreItem>
</file>

<file path=customXml/itemProps5.xml><?xml version="1.0" encoding="utf-8"?>
<ds:datastoreItem xmlns:ds="http://schemas.openxmlformats.org/officeDocument/2006/customXml" ds:itemID="{7D46B904-57EC-42AD-80D4-9551F021A26B}">
  <ds:schemaRefs>
    <ds:schemaRef ds:uri="http://schemas.microsoft.com/sharepoint/v3/contenttype/forms"/>
  </ds:schemaRefs>
</ds:datastoreItem>
</file>

<file path=customXml/itemProps6.xml><?xml version="1.0" encoding="utf-8"?>
<ds:datastoreItem xmlns:ds="http://schemas.openxmlformats.org/officeDocument/2006/customXml" ds:itemID="{C6A9E0AF-327C-405C-BA24-BCE951C2E2C8}">
  <ds:schemaRefs>
    <ds:schemaRef ds:uri="http://schemas.microsoft.com/sharepoint/events"/>
  </ds:schemaRefs>
</ds:datastoreItem>
</file>

<file path=docMetadata/LabelInfo.xml><?xml version="1.0" encoding="utf-8"?>
<clbl:labelList xmlns:clbl="http://schemas.microsoft.com/office/2020/mipLabelMetadata">
  <clbl:label id="{5d471751-9675-428d-917b-70f44f9630b0}" enabled="0" method="" siteId="{5d471751-9675-428d-917b-70f44f9630b0}" removed="1"/>
</clbl:labelList>
</file>

<file path=docProps/app.xml><?xml version="1.0" encoding="utf-8"?>
<Properties xmlns="http://schemas.openxmlformats.org/officeDocument/2006/extended-properties" xmlns:vt="http://schemas.openxmlformats.org/officeDocument/2006/docPropsVTypes">
  <Template>Nokia - PowerPoint template 2023 v1.3</Template>
  <TotalTime>21630</TotalTime>
  <Words>7403</Words>
  <Application>Microsoft Office PowerPoint</Application>
  <PresentationFormat>On-screen Show (16:9)</PresentationFormat>
  <Paragraphs>585</Paragraphs>
  <Slides>27</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27</vt:i4>
      </vt:variant>
    </vt:vector>
  </HeadingPairs>
  <TitlesOfParts>
    <vt:vector size="35" baseType="lpstr">
      <vt:lpstr>Arial</vt:lpstr>
      <vt:lpstr>Calibri</vt:lpstr>
      <vt:lpstr>Courier New</vt:lpstr>
      <vt:lpstr>Nokia Pure Headline Light</vt:lpstr>
      <vt:lpstr>Nokia Pure Headline Ultra Light</vt:lpstr>
      <vt:lpstr>Nokia Pure Text</vt:lpstr>
      <vt:lpstr>Nokia Pure Text Light</vt:lpstr>
      <vt:lpstr>1. White</vt:lpstr>
      <vt:lpstr>NCS24.7 Upgrade Lesson Learned Session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NCS24.7 Upgrade Lesson Learnt Session</dc:title>
  <dc:creator>deepak.patra.ext@nokia.com</dc:creator>
  <cp:lastModifiedBy>Deepak Patra (EXT-Nokia)</cp:lastModifiedBy>
  <cp:revision>840</cp:revision>
  <dcterms:created xsi:type="dcterms:W3CDTF">2023-08-10T12:57:30Z</dcterms:created>
  <dcterms:modified xsi:type="dcterms:W3CDTF">2025-03-04T16:31:32Z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0x010100CE50E52E7543470BBDD3827FE50C59CB003480BC6C8AD6C14AA3912F0FBDA089B1</vt:lpwstr>
  </property>
  <property fmtid="{D5CDD505-2E9C-101B-9397-08002B2CF9AE}" pid="3" name="_dlc_DocIdItemGuid">
    <vt:lpwstr>2a4511c9-e22b-4923-806e-33554f94b521</vt:lpwstr>
  </property>
  <property fmtid="{D5CDD505-2E9C-101B-9397-08002B2CF9AE}" pid="4" name="MediaServiceImageTags">
    <vt:lpwstr/>
  </property>
  <property fmtid="{D5CDD505-2E9C-101B-9397-08002B2CF9AE}" pid="5" name="Order">
    <vt:lpwstr>787500.000000000</vt:lpwstr>
  </property>
  <property fmtid="{D5CDD505-2E9C-101B-9397-08002B2CF9AE}" pid="6" name="xd_ProgID">
    <vt:lpwstr/>
  </property>
  <property fmtid="{D5CDD505-2E9C-101B-9397-08002B2CF9AE}" pid="7" name="MediaLengthInSeconds">
    <vt:lpwstr/>
  </property>
  <property fmtid="{D5CDD505-2E9C-101B-9397-08002B2CF9AE}" pid="8" name="ComplianceAssetId">
    <vt:lpwstr/>
  </property>
  <property fmtid="{D5CDD505-2E9C-101B-9397-08002B2CF9AE}" pid="9" name="TemplateUrl">
    <vt:lpwstr/>
  </property>
  <property fmtid="{D5CDD505-2E9C-101B-9397-08002B2CF9AE}" pid="10" name="_ExtendedDescription">
    <vt:lpwstr/>
  </property>
  <property fmtid="{D5CDD505-2E9C-101B-9397-08002B2CF9AE}" pid="11" name="TriggerFlowInfo">
    <vt:lpwstr/>
  </property>
  <property fmtid="{D5CDD505-2E9C-101B-9397-08002B2CF9AE}" pid="12" name="xd_Signature">
    <vt:lpwstr/>
  </property>
  <property fmtid="{D5CDD505-2E9C-101B-9397-08002B2CF9AE}" pid="13" name="SharedWithUsers">
    <vt:lpwstr/>
  </property>
</Properties>
</file>